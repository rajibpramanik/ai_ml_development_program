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1" r:id="rId1"/>
  </p:sldMasterIdLst>
  <p:notesMasterIdLst>
    <p:notesMasterId r:id="rId81"/>
  </p:notesMasterIdLst>
  <p:sldIdLst>
    <p:sldId id="256" r:id="rId2"/>
    <p:sldId id="322" r:id="rId3"/>
    <p:sldId id="323" r:id="rId4"/>
    <p:sldId id="324" r:id="rId5"/>
    <p:sldId id="325" r:id="rId6"/>
    <p:sldId id="326" r:id="rId7"/>
    <p:sldId id="327" r:id="rId8"/>
    <p:sldId id="328" r:id="rId9"/>
    <p:sldId id="329" r:id="rId10"/>
    <p:sldId id="330" r:id="rId11"/>
    <p:sldId id="331" r:id="rId12"/>
    <p:sldId id="332" r:id="rId13"/>
    <p:sldId id="333" r:id="rId14"/>
    <p:sldId id="334" r:id="rId15"/>
    <p:sldId id="335" r:id="rId16"/>
    <p:sldId id="294" r:id="rId17"/>
    <p:sldId id="257" r:id="rId18"/>
    <p:sldId id="258" r:id="rId19"/>
    <p:sldId id="259" r:id="rId20"/>
    <p:sldId id="295" r:id="rId21"/>
    <p:sldId id="296" r:id="rId22"/>
    <p:sldId id="293" r:id="rId23"/>
    <p:sldId id="260" r:id="rId24"/>
    <p:sldId id="263" r:id="rId25"/>
    <p:sldId id="261" r:id="rId26"/>
    <p:sldId id="264" r:id="rId27"/>
    <p:sldId id="265" r:id="rId28"/>
    <p:sldId id="266" r:id="rId29"/>
    <p:sldId id="267" r:id="rId30"/>
    <p:sldId id="315" r:id="rId31"/>
    <p:sldId id="319" r:id="rId32"/>
    <p:sldId id="316" r:id="rId33"/>
    <p:sldId id="321" r:id="rId34"/>
    <p:sldId id="320" r:id="rId35"/>
    <p:sldId id="317" r:id="rId36"/>
    <p:sldId id="318" r:id="rId37"/>
    <p:sldId id="268" r:id="rId38"/>
    <p:sldId id="297" r:id="rId39"/>
    <p:sldId id="274" r:id="rId40"/>
    <p:sldId id="309" r:id="rId41"/>
    <p:sldId id="298" r:id="rId42"/>
    <p:sldId id="299" r:id="rId43"/>
    <p:sldId id="300" r:id="rId44"/>
    <p:sldId id="301" r:id="rId45"/>
    <p:sldId id="302" r:id="rId46"/>
    <p:sldId id="303" r:id="rId47"/>
    <p:sldId id="304" r:id="rId48"/>
    <p:sldId id="305" r:id="rId49"/>
    <p:sldId id="306" r:id="rId50"/>
    <p:sldId id="307" r:id="rId51"/>
    <p:sldId id="312" r:id="rId52"/>
    <p:sldId id="310" r:id="rId53"/>
    <p:sldId id="311" r:id="rId54"/>
    <p:sldId id="308" r:id="rId55"/>
    <p:sldId id="275" r:id="rId56"/>
    <p:sldId id="276" r:id="rId57"/>
    <p:sldId id="277" r:id="rId58"/>
    <p:sldId id="278" r:id="rId59"/>
    <p:sldId id="279" r:id="rId60"/>
    <p:sldId id="280" r:id="rId61"/>
    <p:sldId id="281" r:id="rId62"/>
    <p:sldId id="282" r:id="rId63"/>
    <p:sldId id="283" r:id="rId64"/>
    <p:sldId id="284" r:id="rId65"/>
    <p:sldId id="285" r:id="rId66"/>
    <p:sldId id="286" r:id="rId67"/>
    <p:sldId id="313" r:id="rId68"/>
    <p:sldId id="314" r:id="rId69"/>
    <p:sldId id="287" r:id="rId70"/>
    <p:sldId id="289" r:id="rId71"/>
    <p:sldId id="290" r:id="rId72"/>
    <p:sldId id="292" r:id="rId73"/>
    <p:sldId id="291" r:id="rId74"/>
    <p:sldId id="269" r:id="rId75"/>
    <p:sldId id="270" r:id="rId76"/>
    <p:sldId id="271" r:id="rId77"/>
    <p:sldId id="272" r:id="rId78"/>
    <p:sldId id="273" r:id="rId79"/>
    <p:sldId id="288" r:id="rId80"/>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869" autoAdjust="0"/>
    <p:restoredTop sz="90929"/>
  </p:normalViewPr>
  <p:slideViewPr>
    <p:cSldViewPr>
      <p:cViewPr varScale="1">
        <p:scale>
          <a:sx n="105" d="100"/>
          <a:sy n="105" d="100"/>
        </p:scale>
        <p:origin x="264" y="10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presProps" Target="presProp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92D3A85C-F503-4613-AEC7-07E58220B80F}"/>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defRPr sz="1200"/>
            </a:lvl1pPr>
          </a:lstStyle>
          <a:p>
            <a:pPr>
              <a:defRPr/>
            </a:pPr>
            <a:endParaRPr lang="en-US" altLang="en-US"/>
          </a:p>
        </p:txBody>
      </p:sp>
      <p:sp>
        <p:nvSpPr>
          <p:cNvPr id="51203" name="Rectangle 3">
            <a:extLst>
              <a:ext uri="{FF2B5EF4-FFF2-40B4-BE49-F238E27FC236}">
                <a16:creationId xmlns:a16="http://schemas.microsoft.com/office/drawing/2014/main" id="{2714843C-B843-48AA-8529-25D5B7951982}"/>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defRPr sz="1200"/>
            </a:lvl1pPr>
          </a:lstStyle>
          <a:p>
            <a:pPr>
              <a:defRPr/>
            </a:pPr>
            <a:fld id="{FA8B7B64-EFF0-46BE-A37C-E417D0DD021A}" type="datetimeFigureOut">
              <a:rPr lang="en-US" altLang="en-US"/>
              <a:pPr>
                <a:defRPr/>
              </a:pPr>
              <a:t>2/6/2026</a:t>
            </a:fld>
            <a:endParaRPr lang="en-US" altLang="en-US"/>
          </a:p>
        </p:txBody>
      </p:sp>
      <p:sp>
        <p:nvSpPr>
          <p:cNvPr id="3076" name="Rectangle 4">
            <a:extLst>
              <a:ext uri="{FF2B5EF4-FFF2-40B4-BE49-F238E27FC236}">
                <a16:creationId xmlns:a16="http://schemas.microsoft.com/office/drawing/2014/main" id="{2AFBC4FF-D3F1-48F3-857D-CEB972D5B849}"/>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1205" name="Rectangle 5">
            <a:extLst>
              <a:ext uri="{FF2B5EF4-FFF2-40B4-BE49-F238E27FC236}">
                <a16:creationId xmlns:a16="http://schemas.microsoft.com/office/drawing/2014/main" id="{5E323666-9E80-49E8-BB90-9D0EA241638C}"/>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51206" name="Rectangle 6">
            <a:extLst>
              <a:ext uri="{FF2B5EF4-FFF2-40B4-BE49-F238E27FC236}">
                <a16:creationId xmlns:a16="http://schemas.microsoft.com/office/drawing/2014/main" id="{1D3D7835-84F3-4792-B99C-2DCDC4D910B8}"/>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0" hangingPunct="0">
              <a:defRPr sz="1200"/>
            </a:lvl1pPr>
          </a:lstStyle>
          <a:p>
            <a:pPr>
              <a:defRPr/>
            </a:pPr>
            <a:endParaRPr lang="en-US" altLang="en-US"/>
          </a:p>
        </p:txBody>
      </p:sp>
      <p:sp>
        <p:nvSpPr>
          <p:cNvPr id="51207" name="Rectangle 7">
            <a:extLst>
              <a:ext uri="{FF2B5EF4-FFF2-40B4-BE49-F238E27FC236}">
                <a16:creationId xmlns:a16="http://schemas.microsoft.com/office/drawing/2014/main" id="{8CF29313-4E9A-42F0-8E9C-2AE8CBDAB66B}"/>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0" hangingPunct="0">
              <a:defRPr sz="1200"/>
            </a:lvl1pPr>
          </a:lstStyle>
          <a:p>
            <a:pPr>
              <a:defRPr/>
            </a:pPr>
            <a:fld id="{EBC378A6-4ACF-462C-A7ED-D6C77C626E91}"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73CE6DB0-FB3F-40DD-B74C-E2DF6167ABA4}"/>
              </a:ext>
            </a:extLst>
          </p:cNvPr>
          <p:cNvSpPr>
            <a:spLocks noGrp="1" noRot="1" noChangeAspect="1" noChangeArrowheads="1" noTextEdit="1"/>
          </p:cNvSpPr>
          <p:nvPr>
            <p:ph type="sldImg"/>
          </p:nvPr>
        </p:nvSpPr>
        <p:spPr>
          <a:xfrm>
            <a:off x="381000" y="685800"/>
            <a:ext cx="6096000" cy="3429000"/>
          </a:xfrm>
          <a:ln/>
        </p:spPr>
      </p:sp>
      <p:sp>
        <p:nvSpPr>
          <p:cNvPr id="5123" name="Rectangle 3">
            <a:extLst>
              <a:ext uri="{FF2B5EF4-FFF2-40B4-BE49-F238E27FC236}">
                <a16:creationId xmlns:a16="http://schemas.microsoft.com/office/drawing/2014/main" id="{979FB8CA-4A3C-4145-AC89-B3F633C60B41}"/>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64C9CD4D-CBA1-4AA2-870B-4008D56F21B8}"/>
              </a:ext>
            </a:extLst>
          </p:cNvPr>
          <p:cNvSpPr>
            <a:spLocks noGrp="1" noRot="1" noChangeAspect="1" noChangeArrowheads="1" noTextEdit="1"/>
          </p:cNvSpPr>
          <p:nvPr>
            <p:ph type="sldImg"/>
          </p:nvPr>
        </p:nvSpPr>
        <p:spPr>
          <a:xfrm>
            <a:off x="381000" y="685800"/>
            <a:ext cx="6096000" cy="3429000"/>
          </a:xfrm>
          <a:ln/>
        </p:spPr>
      </p:sp>
      <p:sp>
        <p:nvSpPr>
          <p:cNvPr id="8195" name="Rectangle 3">
            <a:extLst>
              <a:ext uri="{FF2B5EF4-FFF2-40B4-BE49-F238E27FC236}">
                <a16:creationId xmlns:a16="http://schemas.microsoft.com/office/drawing/2014/main" id="{927339DD-6DC5-44C7-A197-BB9EAD639423}"/>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DEE90315-8B94-411C-92C2-17F0BEE9379D}"/>
              </a:ext>
            </a:extLst>
          </p:cNvPr>
          <p:cNvSpPr>
            <a:spLocks noGrp="1" noRot="1" noChangeAspect="1" noChangeArrowheads="1" noTextEdit="1"/>
          </p:cNvSpPr>
          <p:nvPr>
            <p:ph type="sldImg"/>
          </p:nvPr>
        </p:nvSpPr>
        <p:spPr>
          <a:xfrm>
            <a:off x="381000" y="685800"/>
            <a:ext cx="6096000" cy="3429000"/>
          </a:xfrm>
          <a:ln/>
        </p:spPr>
      </p:sp>
      <p:sp>
        <p:nvSpPr>
          <p:cNvPr id="10243" name="Rectangle 3">
            <a:extLst>
              <a:ext uri="{FF2B5EF4-FFF2-40B4-BE49-F238E27FC236}">
                <a16:creationId xmlns:a16="http://schemas.microsoft.com/office/drawing/2014/main" id="{36FDE223-B528-4D14-9C1A-07E1C30DC16C}"/>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8F53C01D-A33F-4437-A86F-D2FA35D8B601}"/>
              </a:ext>
            </a:extLst>
          </p:cNvPr>
          <p:cNvSpPr>
            <a:spLocks noGrp="1" noRot="1" noChangeAspect="1" noChangeArrowheads="1" noTextEdit="1"/>
          </p:cNvSpPr>
          <p:nvPr>
            <p:ph type="sldImg"/>
          </p:nvPr>
        </p:nvSpPr>
        <p:spPr>
          <a:xfrm>
            <a:off x="381000" y="685800"/>
            <a:ext cx="6096000" cy="3429000"/>
          </a:xfrm>
          <a:ln/>
        </p:spPr>
      </p:sp>
      <p:sp>
        <p:nvSpPr>
          <p:cNvPr id="12291" name="Rectangle 3">
            <a:extLst>
              <a:ext uri="{FF2B5EF4-FFF2-40B4-BE49-F238E27FC236}">
                <a16:creationId xmlns:a16="http://schemas.microsoft.com/office/drawing/2014/main" id="{58B291EF-6C31-4A4D-8DD6-743397085BD9}"/>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9FE22FC5-4772-41E5-A68B-084100AD0E10}"/>
              </a:ext>
            </a:extLst>
          </p:cNvPr>
          <p:cNvSpPr>
            <a:spLocks noGrp="1" noRot="1" noChangeAspect="1" noChangeArrowheads="1" noTextEdit="1"/>
          </p:cNvSpPr>
          <p:nvPr>
            <p:ph type="sldImg"/>
          </p:nvPr>
        </p:nvSpPr>
        <p:spPr>
          <a:xfrm>
            <a:off x="381000" y="685800"/>
            <a:ext cx="6096000" cy="3429000"/>
          </a:xfrm>
          <a:ln/>
        </p:spPr>
      </p:sp>
      <p:sp>
        <p:nvSpPr>
          <p:cNvPr id="16387" name="Rectangle 3">
            <a:extLst>
              <a:ext uri="{FF2B5EF4-FFF2-40B4-BE49-F238E27FC236}">
                <a16:creationId xmlns:a16="http://schemas.microsoft.com/office/drawing/2014/main" id="{7601E7E3-DFFE-402C-B1AA-16AC91C31FD2}"/>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BDB820FD-FE5B-4B02-8496-797783E42B20}"/>
              </a:ext>
            </a:extLst>
          </p:cNvPr>
          <p:cNvSpPr>
            <a:spLocks noGrp="1" noRot="1" noChangeAspect="1" noChangeArrowheads="1" noTextEdit="1"/>
          </p:cNvSpPr>
          <p:nvPr>
            <p:ph type="sldImg"/>
          </p:nvPr>
        </p:nvSpPr>
        <p:spPr>
          <a:xfrm>
            <a:off x="381000" y="685800"/>
            <a:ext cx="6096000" cy="3429000"/>
          </a:xfrm>
          <a:ln/>
        </p:spPr>
      </p:sp>
      <p:sp>
        <p:nvSpPr>
          <p:cNvPr id="18435" name="Rectangle 3">
            <a:extLst>
              <a:ext uri="{FF2B5EF4-FFF2-40B4-BE49-F238E27FC236}">
                <a16:creationId xmlns:a16="http://schemas.microsoft.com/office/drawing/2014/main" id="{F559E8A6-E573-4830-A322-D6575681DBA0}"/>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659E1ED4-75B3-4A10-87B6-CF1B4EF1E825}"/>
              </a:ext>
            </a:extLst>
          </p:cNvPr>
          <p:cNvSpPr>
            <a:spLocks noGrp="1" noRot="1" noChangeAspect="1" noChangeArrowheads="1" noTextEdit="1"/>
          </p:cNvSpPr>
          <p:nvPr>
            <p:ph type="sldImg"/>
          </p:nvPr>
        </p:nvSpPr>
        <p:spPr>
          <a:xfrm>
            <a:off x="381000" y="685800"/>
            <a:ext cx="6096000" cy="3429000"/>
          </a:xfrm>
          <a:ln/>
        </p:spPr>
      </p:sp>
      <p:sp>
        <p:nvSpPr>
          <p:cNvPr id="20483" name="Rectangle 3">
            <a:extLst>
              <a:ext uri="{FF2B5EF4-FFF2-40B4-BE49-F238E27FC236}">
                <a16:creationId xmlns:a16="http://schemas.microsoft.com/office/drawing/2014/main" id="{626A64F1-F560-4646-8F52-E7916AA7A05E}"/>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C478D8E8-69B9-44B3-AC1F-BD88FAA19496}"/>
              </a:ext>
            </a:extLst>
          </p:cNvPr>
          <p:cNvSpPr>
            <a:spLocks noGrp="1" noRot="1" noChangeAspect="1" noChangeArrowheads="1" noTextEdit="1"/>
          </p:cNvSpPr>
          <p:nvPr>
            <p:ph type="sldImg"/>
          </p:nvPr>
        </p:nvSpPr>
        <p:spPr>
          <a:xfrm>
            <a:off x="381000" y="685800"/>
            <a:ext cx="6096000" cy="3429000"/>
          </a:xfrm>
          <a:ln/>
        </p:spPr>
      </p:sp>
      <p:sp>
        <p:nvSpPr>
          <p:cNvPr id="22531" name="Rectangle 3">
            <a:extLst>
              <a:ext uri="{FF2B5EF4-FFF2-40B4-BE49-F238E27FC236}">
                <a16:creationId xmlns:a16="http://schemas.microsoft.com/office/drawing/2014/main" id="{AD6AE7FE-727E-42D5-92AB-7DFC0B1B5B10}"/>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49F04BE9-F58E-47E2-8C73-61FD3C2B3DAD}"/>
              </a:ext>
            </a:extLst>
          </p:cNvPr>
          <p:cNvSpPr>
            <a:spLocks noGrp="1" noRot="1" noChangeAspect="1" noChangeArrowheads="1" noTextEdit="1"/>
          </p:cNvSpPr>
          <p:nvPr>
            <p:ph type="sldImg"/>
          </p:nvPr>
        </p:nvSpPr>
        <p:spPr>
          <a:xfrm>
            <a:off x="381000" y="685800"/>
            <a:ext cx="6096000" cy="3429000"/>
          </a:xfrm>
          <a:ln/>
        </p:spPr>
      </p:sp>
      <p:sp>
        <p:nvSpPr>
          <p:cNvPr id="24579" name="Rectangle 3">
            <a:extLst>
              <a:ext uri="{FF2B5EF4-FFF2-40B4-BE49-F238E27FC236}">
                <a16:creationId xmlns:a16="http://schemas.microsoft.com/office/drawing/2014/main" id="{F7C1A7B7-EA35-459E-901D-163690691F6A}"/>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44C4BFD5-B039-4A2F-9702-2BB3892C1C3B}"/>
              </a:ext>
            </a:extLst>
          </p:cNvPr>
          <p:cNvSpPr>
            <a:spLocks noGrp="1" noRot="1" noChangeAspect="1" noChangeArrowheads="1" noTextEdit="1"/>
          </p:cNvSpPr>
          <p:nvPr>
            <p:ph type="sldImg"/>
          </p:nvPr>
        </p:nvSpPr>
        <p:spPr>
          <a:xfrm>
            <a:off x="381000" y="685800"/>
            <a:ext cx="6096000" cy="3429000"/>
          </a:xfrm>
          <a:ln/>
        </p:spPr>
      </p:sp>
      <p:sp>
        <p:nvSpPr>
          <p:cNvPr id="26627" name="Rectangle 3">
            <a:extLst>
              <a:ext uri="{FF2B5EF4-FFF2-40B4-BE49-F238E27FC236}">
                <a16:creationId xmlns:a16="http://schemas.microsoft.com/office/drawing/2014/main" id="{C9302BAD-F105-48BB-9CE7-66AAABA84333}"/>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A1A1E377-BE70-4F77-ADB2-6CBC07C0C838}"/>
              </a:ext>
            </a:extLst>
          </p:cNvPr>
          <p:cNvSpPr>
            <a:spLocks noGrp="1" noRot="1" noChangeAspect="1" noChangeArrowheads="1" noTextEdit="1"/>
          </p:cNvSpPr>
          <p:nvPr>
            <p:ph type="sldImg"/>
          </p:nvPr>
        </p:nvSpPr>
        <p:spPr>
          <a:xfrm>
            <a:off x="381000" y="685800"/>
            <a:ext cx="6096000" cy="3429000"/>
          </a:xfrm>
          <a:ln/>
        </p:spPr>
      </p:sp>
      <p:sp>
        <p:nvSpPr>
          <p:cNvPr id="28675" name="Rectangle 3">
            <a:extLst>
              <a:ext uri="{FF2B5EF4-FFF2-40B4-BE49-F238E27FC236}">
                <a16:creationId xmlns:a16="http://schemas.microsoft.com/office/drawing/2014/main" id="{3926181E-2930-4549-9491-51CF82E23C8D}"/>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F1696879-3153-4F24-B37D-1AEF539730D1}"/>
              </a:ext>
            </a:extLst>
          </p:cNvPr>
          <p:cNvSpPr>
            <a:spLocks noGrp="1" noRot="1" noChangeAspect="1" noChangeArrowheads="1" noTextEdit="1"/>
          </p:cNvSpPr>
          <p:nvPr>
            <p:ph type="sldImg"/>
          </p:nvPr>
        </p:nvSpPr>
        <p:spPr>
          <a:xfrm>
            <a:off x="381000" y="685800"/>
            <a:ext cx="6096000" cy="3429000"/>
          </a:xfrm>
          <a:ln/>
        </p:spPr>
      </p:sp>
      <p:sp>
        <p:nvSpPr>
          <p:cNvPr id="30723" name="Rectangle 3">
            <a:extLst>
              <a:ext uri="{FF2B5EF4-FFF2-40B4-BE49-F238E27FC236}">
                <a16:creationId xmlns:a16="http://schemas.microsoft.com/office/drawing/2014/main" id="{134735A5-7D7E-49B0-8B83-780A15EF8BD0}"/>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51A415CA-94B5-4300-BED0-B0EFC99D03DA}"/>
              </a:ext>
            </a:extLst>
          </p:cNvPr>
          <p:cNvSpPr>
            <a:spLocks noGrp="1" noRot="1" noChangeAspect="1" noChangeArrowheads="1" noTextEdit="1"/>
          </p:cNvSpPr>
          <p:nvPr>
            <p:ph type="sldImg"/>
          </p:nvPr>
        </p:nvSpPr>
        <p:spPr>
          <a:xfrm>
            <a:off x="381000" y="685800"/>
            <a:ext cx="6096000" cy="3429000"/>
          </a:xfrm>
          <a:ln/>
        </p:spPr>
      </p:sp>
      <p:sp>
        <p:nvSpPr>
          <p:cNvPr id="39939" name="Rectangle 3">
            <a:extLst>
              <a:ext uri="{FF2B5EF4-FFF2-40B4-BE49-F238E27FC236}">
                <a16:creationId xmlns:a16="http://schemas.microsoft.com/office/drawing/2014/main" id="{FE4E027E-6DF1-42AE-AA48-2BDA417E9118}"/>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5A5EBE3B-3FE0-45E5-9366-E00503A6BC94}"/>
              </a:ext>
            </a:extLst>
          </p:cNvPr>
          <p:cNvSpPr>
            <a:spLocks noGrp="1" noRot="1" noChangeAspect="1" noChangeArrowheads="1" noTextEdit="1"/>
          </p:cNvSpPr>
          <p:nvPr>
            <p:ph type="sldImg"/>
          </p:nvPr>
        </p:nvSpPr>
        <p:spPr>
          <a:xfrm>
            <a:off x="381000" y="685800"/>
            <a:ext cx="6096000" cy="3429000"/>
          </a:xfrm>
          <a:ln/>
        </p:spPr>
      </p:sp>
      <p:sp>
        <p:nvSpPr>
          <p:cNvPr id="43011" name="Rectangle 3">
            <a:extLst>
              <a:ext uri="{FF2B5EF4-FFF2-40B4-BE49-F238E27FC236}">
                <a16:creationId xmlns:a16="http://schemas.microsoft.com/office/drawing/2014/main" id="{25A1B53C-19A0-4097-9F4F-B5FFA1A12D77}"/>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E3650CA7-061F-4984-9F32-A139D1C9D7DC}"/>
              </a:ext>
            </a:extLst>
          </p:cNvPr>
          <p:cNvSpPr>
            <a:spLocks noGrp="1" noRot="1" noChangeAspect="1" noChangeArrowheads="1" noTextEdit="1"/>
          </p:cNvSpPr>
          <p:nvPr>
            <p:ph type="sldImg"/>
          </p:nvPr>
        </p:nvSpPr>
        <p:spPr>
          <a:xfrm>
            <a:off x="381000" y="685800"/>
            <a:ext cx="6096000" cy="3429000"/>
          </a:xfrm>
          <a:ln/>
        </p:spPr>
      </p:sp>
      <p:sp>
        <p:nvSpPr>
          <p:cNvPr id="46083" name="Rectangle 3">
            <a:extLst>
              <a:ext uri="{FF2B5EF4-FFF2-40B4-BE49-F238E27FC236}">
                <a16:creationId xmlns:a16="http://schemas.microsoft.com/office/drawing/2014/main" id="{88DADFEA-CF40-4E47-B061-DDFB0296EE59}"/>
              </a:ext>
            </a:extLst>
          </p:cNvPr>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7903798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C5DEB705-7A44-4B2B-8D5A-724FA7E0D08D}"/>
              </a:ext>
            </a:extLst>
          </p:cNvPr>
          <p:cNvSpPr>
            <a:spLocks noGrp="1" noRot="1" noChangeAspect="1" noChangeArrowheads="1" noTextEdit="1"/>
          </p:cNvSpPr>
          <p:nvPr>
            <p:ph type="sldImg"/>
          </p:nvPr>
        </p:nvSpPr>
        <p:spPr>
          <a:xfrm>
            <a:off x="381000" y="685800"/>
            <a:ext cx="6096000" cy="3429000"/>
          </a:xfrm>
          <a:ln/>
        </p:spPr>
      </p:sp>
      <p:sp>
        <p:nvSpPr>
          <p:cNvPr id="48131" name="Rectangle 3">
            <a:extLst>
              <a:ext uri="{FF2B5EF4-FFF2-40B4-BE49-F238E27FC236}">
                <a16:creationId xmlns:a16="http://schemas.microsoft.com/office/drawing/2014/main" id="{41733499-9B08-4615-BA89-DED2746B1320}"/>
              </a:ext>
            </a:extLst>
          </p:cNvPr>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22566636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34B712D0-C75F-4F2B-8AA1-DF008507E7AF}"/>
              </a:ext>
            </a:extLst>
          </p:cNvPr>
          <p:cNvSpPr>
            <a:spLocks noGrp="1" noRot="1" noChangeAspect="1" noChangeArrowheads="1" noTextEdit="1"/>
          </p:cNvSpPr>
          <p:nvPr>
            <p:ph type="sldImg"/>
          </p:nvPr>
        </p:nvSpPr>
        <p:spPr>
          <a:xfrm>
            <a:off x="381000" y="685800"/>
            <a:ext cx="6096000" cy="3429000"/>
          </a:xfrm>
          <a:ln/>
        </p:spPr>
      </p:sp>
      <p:sp>
        <p:nvSpPr>
          <p:cNvPr id="50179" name="Rectangle 3">
            <a:extLst>
              <a:ext uri="{FF2B5EF4-FFF2-40B4-BE49-F238E27FC236}">
                <a16:creationId xmlns:a16="http://schemas.microsoft.com/office/drawing/2014/main" id="{D80B6AFF-AD69-4F10-BE66-317DB7FBDD9D}"/>
              </a:ext>
            </a:extLst>
          </p:cNvPr>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5255395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64D60AEF-51EF-472E-8338-F604B0C15F27}"/>
              </a:ext>
            </a:extLst>
          </p:cNvPr>
          <p:cNvSpPr>
            <a:spLocks noGrp="1" noRot="1" noChangeAspect="1" noChangeArrowheads="1" noTextEdit="1"/>
          </p:cNvSpPr>
          <p:nvPr>
            <p:ph type="sldImg"/>
          </p:nvPr>
        </p:nvSpPr>
        <p:spPr>
          <a:xfrm>
            <a:off x="381000" y="685800"/>
            <a:ext cx="6096000" cy="3429000"/>
          </a:xfrm>
          <a:ln/>
        </p:spPr>
      </p:sp>
      <p:sp>
        <p:nvSpPr>
          <p:cNvPr id="52227" name="Rectangle 3">
            <a:extLst>
              <a:ext uri="{FF2B5EF4-FFF2-40B4-BE49-F238E27FC236}">
                <a16:creationId xmlns:a16="http://schemas.microsoft.com/office/drawing/2014/main" id="{88FD1358-BABE-4E0C-A458-1CE2A527046A}"/>
              </a:ext>
            </a:extLst>
          </p:cNvPr>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22896753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01F10271-CF1C-41AD-931E-CC7605E9050F}"/>
              </a:ext>
            </a:extLst>
          </p:cNvPr>
          <p:cNvSpPr>
            <a:spLocks noGrp="1" noRot="1" noChangeAspect="1" noChangeArrowheads="1" noTextEdit="1"/>
          </p:cNvSpPr>
          <p:nvPr>
            <p:ph type="sldImg"/>
          </p:nvPr>
        </p:nvSpPr>
        <p:spPr>
          <a:xfrm>
            <a:off x="381000" y="685800"/>
            <a:ext cx="6096000" cy="3429000"/>
          </a:xfrm>
          <a:ln/>
        </p:spPr>
      </p:sp>
      <p:sp>
        <p:nvSpPr>
          <p:cNvPr id="54275" name="Rectangle 3">
            <a:extLst>
              <a:ext uri="{FF2B5EF4-FFF2-40B4-BE49-F238E27FC236}">
                <a16:creationId xmlns:a16="http://schemas.microsoft.com/office/drawing/2014/main" id="{81C1C46A-7761-41D3-9256-6D4F7CF494FF}"/>
              </a:ext>
            </a:extLst>
          </p:cNvPr>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7584191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D1765921-FBD5-4B08-911D-329A66AA1272}"/>
              </a:ext>
            </a:extLst>
          </p:cNvPr>
          <p:cNvSpPr>
            <a:spLocks noGrp="1" noRot="1" noChangeAspect="1" noChangeArrowheads="1" noTextEdit="1"/>
          </p:cNvSpPr>
          <p:nvPr>
            <p:ph type="sldImg"/>
          </p:nvPr>
        </p:nvSpPr>
        <p:spPr>
          <a:xfrm>
            <a:off x="381000" y="685800"/>
            <a:ext cx="6096000" cy="3429000"/>
          </a:xfrm>
          <a:ln/>
        </p:spPr>
      </p:sp>
      <p:sp>
        <p:nvSpPr>
          <p:cNvPr id="56323" name="Rectangle 3">
            <a:extLst>
              <a:ext uri="{FF2B5EF4-FFF2-40B4-BE49-F238E27FC236}">
                <a16:creationId xmlns:a16="http://schemas.microsoft.com/office/drawing/2014/main" id="{77EBDC9E-C129-4575-9177-3182CEDAA297}"/>
              </a:ext>
            </a:extLst>
          </p:cNvPr>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909482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101343A7-04CF-4C2D-83FE-E42C2E0E6AD6}"/>
              </a:ext>
            </a:extLst>
          </p:cNvPr>
          <p:cNvSpPr>
            <a:spLocks noGrp="1" noRot="1" noChangeAspect="1" noChangeArrowheads="1" noTextEdit="1"/>
          </p:cNvSpPr>
          <p:nvPr>
            <p:ph type="sldImg"/>
          </p:nvPr>
        </p:nvSpPr>
        <p:spPr>
          <a:xfrm>
            <a:off x="381000" y="685800"/>
            <a:ext cx="6096000" cy="3429000"/>
          </a:xfrm>
          <a:ln/>
        </p:spPr>
      </p:sp>
      <p:sp>
        <p:nvSpPr>
          <p:cNvPr id="58371" name="Rectangle 3">
            <a:extLst>
              <a:ext uri="{FF2B5EF4-FFF2-40B4-BE49-F238E27FC236}">
                <a16:creationId xmlns:a16="http://schemas.microsoft.com/office/drawing/2014/main" id="{B97349FF-6504-42E2-A042-00D74D58B16C}"/>
              </a:ext>
            </a:extLst>
          </p:cNvPr>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30343167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C4C839B4-F21B-471A-AE10-241AFE5C9061}"/>
              </a:ext>
            </a:extLst>
          </p:cNvPr>
          <p:cNvSpPr>
            <a:spLocks noGrp="1" noRot="1" noChangeAspect="1" noChangeArrowheads="1" noTextEdit="1"/>
          </p:cNvSpPr>
          <p:nvPr>
            <p:ph type="sldImg"/>
          </p:nvPr>
        </p:nvSpPr>
        <p:spPr>
          <a:xfrm>
            <a:off x="381000" y="685800"/>
            <a:ext cx="6096000" cy="3429000"/>
          </a:xfrm>
          <a:ln/>
        </p:spPr>
      </p:sp>
      <p:sp>
        <p:nvSpPr>
          <p:cNvPr id="60419" name="Rectangle 3">
            <a:extLst>
              <a:ext uri="{FF2B5EF4-FFF2-40B4-BE49-F238E27FC236}">
                <a16:creationId xmlns:a16="http://schemas.microsoft.com/office/drawing/2014/main" id="{2C85BEDC-9CDC-4CC7-9580-8013B03A52BB}"/>
              </a:ext>
            </a:extLst>
          </p:cNvPr>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6146770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2F58AB38-CEBD-4A3A-A52E-D6801BEA3DDB}"/>
              </a:ext>
            </a:extLst>
          </p:cNvPr>
          <p:cNvSpPr>
            <a:spLocks noGrp="1" noRot="1" noChangeAspect="1" noChangeArrowheads="1" noTextEdit="1"/>
          </p:cNvSpPr>
          <p:nvPr>
            <p:ph type="sldImg"/>
          </p:nvPr>
        </p:nvSpPr>
        <p:spPr>
          <a:xfrm>
            <a:off x="381000" y="685800"/>
            <a:ext cx="6096000" cy="3429000"/>
          </a:xfrm>
          <a:ln/>
        </p:spPr>
      </p:sp>
      <p:sp>
        <p:nvSpPr>
          <p:cNvPr id="62467" name="Rectangle 3">
            <a:extLst>
              <a:ext uri="{FF2B5EF4-FFF2-40B4-BE49-F238E27FC236}">
                <a16:creationId xmlns:a16="http://schemas.microsoft.com/office/drawing/2014/main" id="{3A052B6A-FC5A-4102-99BE-803EDC7D1DE8}"/>
              </a:ext>
            </a:extLst>
          </p:cNvPr>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37766799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2482764D-1F34-4873-AEEE-C54A5EAF6D71}"/>
              </a:ext>
            </a:extLst>
          </p:cNvPr>
          <p:cNvSpPr>
            <a:spLocks noGrp="1" noRot="1" noChangeAspect="1" noChangeArrowheads="1" noTextEdit="1"/>
          </p:cNvSpPr>
          <p:nvPr>
            <p:ph type="sldImg"/>
          </p:nvPr>
        </p:nvSpPr>
        <p:spPr>
          <a:xfrm>
            <a:off x="381000" y="685800"/>
            <a:ext cx="6096000" cy="3429000"/>
          </a:xfrm>
          <a:ln/>
        </p:spPr>
      </p:sp>
      <p:sp>
        <p:nvSpPr>
          <p:cNvPr id="64515" name="Rectangle 3">
            <a:extLst>
              <a:ext uri="{FF2B5EF4-FFF2-40B4-BE49-F238E27FC236}">
                <a16:creationId xmlns:a16="http://schemas.microsoft.com/office/drawing/2014/main" id="{4E71C7E8-8A38-444A-AAA6-FD07E3D31F27}"/>
              </a:ext>
            </a:extLst>
          </p:cNvPr>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33194708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9CB9FF8A-6F88-4EAF-A4CB-52AD2CB18046}"/>
              </a:ext>
            </a:extLst>
          </p:cNvPr>
          <p:cNvSpPr>
            <a:spLocks noGrp="1" noRot="1" noChangeAspect="1" noChangeArrowheads="1" noTextEdit="1"/>
          </p:cNvSpPr>
          <p:nvPr>
            <p:ph type="sldImg"/>
          </p:nvPr>
        </p:nvSpPr>
        <p:spPr>
          <a:xfrm>
            <a:off x="381000" y="685800"/>
            <a:ext cx="6096000" cy="3429000"/>
          </a:xfrm>
          <a:ln/>
        </p:spPr>
      </p:sp>
      <p:sp>
        <p:nvSpPr>
          <p:cNvPr id="66563" name="Rectangle 3">
            <a:extLst>
              <a:ext uri="{FF2B5EF4-FFF2-40B4-BE49-F238E27FC236}">
                <a16:creationId xmlns:a16="http://schemas.microsoft.com/office/drawing/2014/main" id="{121B6608-CA4E-48CA-8ADC-3B32345D2390}"/>
              </a:ext>
            </a:extLst>
          </p:cNvPr>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29881800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511E1B91-702B-481B-B6D5-651488A30262}"/>
              </a:ext>
            </a:extLst>
          </p:cNvPr>
          <p:cNvSpPr>
            <a:spLocks noGrp="1" noRot="1" noChangeAspect="1" noChangeArrowheads="1" noTextEdit="1"/>
          </p:cNvSpPr>
          <p:nvPr>
            <p:ph type="sldImg"/>
          </p:nvPr>
        </p:nvSpPr>
        <p:spPr>
          <a:xfrm>
            <a:off x="381000" y="685800"/>
            <a:ext cx="6096000" cy="3429000"/>
          </a:xfrm>
          <a:ln/>
        </p:spPr>
      </p:sp>
      <p:sp>
        <p:nvSpPr>
          <p:cNvPr id="68611" name="Rectangle 3">
            <a:extLst>
              <a:ext uri="{FF2B5EF4-FFF2-40B4-BE49-F238E27FC236}">
                <a16:creationId xmlns:a16="http://schemas.microsoft.com/office/drawing/2014/main" id="{04AEDE2D-4259-4518-A996-26FE559BF8D1}"/>
              </a:ext>
            </a:extLst>
          </p:cNvPr>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26246172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6C547175-376C-499C-B78B-599687C0937C}"/>
              </a:ext>
            </a:extLst>
          </p:cNvPr>
          <p:cNvSpPr>
            <a:spLocks noGrp="1" noRot="1" noChangeAspect="1" noChangeArrowheads="1" noTextEdit="1"/>
          </p:cNvSpPr>
          <p:nvPr>
            <p:ph type="sldImg"/>
          </p:nvPr>
        </p:nvSpPr>
        <p:spPr>
          <a:xfrm>
            <a:off x="381000" y="685800"/>
            <a:ext cx="6096000" cy="3429000"/>
          </a:xfrm>
          <a:ln/>
        </p:spPr>
      </p:sp>
      <p:sp>
        <p:nvSpPr>
          <p:cNvPr id="70659" name="Rectangle 3">
            <a:extLst>
              <a:ext uri="{FF2B5EF4-FFF2-40B4-BE49-F238E27FC236}">
                <a16:creationId xmlns:a16="http://schemas.microsoft.com/office/drawing/2014/main" id="{9F70CF3F-2CA3-4838-9CD0-57072D9C853D}"/>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89529610-BE05-4137-BAFC-9F39D4F172FC}"/>
              </a:ext>
            </a:extLst>
          </p:cNvPr>
          <p:cNvSpPr>
            <a:spLocks noGrp="1" noRot="1" noChangeAspect="1" noChangeArrowheads="1" noTextEdit="1"/>
          </p:cNvSpPr>
          <p:nvPr>
            <p:ph type="sldImg"/>
          </p:nvPr>
        </p:nvSpPr>
        <p:spPr>
          <a:xfrm>
            <a:off x="381000" y="685800"/>
            <a:ext cx="6096000" cy="3429000"/>
          </a:xfrm>
          <a:ln/>
        </p:spPr>
      </p:sp>
      <p:sp>
        <p:nvSpPr>
          <p:cNvPr id="72707" name="Rectangle 3">
            <a:extLst>
              <a:ext uri="{FF2B5EF4-FFF2-40B4-BE49-F238E27FC236}">
                <a16:creationId xmlns:a16="http://schemas.microsoft.com/office/drawing/2014/main" id="{E09BC90E-9532-4819-8E12-2D64B8430761}"/>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F7B25E64-9156-45F1-A68C-DD3956F9F841}"/>
              </a:ext>
            </a:extLst>
          </p:cNvPr>
          <p:cNvSpPr>
            <a:spLocks noGrp="1" noRot="1" noChangeAspect="1" noChangeArrowheads="1" noTextEdit="1"/>
          </p:cNvSpPr>
          <p:nvPr>
            <p:ph type="sldImg"/>
          </p:nvPr>
        </p:nvSpPr>
        <p:spPr>
          <a:xfrm>
            <a:off x="381000" y="685800"/>
            <a:ext cx="6096000" cy="3429000"/>
          </a:xfrm>
          <a:ln/>
        </p:spPr>
      </p:sp>
      <p:sp>
        <p:nvSpPr>
          <p:cNvPr id="74755" name="Rectangle 3">
            <a:extLst>
              <a:ext uri="{FF2B5EF4-FFF2-40B4-BE49-F238E27FC236}">
                <a16:creationId xmlns:a16="http://schemas.microsoft.com/office/drawing/2014/main" id="{0AE864D8-1071-4491-A8C4-C281B139AA3D}"/>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1801B1A6-229D-4118-844D-BA5F111A2AE7}"/>
              </a:ext>
            </a:extLst>
          </p:cNvPr>
          <p:cNvSpPr>
            <a:spLocks noGrp="1" noRot="1" noChangeAspect="1" noChangeArrowheads="1" noTextEdit="1"/>
          </p:cNvSpPr>
          <p:nvPr>
            <p:ph type="sldImg"/>
          </p:nvPr>
        </p:nvSpPr>
        <p:spPr>
          <a:xfrm>
            <a:off x="381000" y="685800"/>
            <a:ext cx="6096000" cy="3429000"/>
          </a:xfrm>
          <a:ln/>
        </p:spPr>
      </p:sp>
      <p:sp>
        <p:nvSpPr>
          <p:cNvPr id="76803" name="Rectangle 3">
            <a:extLst>
              <a:ext uri="{FF2B5EF4-FFF2-40B4-BE49-F238E27FC236}">
                <a16:creationId xmlns:a16="http://schemas.microsoft.com/office/drawing/2014/main" id="{020A7534-852B-4C37-A21F-05259800654E}"/>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DA9C332E-31EE-4535-94C6-7F45B1A400F3}"/>
              </a:ext>
            </a:extLst>
          </p:cNvPr>
          <p:cNvSpPr>
            <a:spLocks noGrp="1" noRot="1" noChangeAspect="1" noChangeArrowheads="1" noTextEdit="1"/>
          </p:cNvSpPr>
          <p:nvPr>
            <p:ph type="sldImg"/>
          </p:nvPr>
        </p:nvSpPr>
        <p:spPr>
          <a:xfrm>
            <a:off x="381000" y="685800"/>
            <a:ext cx="6096000" cy="3429000"/>
          </a:xfrm>
          <a:ln/>
        </p:spPr>
      </p:sp>
      <p:sp>
        <p:nvSpPr>
          <p:cNvPr id="78851" name="Rectangle 3">
            <a:extLst>
              <a:ext uri="{FF2B5EF4-FFF2-40B4-BE49-F238E27FC236}">
                <a16:creationId xmlns:a16="http://schemas.microsoft.com/office/drawing/2014/main" id="{9EE58C9A-6A6E-4FFD-B036-29AED882C1F3}"/>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6E6A5183-E665-4453-BEFC-964E741BF30E}"/>
              </a:ext>
            </a:extLst>
          </p:cNvPr>
          <p:cNvSpPr>
            <a:spLocks noGrp="1" noRot="1" noChangeAspect="1" noChangeArrowheads="1" noTextEdit="1"/>
          </p:cNvSpPr>
          <p:nvPr>
            <p:ph type="sldImg"/>
          </p:nvPr>
        </p:nvSpPr>
        <p:spPr>
          <a:xfrm>
            <a:off x="381000" y="685800"/>
            <a:ext cx="6096000" cy="3429000"/>
          </a:xfrm>
          <a:ln/>
        </p:spPr>
      </p:sp>
      <p:sp>
        <p:nvSpPr>
          <p:cNvPr id="80899" name="Rectangle 3">
            <a:extLst>
              <a:ext uri="{FF2B5EF4-FFF2-40B4-BE49-F238E27FC236}">
                <a16:creationId xmlns:a16="http://schemas.microsoft.com/office/drawing/2014/main" id="{FAA0C3D8-8C44-4E4A-8103-EDA51F67E8E1}"/>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2BB1438A-5D62-4298-9270-9CDC0FAFDAE7}"/>
              </a:ext>
            </a:extLst>
          </p:cNvPr>
          <p:cNvSpPr>
            <a:spLocks noGrp="1" noRot="1" noChangeAspect="1" noChangeArrowheads="1" noTextEdit="1"/>
          </p:cNvSpPr>
          <p:nvPr>
            <p:ph type="sldImg"/>
          </p:nvPr>
        </p:nvSpPr>
        <p:spPr>
          <a:xfrm>
            <a:off x="381000" y="685800"/>
            <a:ext cx="6096000" cy="3429000"/>
          </a:xfrm>
          <a:ln/>
        </p:spPr>
      </p:sp>
      <p:sp>
        <p:nvSpPr>
          <p:cNvPr id="82947" name="Rectangle 3">
            <a:extLst>
              <a:ext uri="{FF2B5EF4-FFF2-40B4-BE49-F238E27FC236}">
                <a16:creationId xmlns:a16="http://schemas.microsoft.com/office/drawing/2014/main" id="{EC30A70E-E180-4B2D-9E46-0953CEA45F32}"/>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7263EBFE-36D2-4F4D-9045-A9E0462F885F}"/>
              </a:ext>
            </a:extLst>
          </p:cNvPr>
          <p:cNvSpPr>
            <a:spLocks noGrp="1" noRot="1" noChangeAspect="1" noChangeArrowheads="1" noTextEdit="1"/>
          </p:cNvSpPr>
          <p:nvPr>
            <p:ph type="sldImg"/>
          </p:nvPr>
        </p:nvSpPr>
        <p:spPr>
          <a:xfrm>
            <a:off x="381000" y="685800"/>
            <a:ext cx="6096000" cy="3429000"/>
          </a:xfrm>
          <a:ln/>
        </p:spPr>
      </p:sp>
      <p:sp>
        <p:nvSpPr>
          <p:cNvPr id="84995" name="Rectangle 3">
            <a:extLst>
              <a:ext uri="{FF2B5EF4-FFF2-40B4-BE49-F238E27FC236}">
                <a16:creationId xmlns:a16="http://schemas.microsoft.com/office/drawing/2014/main" id="{9B03F456-EACD-4C38-8A3E-5573E7934FFB}"/>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8320F65D-5066-4843-8C31-4E8C9D7420FF}"/>
              </a:ext>
            </a:extLst>
          </p:cNvPr>
          <p:cNvSpPr>
            <a:spLocks noGrp="1" noRot="1" noChangeAspect="1" noChangeArrowheads="1" noTextEdit="1"/>
          </p:cNvSpPr>
          <p:nvPr>
            <p:ph type="sldImg"/>
          </p:nvPr>
        </p:nvSpPr>
        <p:spPr>
          <a:xfrm>
            <a:off x="381000" y="685800"/>
            <a:ext cx="6096000" cy="3429000"/>
          </a:xfrm>
          <a:ln/>
        </p:spPr>
      </p:sp>
      <p:sp>
        <p:nvSpPr>
          <p:cNvPr id="87043" name="Rectangle 3">
            <a:extLst>
              <a:ext uri="{FF2B5EF4-FFF2-40B4-BE49-F238E27FC236}">
                <a16:creationId xmlns:a16="http://schemas.microsoft.com/office/drawing/2014/main" id="{853E4F9D-FD63-4450-B5FF-9213D35A514F}"/>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7EC60C00-E38F-495D-88A9-010FE1221B30}"/>
              </a:ext>
            </a:extLst>
          </p:cNvPr>
          <p:cNvSpPr>
            <a:spLocks noGrp="1" noRot="1" noChangeAspect="1" noChangeArrowheads="1" noTextEdit="1"/>
          </p:cNvSpPr>
          <p:nvPr>
            <p:ph type="sldImg"/>
          </p:nvPr>
        </p:nvSpPr>
        <p:spPr>
          <a:xfrm>
            <a:off x="381000" y="685800"/>
            <a:ext cx="6096000" cy="3429000"/>
          </a:xfrm>
          <a:ln/>
        </p:spPr>
      </p:sp>
      <p:sp>
        <p:nvSpPr>
          <p:cNvPr id="89091" name="Rectangle 3">
            <a:extLst>
              <a:ext uri="{FF2B5EF4-FFF2-40B4-BE49-F238E27FC236}">
                <a16:creationId xmlns:a16="http://schemas.microsoft.com/office/drawing/2014/main" id="{4159C224-2D68-466C-AAEA-275D35D4787C}"/>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F6D450C6-05B9-45AE-88F1-FA37A4290BFE}"/>
              </a:ext>
            </a:extLst>
          </p:cNvPr>
          <p:cNvSpPr>
            <a:spLocks noGrp="1" noRot="1" noChangeAspect="1" noChangeArrowheads="1" noTextEdit="1"/>
          </p:cNvSpPr>
          <p:nvPr>
            <p:ph type="sldImg"/>
          </p:nvPr>
        </p:nvSpPr>
        <p:spPr>
          <a:xfrm>
            <a:off x="381000" y="685800"/>
            <a:ext cx="6096000" cy="3429000"/>
          </a:xfrm>
          <a:ln/>
        </p:spPr>
      </p:sp>
      <p:sp>
        <p:nvSpPr>
          <p:cNvPr id="91139" name="Rectangle 3">
            <a:extLst>
              <a:ext uri="{FF2B5EF4-FFF2-40B4-BE49-F238E27FC236}">
                <a16:creationId xmlns:a16="http://schemas.microsoft.com/office/drawing/2014/main" id="{92B3B83E-3B42-4F2F-BF67-485287B5C71F}"/>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2">
            <a:extLst>
              <a:ext uri="{FF2B5EF4-FFF2-40B4-BE49-F238E27FC236}">
                <a16:creationId xmlns:a16="http://schemas.microsoft.com/office/drawing/2014/main" id="{7ADB2C66-9D08-4BC0-9FB8-205C068F362B}"/>
              </a:ext>
            </a:extLst>
          </p:cNvPr>
          <p:cNvSpPr>
            <a:spLocks noChangeShapeType="1"/>
          </p:cNvSpPr>
          <p:nvPr/>
        </p:nvSpPr>
        <p:spPr bwMode="auto">
          <a:xfrm>
            <a:off x="9753600" y="1066800"/>
            <a:ext cx="0" cy="449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grpSp>
        <p:nvGrpSpPr>
          <p:cNvPr id="5" name="Group 8">
            <a:extLst>
              <a:ext uri="{FF2B5EF4-FFF2-40B4-BE49-F238E27FC236}">
                <a16:creationId xmlns:a16="http://schemas.microsoft.com/office/drawing/2014/main" id="{63FDF99D-84FA-463E-B50E-15A46F0F4FD0}"/>
              </a:ext>
            </a:extLst>
          </p:cNvPr>
          <p:cNvGrpSpPr>
            <a:grpSpLocks/>
          </p:cNvGrpSpPr>
          <p:nvPr/>
        </p:nvGrpSpPr>
        <p:grpSpPr bwMode="auto">
          <a:xfrm>
            <a:off x="9990667" y="2992438"/>
            <a:ext cx="1784351" cy="2189162"/>
            <a:chOff x="4704" y="1885"/>
            <a:chExt cx="843" cy="1379"/>
          </a:xfrm>
        </p:grpSpPr>
        <p:sp>
          <p:nvSpPr>
            <p:cNvPr id="6" name="Oval 9">
              <a:extLst>
                <a:ext uri="{FF2B5EF4-FFF2-40B4-BE49-F238E27FC236}">
                  <a16:creationId xmlns:a16="http://schemas.microsoft.com/office/drawing/2014/main" id="{DA9C66B2-B6F1-4E5A-9FB5-659071436004}"/>
                </a:ext>
              </a:extLst>
            </p:cNvPr>
            <p:cNvSpPr>
              <a:spLocks noChangeArrowheads="1"/>
            </p:cNvSpPr>
            <p:nvPr/>
          </p:nvSpPr>
          <p:spPr bwMode="auto">
            <a:xfrm>
              <a:off x="4704"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7" name="Oval 10">
              <a:extLst>
                <a:ext uri="{FF2B5EF4-FFF2-40B4-BE49-F238E27FC236}">
                  <a16:creationId xmlns:a16="http://schemas.microsoft.com/office/drawing/2014/main" id="{98641A33-2339-43CF-B991-77DBC062B693}"/>
                </a:ext>
              </a:extLst>
            </p:cNvPr>
            <p:cNvSpPr>
              <a:spLocks noChangeArrowheads="1"/>
            </p:cNvSpPr>
            <p:nvPr/>
          </p:nvSpPr>
          <p:spPr bwMode="auto">
            <a:xfrm>
              <a:off x="4883"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8" name="Oval 11">
              <a:extLst>
                <a:ext uri="{FF2B5EF4-FFF2-40B4-BE49-F238E27FC236}">
                  <a16:creationId xmlns:a16="http://schemas.microsoft.com/office/drawing/2014/main" id="{9D9D0732-8D13-413A-AF3A-9C98D6297F1B}"/>
                </a:ext>
              </a:extLst>
            </p:cNvPr>
            <p:cNvSpPr>
              <a:spLocks noChangeArrowheads="1"/>
            </p:cNvSpPr>
            <p:nvPr/>
          </p:nvSpPr>
          <p:spPr bwMode="auto">
            <a:xfrm>
              <a:off x="5062"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9" name="Oval 12">
              <a:extLst>
                <a:ext uri="{FF2B5EF4-FFF2-40B4-BE49-F238E27FC236}">
                  <a16:creationId xmlns:a16="http://schemas.microsoft.com/office/drawing/2014/main" id="{4DD99E06-3B19-4BBA-B2C5-85E1A67C01FF}"/>
                </a:ext>
              </a:extLst>
            </p:cNvPr>
            <p:cNvSpPr>
              <a:spLocks noChangeArrowheads="1"/>
            </p:cNvSpPr>
            <p:nvPr/>
          </p:nvSpPr>
          <p:spPr bwMode="auto">
            <a:xfrm>
              <a:off x="4704"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 name="Oval 13">
              <a:extLst>
                <a:ext uri="{FF2B5EF4-FFF2-40B4-BE49-F238E27FC236}">
                  <a16:creationId xmlns:a16="http://schemas.microsoft.com/office/drawing/2014/main" id="{86258305-028C-41A1-8466-034472397304}"/>
                </a:ext>
              </a:extLst>
            </p:cNvPr>
            <p:cNvSpPr>
              <a:spLocks noChangeArrowheads="1"/>
            </p:cNvSpPr>
            <p:nvPr/>
          </p:nvSpPr>
          <p:spPr bwMode="auto">
            <a:xfrm>
              <a:off x="4883"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1" name="Oval 14">
              <a:extLst>
                <a:ext uri="{FF2B5EF4-FFF2-40B4-BE49-F238E27FC236}">
                  <a16:creationId xmlns:a16="http://schemas.microsoft.com/office/drawing/2014/main" id="{1C72D1DD-C65D-48FA-A188-4CC11C10E81C}"/>
                </a:ext>
              </a:extLst>
            </p:cNvPr>
            <p:cNvSpPr>
              <a:spLocks noChangeArrowheads="1"/>
            </p:cNvSpPr>
            <p:nvPr/>
          </p:nvSpPr>
          <p:spPr bwMode="auto">
            <a:xfrm>
              <a:off x="5062"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2" name="Oval 15">
              <a:extLst>
                <a:ext uri="{FF2B5EF4-FFF2-40B4-BE49-F238E27FC236}">
                  <a16:creationId xmlns:a16="http://schemas.microsoft.com/office/drawing/2014/main" id="{1C43A778-B066-485C-AD1B-17D01D03BB45}"/>
                </a:ext>
              </a:extLst>
            </p:cNvPr>
            <p:cNvSpPr>
              <a:spLocks noChangeArrowheads="1"/>
            </p:cNvSpPr>
            <p:nvPr/>
          </p:nvSpPr>
          <p:spPr bwMode="auto">
            <a:xfrm>
              <a:off x="5241" y="2064"/>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3" name="Oval 16">
              <a:extLst>
                <a:ext uri="{FF2B5EF4-FFF2-40B4-BE49-F238E27FC236}">
                  <a16:creationId xmlns:a16="http://schemas.microsoft.com/office/drawing/2014/main" id="{13164411-CFFF-4174-8FD6-B78054A5B5C4}"/>
                </a:ext>
              </a:extLst>
            </p:cNvPr>
            <p:cNvSpPr>
              <a:spLocks noChangeArrowheads="1"/>
            </p:cNvSpPr>
            <p:nvPr/>
          </p:nvSpPr>
          <p:spPr bwMode="auto">
            <a:xfrm>
              <a:off x="4704"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4" name="Oval 17">
              <a:extLst>
                <a:ext uri="{FF2B5EF4-FFF2-40B4-BE49-F238E27FC236}">
                  <a16:creationId xmlns:a16="http://schemas.microsoft.com/office/drawing/2014/main" id="{2A9F2B64-7572-467F-9C76-5510F8BEDEE1}"/>
                </a:ext>
              </a:extLst>
            </p:cNvPr>
            <p:cNvSpPr>
              <a:spLocks noChangeArrowheads="1"/>
            </p:cNvSpPr>
            <p:nvPr/>
          </p:nvSpPr>
          <p:spPr bwMode="auto">
            <a:xfrm>
              <a:off x="4883"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5" name="Oval 18">
              <a:extLst>
                <a:ext uri="{FF2B5EF4-FFF2-40B4-BE49-F238E27FC236}">
                  <a16:creationId xmlns:a16="http://schemas.microsoft.com/office/drawing/2014/main" id="{F1298BEC-3C1D-4DEA-BC43-FA0269796B6C}"/>
                </a:ext>
              </a:extLst>
            </p:cNvPr>
            <p:cNvSpPr>
              <a:spLocks noChangeArrowheads="1"/>
            </p:cNvSpPr>
            <p:nvPr/>
          </p:nvSpPr>
          <p:spPr bwMode="auto">
            <a:xfrm>
              <a:off x="5062"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6" name="Oval 19">
              <a:extLst>
                <a:ext uri="{FF2B5EF4-FFF2-40B4-BE49-F238E27FC236}">
                  <a16:creationId xmlns:a16="http://schemas.microsoft.com/office/drawing/2014/main" id="{B4CD85D8-8213-4247-9095-5491E70FEFE5}"/>
                </a:ext>
              </a:extLst>
            </p:cNvPr>
            <p:cNvSpPr>
              <a:spLocks noChangeArrowheads="1"/>
            </p:cNvSpPr>
            <p:nvPr/>
          </p:nvSpPr>
          <p:spPr bwMode="auto">
            <a:xfrm>
              <a:off x="5241"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7" name="Oval 20">
              <a:extLst>
                <a:ext uri="{FF2B5EF4-FFF2-40B4-BE49-F238E27FC236}">
                  <a16:creationId xmlns:a16="http://schemas.microsoft.com/office/drawing/2014/main" id="{A9570411-A658-4A9B-9D08-E863FD8C8B54}"/>
                </a:ext>
              </a:extLst>
            </p:cNvPr>
            <p:cNvSpPr>
              <a:spLocks noChangeArrowheads="1"/>
            </p:cNvSpPr>
            <p:nvPr/>
          </p:nvSpPr>
          <p:spPr bwMode="auto">
            <a:xfrm>
              <a:off x="5420" y="2243"/>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8" name="Oval 21">
              <a:extLst>
                <a:ext uri="{FF2B5EF4-FFF2-40B4-BE49-F238E27FC236}">
                  <a16:creationId xmlns:a16="http://schemas.microsoft.com/office/drawing/2014/main" id="{DABE5354-6DB1-47BD-A9EF-E8123BD5DD66}"/>
                </a:ext>
              </a:extLst>
            </p:cNvPr>
            <p:cNvSpPr>
              <a:spLocks noChangeArrowheads="1"/>
            </p:cNvSpPr>
            <p:nvPr/>
          </p:nvSpPr>
          <p:spPr bwMode="auto">
            <a:xfrm>
              <a:off x="4704" y="2421"/>
              <a:ext cx="127" cy="12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9" name="Oval 22">
              <a:extLst>
                <a:ext uri="{FF2B5EF4-FFF2-40B4-BE49-F238E27FC236}">
                  <a16:creationId xmlns:a16="http://schemas.microsoft.com/office/drawing/2014/main" id="{1880E468-9565-43B2-BAD8-92536ACC6243}"/>
                </a:ext>
              </a:extLst>
            </p:cNvPr>
            <p:cNvSpPr>
              <a:spLocks noChangeArrowheads="1"/>
            </p:cNvSpPr>
            <p:nvPr/>
          </p:nvSpPr>
          <p:spPr bwMode="auto">
            <a:xfrm>
              <a:off x="4883"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20" name="Oval 23">
              <a:extLst>
                <a:ext uri="{FF2B5EF4-FFF2-40B4-BE49-F238E27FC236}">
                  <a16:creationId xmlns:a16="http://schemas.microsoft.com/office/drawing/2014/main" id="{93DDCD36-758E-404B-9A5E-E75E595CB178}"/>
                </a:ext>
              </a:extLst>
            </p:cNvPr>
            <p:cNvSpPr>
              <a:spLocks noChangeArrowheads="1"/>
            </p:cNvSpPr>
            <p:nvPr/>
          </p:nvSpPr>
          <p:spPr bwMode="auto">
            <a:xfrm>
              <a:off x="5062"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21" name="Oval 24">
              <a:extLst>
                <a:ext uri="{FF2B5EF4-FFF2-40B4-BE49-F238E27FC236}">
                  <a16:creationId xmlns:a16="http://schemas.microsoft.com/office/drawing/2014/main" id="{34E764D0-0E8D-4D93-900A-C4CCF19FAEB5}"/>
                </a:ext>
              </a:extLst>
            </p:cNvPr>
            <p:cNvSpPr>
              <a:spLocks noChangeArrowheads="1"/>
            </p:cNvSpPr>
            <p:nvPr/>
          </p:nvSpPr>
          <p:spPr bwMode="auto">
            <a:xfrm>
              <a:off x="5241" y="2421"/>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22" name="Oval 25">
              <a:extLst>
                <a:ext uri="{FF2B5EF4-FFF2-40B4-BE49-F238E27FC236}">
                  <a16:creationId xmlns:a16="http://schemas.microsoft.com/office/drawing/2014/main" id="{DFC782E6-9630-45B9-ABB3-0D5D70B82A78}"/>
                </a:ext>
              </a:extLst>
            </p:cNvPr>
            <p:cNvSpPr>
              <a:spLocks noChangeArrowheads="1"/>
            </p:cNvSpPr>
            <p:nvPr/>
          </p:nvSpPr>
          <p:spPr bwMode="auto">
            <a:xfrm>
              <a:off x="4704"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23" name="Oval 26">
              <a:extLst>
                <a:ext uri="{FF2B5EF4-FFF2-40B4-BE49-F238E27FC236}">
                  <a16:creationId xmlns:a16="http://schemas.microsoft.com/office/drawing/2014/main" id="{E7EB4371-E281-443E-912E-0CB1CB4D1C5F}"/>
                </a:ext>
              </a:extLst>
            </p:cNvPr>
            <p:cNvSpPr>
              <a:spLocks noChangeArrowheads="1"/>
            </p:cNvSpPr>
            <p:nvPr/>
          </p:nvSpPr>
          <p:spPr bwMode="auto">
            <a:xfrm>
              <a:off x="4883"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24" name="Oval 27">
              <a:extLst>
                <a:ext uri="{FF2B5EF4-FFF2-40B4-BE49-F238E27FC236}">
                  <a16:creationId xmlns:a16="http://schemas.microsoft.com/office/drawing/2014/main" id="{E7D048F0-075C-4B9E-AC72-66FC62FBFD32}"/>
                </a:ext>
              </a:extLst>
            </p:cNvPr>
            <p:cNvSpPr>
              <a:spLocks noChangeArrowheads="1"/>
            </p:cNvSpPr>
            <p:nvPr/>
          </p:nvSpPr>
          <p:spPr bwMode="auto">
            <a:xfrm>
              <a:off x="5062"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25" name="Oval 28">
              <a:extLst>
                <a:ext uri="{FF2B5EF4-FFF2-40B4-BE49-F238E27FC236}">
                  <a16:creationId xmlns:a16="http://schemas.microsoft.com/office/drawing/2014/main" id="{456B3899-480D-4812-B884-D8DD73A558CB}"/>
                </a:ext>
              </a:extLst>
            </p:cNvPr>
            <p:cNvSpPr>
              <a:spLocks noChangeArrowheads="1"/>
            </p:cNvSpPr>
            <p:nvPr/>
          </p:nvSpPr>
          <p:spPr bwMode="auto">
            <a:xfrm>
              <a:off x="5241"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26" name="Oval 29">
              <a:extLst>
                <a:ext uri="{FF2B5EF4-FFF2-40B4-BE49-F238E27FC236}">
                  <a16:creationId xmlns:a16="http://schemas.microsoft.com/office/drawing/2014/main" id="{80E0C80C-EF0C-47C3-BE97-65AEB36A8B24}"/>
                </a:ext>
              </a:extLst>
            </p:cNvPr>
            <p:cNvSpPr>
              <a:spLocks noChangeArrowheads="1"/>
            </p:cNvSpPr>
            <p:nvPr/>
          </p:nvSpPr>
          <p:spPr bwMode="auto">
            <a:xfrm>
              <a:off x="5420" y="2600"/>
              <a:ext cx="127" cy="128"/>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27" name="Oval 30">
              <a:extLst>
                <a:ext uri="{FF2B5EF4-FFF2-40B4-BE49-F238E27FC236}">
                  <a16:creationId xmlns:a16="http://schemas.microsoft.com/office/drawing/2014/main" id="{B562049F-0CFA-4D25-A2A9-904ADA077182}"/>
                </a:ext>
              </a:extLst>
            </p:cNvPr>
            <p:cNvSpPr>
              <a:spLocks noChangeArrowheads="1"/>
            </p:cNvSpPr>
            <p:nvPr/>
          </p:nvSpPr>
          <p:spPr bwMode="auto">
            <a:xfrm>
              <a:off x="4704" y="2779"/>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28" name="Oval 31">
              <a:extLst>
                <a:ext uri="{FF2B5EF4-FFF2-40B4-BE49-F238E27FC236}">
                  <a16:creationId xmlns:a16="http://schemas.microsoft.com/office/drawing/2014/main" id="{DE589E14-C978-4F67-A3DB-103698E8D8DD}"/>
                </a:ext>
              </a:extLst>
            </p:cNvPr>
            <p:cNvSpPr>
              <a:spLocks noChangeArrowheads="1"/>
            </p:cNvSpPr>
            <p:nvPr/>
          </p:nvSpPr>
          <p:spPr bwMode="auto">
            <a:xfrm>
              <a:off x="4883"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29" name="Oval 32">
              <a:extLst>
                <a:ext uri="{FF2B5EF4-FFF2-40B4-BE49-F238E27FC236}">
                  <a16:creationId xmlns:a16="http://schemas.microsoft.com/office/drawing/2014/main" id="{C316FCA7-EB41-455B-85B8-C24C2C298762}"/>
                </a:ext>
              </a:extLst>
            </p:cNvPr>
            <p:cNvSpPr>
              <a:spLocks noChangeArrowheads="1"/>
            </p:cNvSpPr>
            <p:nvPr/>
          </p:nvSpPr>
          <p:spPr bwMode="auto">
            <a:xfrm>
              <a:off x="5062"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30" name="Oval 33">
              <a:extLst>
                <a:ext uri="{FF2B5EF4-FFF2-40B4-BE49-F238E27FC236}">
                  <a16:creationId xmlns:a16="http://schemas.microsoft.com/office/drawing/2014/main" id="{EA135681-8B0C-4C12-A701-3C6C879BB260}"/>
                </a:ext>
              </a:extLst>
            </p:cNvPr>
            <p:cNvSpPr>
              <a:spLocks noChangeArrowheads="1"/>
            </p:cNvSpPr>
            <p:nvPr/>
          </p:nvSpPr>
          <p:spPr bwMode="auto">
            <a:xfrm>
              <a:off x="5241" y="2779"/>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31" name="Oval 34">
              <a:extLst>
                <a:ext uri="{FF2B5EF4-FFF2-40B4-BE49-F238E27FC236}">
                  <a16:creationId xmlns:a16="http://schemas.microsoft.com/office/drawing/2014/main" id="{AD482988-67AF-4F8B-8B7D-A4B9270A651A}"/>
                </a:ext>
              </a:extLst>
            </p:cNvPr>
            <p:cNvSpPr>
              <a:spLocks noChangeArrowheads="1"/>
            </p:cNvSpPr>
            <p:nvPr/>
          </p:nvSpPr>
          <p:spPr bwMode="auto">
            <a:xfrm>
              <a:off x="4704"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32" name="Oval 35">
              <a:extLst>
                <a:ext uri="{FF2B5EF4-FFF2-40B4-BE49-F238E27FC236}">
                  <a16:creationId xmlns:a16="http://schemas.microsoft.com/office/drawing/2014/main" id="{EADB52E7-B7A1-4098-9416-1B19FE80633E}"/>
                </a:ext>
              </a:extLst>
            </p:cNvPr>
            <p:cNvSpPr>
              <a:spLocks noChangeArrowheads="1"/>
            </p:cNvSpPr>
            <p:nvPr/>
          </p:nvSpPr>
          <p:spPr bwMode="auto">
            <a:xfrm>
              <a:off x="4883"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33" name="Oval 36">
              <a:extLst>
                <a:ext uri="{FF2B5EF4-FFF2-40B4-BE49-F238E27FC236}">
                  <a16:creationId xmlns:a16="http://schemas.microsoft.com/office/drawing/2014/main" id="{B65B4D41-12D5-4AD9-86B1-36298456E985}"/>
                </a:ext>
              </a:extLst>
            </p:cNvPr>
            <p:cNvSpPr>
              <a:spLocks noChangeArrowheads="1"/>
            </p:cNvSpPr>
            <p:nvPr/>
          </p:nvSpPr>
          <p:spPr bwMode="auto">
            <a:xfrm>
              <a:off x="5062"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34" name="Oval 37">
              <a:extLst>
                <a:ext uri="{FF2B5EF4-FFF2-40B4-BE49-F238E27FC236}">
                  <a16:creationId xmlns:a16="http://schemas.microsoft.com/office/drawing/2014/main" id="{C6F4F26F-361C-438C-8ED8-2066C5979F33}"/>
                </a:ext>
              </a:extLst>
            </p:cNvPr>
            <p:cNvSpPr>
              <a:spLocks noChangeArrowheads="1"/>
            </p:cNvSpPr>
            <p:nvPr/>
          </p:nvSpPr>
          <p:spPr bwMode="auto">
            <a:xfrm>
              <a:off x="5241"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35" name="Oval 38">
              <a:extLst>
                <a:ext uri="{FF2B5EF4-FFF2-40B4-BE49-F238E27FC236}">
                  <a16:creationId xmlns:a16="http://schemas.microsoft.com/office/drawing/2014/main" id="{53636917-D6D9-4BE7-95C5-BBECA1571819}"/>
                </a:ext>
              </a:extLst>
            </p:cNvPr>
            <p:cNvSpPr>
              <a:spLocks noChangeArrowheads="1"/>
            </p:cNvSpPr>
            <p:nvPr/>
          </p:nvSpPr>
          <p:spPr bwMode="auto">
            <a:xfrm>
              <a:off x="4883"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36" name="Oval 39">
              <a:extLst>
                <a:ext uri="{FF2B5EF4-FFF2-40B4-BE49-F238E27FC236}">
                  <a16:creationId xmlns:a16="http://schemas.microsoft.com/office/drawing/2014/main" id="{1C9D2AF4-8D4B-4147-BCCA-80713177C8D1}"/>
                </a:ext>
              </a:extLst>
            </p:cNvPr>
            <p:cNvSpPr>
              <a:spLocks noChangeArrowheads="1"/>
            </p:cNvSpPr>
            <p:nvPr/>
          </p:nvSpPr>
          <p:spPr bwMode="auto">
            <a:xfrm>
              <a:off x="5241"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grpSp>
      <p:sp>
        <p:nvSpPr>
          <p:cNvPr id="37" name="Line 40">
            <a:extLst>
              <a:ext uri="{FF2B5EF4-FFF2-40B4-BE49-F238E27FC236}">
                <a16:creationId xmlns:a16="http://schemas.microsoft.com/office/drawing/2014/main" id="{13E2975A-8284-4335-971A-3B6CC0CDF800}"/>
              </a:ext>
            </a:extLst>
          </p:cNvPr>
          <p:cNvSpPr>
            <a:spLocks noChangeShapeType="1"/>
          </p:cNvSpPr>
          <p:nvPr/>
        </p:nvSpPr>
        <p:spPr bwMode="auto">
          <a:xfrm>
            <a:off x="406400" y="2819400"/>
            <a:ext cx="109728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36195" name="Rectangle 3"/>
          <p:cNvSpPr>
            <a:spLocks noGrp="1" noChangeArrowheads="1"/>
          </p:cNvSpPr>
          <p:nvPr>
            <p:ph type="ctrTitle"/>
          </p:nvPr>
        </p:nvSpPr>
        <p:spPr>
          <a:xfrm>
            <a:off x="421217" y="466725"/>
            <a:ext cx="9042400" cy="2133600"/>
          </a:xfrm>
        </p:spPr>
        <p:txBody>
          <a:bodyPr/>
          <a:lstStyle>
            <a:lvl1pPr algn="r">
              <a:defRPr sz="4800"/>
            </a:lvl1pPr>
          </a:lstStyle>
          <a:p>
            <a:r>
              <a:rPr lang="en-US" altLang="en-US"/>
              <a:t>Click to edit Master title style</a:t>
            </a:r>
          </a:p>
        </p:txBody>
      </p:sp>
      <p:sp>
        <p:nvSpPr>
          <p:cNvPr id="136196" name="Rectangle 4"/>
          <p:cNvSpPr>
            <a:spLocks noGrp="1" noChangeArrowheads="1"/>
          </p:cNvSpPr>
          <p:nvPr>
            <p:ph type="subTitle" idx="1"/>
          </p:nvPr>
        </p:nvSpPr>
        <p:spPr>
          <a:xfrm>
            <a:off x="1132417" y="3049588"/>
            <a:ext cx="8331200" cy="2362200"/>
          </a:xfrm>
        </p:spPr>
        <p:txBody>
          <a:bodyPr/>
          <a:lstStyle>
            <a:lvl1pPr marL="0" indent="0" algn="r">
              <a:buFont typeface="Wingdings" pitchFamily="2" charset="2"/>
              <a:buNone/>
              <a:defRPr sz="3200"/>
            </a:lvl1pPr>
          </a:lstStyle>
          <a:p>
            <a:r>
              <a:rPr lang="en-US" altLang="en-US"/>
              <a:t>Click to edit Master subtitle style</a:t>
            </a:r>
          </a:p>
        </p:txBody>
      </p:sp>
      <p:sp>
        <p:nvSpPr>
          <p:cNvPr id="38" name="Rectangle 5">
            <a:extLst>
              <a:ext uri="{FF2B5EF4-FFF2-40B4-BE49-F238E27FC236}">
                <a16:creationId xmlns:a16="http://schemas.microsoft.com/office/drawing/2014/main" id="{28786C12-89CA-4A9F-A1FB-5567772605AF}"/>
              </a:ext>
            </a:extLst>
          </p:cNvPr>
          <p:cNvSpPr>
            <a:spLocks noGrp="1" noChangeArrowheads="1"/>
          </p:cNvSpPr>
          <p:nvPr>
            <p:ph type="dt" sz="half" idx="10"/>
          </p:nvPr>
        </p:nvSpPr>
        <p:spPr/>
        <p:txBody>
          <a:bodyPr/>
          <a:lstStyle>
            <a:lvl1pPr>
              <a:defRPr/>
            </a:lvl1pPr>
          </a:lstStyle>
          <a:p>
            <a:pPr>
              <a:defRPr/>
            </a:pPr>
            <a:endParaRPr lang="en-US" altLang="en-US"/>
          </a:p>
        </p:txBody>
      </p:sp>
      <p:sp>
        <p:nvSpPr>
          <p:cNvPr id="39" name="Rectangle 6">
            <a:extLst>
              <a:ext uri="{FF2B5EF4-FFF2-40B4-BE49-F238E27FC236}">
                <a16:creationId xmlns:a16="http://schemas.microsoft.com/office/drawing/2014/main" id="{09E28D82-57EB-4392-9BC9-CE04F2C060DF}"/>
              </a:ext>
            </a:extLst>
          </p:cNvPr>
          <p:cNvSpPr>
            <a:spLocks noGrp="1" noChangeArrowheads="1"/>
          </p:cNvSpPr>
          <p:nvPr>
            <p:ph type="ftr" sz="quarter" idx="11"/>
          </p:nvPr>
        </p:nvSpPr>
        <p:spPr/>
        <p:txBody>
          <a:bodyPr/>
          <a:lstStyle>
            <a:lvl1pPr>
              <a:defRPr/>
            </a:lvl1pPr>
          </a:lstStyle>
          <a:p>
            <a:pPr>
              <a:defRPr/>
            </a:pPr>
            <a:endParaRPr lang="en-US" altLang="en-US"/>
          </a:p>
        </p:txBody>
      </p:sp>
      <p:sp>
        <p:nvSpPr>
          <p:cNvPr id="40" name="Rectangle 7">
            <a:extLst>
              <a:ext uri="{FF2B5EF4-FFF2-40B4-BE49-F238E27FC236}">
                <a16:creationId xmlns:a16="http://schemas.microsoft.com/office/drawing/2014/main" id="{77230624-572F-4306-8031-4B49C12C582D}"/>
              </a:ext>
            </a:extLst>
          </p:cNvPr>
          <p:cNvSpPr>
            <a:spLocks noGrp="1" noChangeArrowheads="1"/>
          </p:cNvSpPr>
          <p:nvPr>
            <p:ph type="sldNum" sz="quarter" idx="12"/>
          </p:nvPr>
        </p:nvSpPr>
        <p:spPr/>
        <p:txBody>
          <a:bodyPr/>
          <a:lstStyle>
            <a:lvl1pPr>
              <a:defRPr/>
            </a:lvl1pPr>
          </a:lstStyle>
          <a:p>
            <a:pPr>
              <a:defRPr/>
            </a:pPr>
            <a:fld id="{996FDB70-138A-498C-9322-4DB1C5044E89}" type="slidenum">
              <a:rPr lang="en-US" altLang="en-US"/>
              <a:pPr>
                <a:defRPr/>
              </a:pPr>
              <a:t>‹#›</a:t>
            </a:fld>
            <a:endParaRPr lang="en-US" altLang="en-US"/>
          </a:p>
        </p:txBody>
      </p:sp>
    </p:spTree>
    <p:extLst>
      <p:ext uri="{BB962C8B-B14F-4D97-AF65-F5344CB8AC3E}">
        <p14:creationId xmlns:p14="http://schemas.microsoft.com/office/powerpoint/2010/main" val="2141279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1937940A-C65D-4FD3-A9CD-470E8EEA0D12}"/>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D9E1350F-E43B-49F9-A920-E5B9C9F9F851}"/>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7">
            <a:extLst>
              <a:ext uri="{FF2B5EF4-FFF2-40B4-BE49-F238E27FC236}">
                <a16:creationId xmlns:a16="http://schemas.microsoft.com/office/drawing/2014/main" id="{FB710F0D-5E4D-4592-9ADC-04A816ED2619}"/>
              </a:ext>
            </a:extLst>
          </p:cNvPr>
          <p:cNvSpPr>
            <a:spLocks noGrp="1" noChangeArrowheads="1"/>
          </p:cNvSpPr>
          <p:nvPr>
            <p:ph type="sldNum" sz="quarter" idx="12"/>
          </p:nvPr>
        </p:nvSpPr>
        <p:spPr>
          <a:ln/>
        </p:spPr>
        <p:txBody>
          <a:bodyPr/>
          <a:lstStyle>
            <a:lvl1pPr>
              <a:defRPr/>
            </a:lvl1pPr>
          </a:lstStyle>
          <a:p>
            <a:pPr>
              <a:defRPr/>
            </a:pPr>
            <a:fld id="{0687712A-E884-4374-86DA-CA03D0EEBB60}" type="slidenum">
              <a:rPr lang="en-US" altLang="en-US"/>
              <a:pPr>
                <a:defRPr/>
              </a:pPr>
              <a:t>‹#›</a:t>
            </a:fld>
            <a:endParaRPr lang="en-US" altLang="en-US"/>
          </a:p>
        </p:txBody>
      </p:sp>
    </p:spTree>
    <p:extLst>
      <p:ext uri="{BB962C8B-B14F-4D97-AF65-F5344CB8AC3E}">
        <p14:creationId xmlns:p14="http://schemas.microsoft.com/office/powerpoint/2010/main" val="735481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a:extLst>
              <a:ext uri="{FF2B5EF4-FFF2-40B4-BE49-F238E27FC236}">
                <a16:creationId xmlns:a16="http://schemas.microsoft.com/office/drawing/2014/main" id="{ECCB2EFC-72EF-4072-8865-334A834888BE}"/>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51835EF0-45E1-44C5-8DDD-AB83B1901A4B}"/>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7">
            <a:extLst>
              <a:ext uri="{FF2B5EF4-FFF2-40B4-BE49-F238E27FC236}">
                <a16:creationId xmlns:a16="http://schemas.microsoft.com/office/drawing/2014/main" id="{D99E94B8-C3A0-4C7C-BECA-C28E41C25681}"/>
              </a:ext>
            </a:extLst>
          </p:cNvPr>
          <p:cNvSpPr>
            <a:spLocks noGrp="1" noChangeArrowheads="1"/>
          </p:cNvSpPr>
          <p:nvPr>
            <p:ph type="sldNum" sz="quarter" idx="12"/>
          </p:nvPr>
        </p:nvSpPr>
        <p:spPr>
          <a:ln/>
        </p:spPr>
        <p:txBody>
          <a:bodyPr/>
          <a:lstStyle>
            <a:lvl1pPr>
              <a:defRPr/>
            </a:lvl1pPr>
          </a:lstStyle>
          <a:p>
            <a:pPr>
              <a:defRPr/>
            </a:pPr>
            <a:fld id="{1C9ADB68-2CC7-4B93-BE32-6147EC7B3839}" type="slidenum">
              <a:rPr lang="en-US" altLang="en-US"/>
              <a:pPr>
                <a:defRPr/>
              </a:pPr>
              <a:t>‹#›</a:t>
            </a:fld>
            <a:endParaRPr lang="en-US" altLang="en-US"/>
          </a:p>
        </p:txBody>
      </p:sp>
    </p:spTree>
    <p:extLst>
      <p:ext uri="{BB962C8B-B14F-4D97-AF65-F5344CB8AC3E}">
        <p14:creationId xmlns:p14="http://schemas.microsoft.com/office/powerpoint/2010/main" val="10059874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719263"/>
            <a:ext cx="53848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719263"/>
            <a:ext cx="53848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10CA26F0-72AD-43E6-B60C-3F43497E56F3}"/>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6F0F9392-D871-43BC-AB30-77DDA092F949}"/>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7">
            <a:extLst>
              <a:ext uri="{FF2B5EF4-FFF2-40B4-BE49-F238E27FC236}">
                <a16:creationId xmlns:a16="http://schemas.microsoft.com/office/drawing/2014/main" id="{9F0F7349-DC3B-4424-9C5C-DA7055EB3B88}"/>
              </a:ext>
            </a:extLst>
          </p:cNvPr>
          <p:cNvSpPr>
            <a:spLocks noGrp="1" noChangeArrowheads="1"/>
          </p:cNvSpPr>
          <p:nvPr>
            <p:ph type="sldNum" sz="quarter" idx="12"/>
          </p:nvPr>
        </p:nvSpPr>
        <p:spPr>
          <a:ln/>
        </p:spPr>
        <p:txBody>
          <a:bodyPr/>
          <a:lstStyle>
            <a:lvl1pPr>
              <a:defRPr/>
            </a:lvl1pPr>
          </a:lstStyle>
          <a:p>
            <a:pPr>
              <a:defRPr/>
            </a:pPr>
            <a:fld id="{EA21D379-C5C8-453F-9307-8775A5AAB25A}" type="slidenum">
              <a:rPr lang="en-US" altLang="en-US"/>
              <a:pPr>
                <a:defRPr/>
              </a:pPr>
              <a:t>‹#›</a:t>
            </a:fld>
            <a:endParaRPr lang="en-US" altLang="en-US"/>
          </a:p>
        </p:txBody>
      </p:sp>
    </p:spTree>
    <p:extLst>
      <p:ext uri="{BB962C8B-B14F-4D97-AF65-F5344CB8AC3E}">
        <p14:creationId xmlns:p14="http://schemas.microsoft.com/office/powerpoint/2010/main" val="38984567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9F3A8AE8-2E49-464D-9CCF-9128B0A48DE3}"/>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6">
            <a:extLst>
              <a:ext uri="{FF2B5EF4-FFF2-40B4-BE49-F238E27FC236}">
                <a16:creationId xmlns:a16="http://schemas.microsoft.com/office/drawing/2014/main" id="{E1C7C439-147F-47FD-80E4-4BC7902B1610}"/>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7">
            <a:extLst>
              <a:ext uri="{FF2B5EF4-FFF2-40B4-BE49-F238E27FC236}">
                <a16:creationId xmlns:a16="http://schemas.microsoft.com/office/drawing/2014/main" id="{42F74DE8-4A24-4A7E-A145-E353D836AAF5}"/>
              </a:ext>
            </a:extLst>
          </p:cNvPr>
          <p:cNvSpPr>
            <a:spLocks noGrp="1" noChangeArrowheads="1"/>
          </p:cNvSpPr>
          <p:nvPr>
            <p:ph type="sldNum" sz="quarter" idx="12"/>
          </p:nvPr>
        </p:nvSpPr>
        <p:spPr>
          <a:ln/>
        </p:spPr>
        <p:txBody>
          <a:bodyPr/>
          <a:lstStyle>
            <a:lvl1pPr>
              <a:defRPr/>
            </a:lvl1pPr>
          </a:lstStyle>
          <a:p>
            <a:pPr>
              <a:defRPr/>
            </a:pPr>
            <a:fld id="{1AA73A04-762F-421F-BA36-D250E709713D}" type="slidenum">
              <a:rPr lang="en-US" altLang="en-US"/>
              <a:pPr>
                <a:defRPr/>
              </a:pPr>
              <a:t>‹#›</a:t>
            </a:fld>
            <a:endParaRPr lang="en-US" altLang="en-US"/>
          </a:p>
        </p:txBody>
      </p:sp>
    </p:spTree>
    <p:extLst>
      <p:ext uri="{BB962C8B-B14F-4D97-AF65-F5344CB8AC3E}">
        <p14:creationId xmlns:p14="http://schemas.microsoft.com/office/powerpoint/2010/main" val="4130588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a:extLst>
              <a:ext uri="{FF2B5EF4-FFF2-40B4-BE49-F238E27FC236}">
                <a16:creationId xmlns:a16="http://schemas.microsoft.com/office/drawing/2014/main" id="{BA4878B8-0547-46F7-95F5-BCF59DAE64A0}"/>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FC4F884B-49F0-4491-A2EA-EA6558359381}"/>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7">
            <a:extLst>
              <a:ext uri="{FF2B5EF4-FFF2-40B4-BE49-F238E27FC236}">
                <a16:creationId xmlns:a16="http://schemas.microsoft.com/office/drawing/2014/main" id="{3457C66C-1828-4A43-A6E7-16D7765DB261}"/>
              </a:ext>
            </a:extLst>
          </p:cNvPr>
          <p:cNvSpPr>
            <a:spLocks noGrp="1" noChangeArrowheads="1"/>
          </p:cNvSpPr>
          <p:nvPr>
            <p:ph type="sldNum" sz="quarter" idx="12"/>
          </p:nvPr>
        </p:nvSpPr>
        <p:spPr>
          <a:ln/>
        </p:spPr>
        <p:txBody>
          <a:bodyPr/>
          <a:lstStyle>
            <a:lvl1pPr>
              <a:defRPr/>
            </a:lvl1pPr>
          </a:lstStyle>
          <a:p>
            <a:pPr>
              <a:defRPr/>
            </a:pPr>
            <a:fld id="{26CFA585-5345-425E-B896-27210DD6B4B0}" type="slidenum">
              <a:rPr lang="en-US" altLang="en-US"/>
              <a:pPr>
                <a:defRPr/>
              </a:pPr>
              <a:t>‹#›</a:t>
            </a:fld>
            <a:endParaRPr lang="en-US" altLang="en-US"/>
          </a:p>
        </p:txBody>
      </p:sp>
    </p:spTree>
    <p:extLst>
      <p:ext uri="{BB962C8B-B14F-4D97-AF65-F5344CB8AC3E}">
        <p14:creationId xmlns:p14="http://schemas.microsoft.com/office/powerpoint/2010/main" val="10416807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4D22AABA-7D09-4A04-B155-D2F571B0C3C5}"/>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6">
            <a:extLst>
              <a:ext uri="{FF2B5EF4-FFF2-40B4-BE49-F238E27FC236}">
                <a16:creationId xmlns:a16="http://schemas.microsoft.com/office/drawing/2014/main" id="{C52FEE63-5CDA-4B61-9CC7-52C7CA7F8B85}"/>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7">
            <a:extLst>
              <a:ext uri="{FF2B5EF4-FFF2-40B4-BE49-F238E27FC236}">
                <a16:creationId xmlns:a16="http://schemas.microsoft.com/office/drawing/2014/main" id="{2A5787E4-AC73-4680-A703-A798C141DDA9}"/>
              </a:ext>
            </a:extLst>
          </p:cNvPr>
          <p:cNvSpPr>
            <a:spLocks noGrp="1" noChangeArrowheads="1"/>
          </p:cNvSpPr>
          <p:nvPr>
            <p:ph type="sldNum" sz="quarter" idx="12"/>
          </p:nvPr>
        </p:nvSpPr>
        <p:spPr>
          <a:ln/>
        </p:spPr>
        <p:txBody>
          <a:bodyPr/>
          <a:lstStyle>
            <a:lvl1pPr>
              <a:defRPr/>
            </a:lvl1pPr>
          </a:lstStyle>
          <a:p>
            <a:pPr>
              <a:defRPr/>
            </a:pPr>
            <a:fld id="{A80F1D19-F5A2-408F-B696-8B3D2611A9DD}" type="slidenum">
              <a:rPr lang="en-US" altLang="en-US"/>
              <a:pPr>
                <a:defRPr/>
              </a:pPr>
              <a:t>‹#›</a:t>
            </a:fld>
            <a:endParaRPr lang="en-US" altLang="en-US"/>
          </a:p>
        </p:txBody>
      </p:sp>
    </p:spTree>
    <p:extLst>
      <p:ext uri="{BB962C8B-B14F-4D97-AF65-F5344CB8AC3E}">
        <p14:creationId xmlns:p14="http://schemas.microsoft.com/office/powerpoint/2010/main" val="1430970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1E6B452C-1E59-4BC3-881D-7D8580157E9E}"/>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15C16683-744A-4AD2-9492-DBED974C19DF}"/>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7">
            <a:extLst>
              <a:ext uri="{FF2B5EF4-FFF2-40B4-BE49-F238E27FC236}">
                <a16:creationId xmlns:a16="http://schemas.microsoft.com/office/drawing/2014/main" id="{E2FC1915-817A-42D2-A26C-D187A9BD73AE}"/>
              </a:ext>
            </a:extLst>
          </p:cNvPr>
          <p:cNvSpPr>
            <a:spLocks noGrp="1" noChangeArrowheads="1"/>
          </p:cNvSpPr>
          <p:nvPr>
            <p:ph type="sldNum" sz="quarter" idx="12"/>
          </p:nvPr>
        </p:nvSpPr>
        <p:spPr>
          <a:ln/>
        </p:spPr>
        <p:txBody>
          <a:bodyPr/>
          <a:lstStyle>
            <a:lvl1pPr>
              <a:defRPr/>
            </a:lvl1pPr>
          </a:lstStyle>
          <a:p>
            <a:pPr>
              <a:defRPr/>
            </a:pPr>
            <a:fld id="{1CF47CE4-6D92-4E59-9A5F-F28AEC1E7BCE}" type="slidenum">
              <a:rPr lang="en-US" altLang="en-US"/>
              <a:pPr>
                <a:defRPr/>
              </a:pPr>
              <a:t>‹#›</a:t>
            </a:fld>
            <a:endParaRPr lang="en-US" altLang="en-US"/>
          </a:p>
        </p:txBody>
      </p:sp>
    </p:spTree>
    <p:extLst>
      <p:ext uri="{BB962C8B-B14F-4D97-AF65-F5344CB8AC3E}">
        <p14:creationId xmlns:p14="http://schemas.microsoft.com/office/powerpoint/2010/main" val="3244280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94388F57-8337-47F0-9553-B52598CE94EE}"/>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13B2935E-DA2C-4A81-84DE-23B4C2562F1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7">
            <a:extLst>
              <a:ext uri="{FF2B5EF4-FFF2-40B4-BE49-F238E27FC236}">
                <a16:creationId xmlns:a16="http://schemas.microsoft.com/office/drawing/2014/main" id="{9DBABC67-90C2-4C27-BE11-133BA61FE89E}"/>
              </a:ext>
            </a:extLst>
          </p:cNvPr>
          <p:cNvSpPr>
            <a:spLocks noGrp="1" noChangeArrowheads="1"/>
          </p:cNvSpPr>
          <p:nvPr>
            <p:ph type="sldNum" sz="quarter" idx="12"/>
          </p:nvPr>
        </p:nvSpPr>
        <p:spPr>
          <a:ln/>
        </p:spPr>
        <p:txBody>
          <a:bodyPr/>
          <a:lstStyle>
            <a:lvl1pPr>
              <a:defRPr/>
            </a:lvl1pPr>
          </a:lstStyle>
          <a:p>
            <a:pPr>
              <a:defRPr/>
            </a:pPr>
            <a:fld id="{E62F1DD2-346D-499B-9973-59C940EC552B}" type="slidenum">
              <a:rPr lang="en-US" altLang="en-US"/>
              <a:pPr>
                <a:defRPr/>
              </a:pPr>
              <a:t>‹#›</a:t>
            </a:fld>
            <a:endParaRPr lang="en-US" altLang="en-US"/>
          </a:p>
        </p:txBody>
      </p:sp>
    </p:spTree>
    <p:extLst>
      <p:ext uri="{BB962C8B-B14F-4D97-AF65-F5344CB8AC3E}">
        <p14:creationId xmlns:p14="http://schemas.microsoft.com/office/powerpoint/2010/main" val="9304247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D64C6DA0-FB4C-4008-94C0-97F4FBBCFCDB}"/>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3DE71E8A-03DC-4FF6-8E04-5B32D7884F84}"/>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7">
            <a:extLst>
              <a:ext uri="{FF2B5EF4-FFF2-40B4-BE49-F238E27FC236}">
                <a16:creationId xmlns:a16="http://schemas.microsoft.com/office/drawing/2014/main" id="{0163EA32-1870-4230-905E-7BB3B151F2D6}"/>
              </a:ext>
            </a:extLst>
          </p:cNvPr>
          <p:cNvSpPr>
            <a:spLocks noGrp="1" noChangeArrowheads="1"/>
          </p:cNvSpPr>
          <p:nvPr>
            <p:ph type="sldNum" sz="quarter" idx="12"/>
          </p:nvPr>
        </p:nvSpPr>
        <p:spPr>
          <a:ln/>
        </p:spPr>
        <p:txBody>
          <a:bodyPr/>
          <a:lstStyle>
            <a:lvl1pPr>
              <a:defRPr/>
            </a:lvl1pPr>
          </a:lstStyle>
          <a:p>
            <a:pPr>
              <a:defRPr/>
            </a:pPr>
            <a:fld id="{CA56B3BA-A18D-4B0A-975D-CB3CFF22F518}" type="slidenum">
              <a:rPr lang="en-US" altLang="en-US"/>
              <a:pPr>
                <a:defRPr/>
              </a:pPr>
              <a:t>‹#›</a:t>
            </a:fld>
            <a:endParaRPr lang="en-US" altLang="en-US"/>
          </a:p>
        </p:txBody>
      </p:sp>
    </p:spTree>
    <p:extLst>
      <p:ext uri="{BB962C8B-B14F-4D97-AF65-F5344CB8AC3E}">
        <p14:creationId xmlns:p14="http://schemas.microsoft.com/office/powerpoint/2010/main" val="3746979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22239"/>
            <a:ext cx="2743200" cy="60086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122239"/>
            <a:ext cx="80264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8B2B386B-F87D-4265-AD02-AD3703DCF29A}"/>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61437276-2068-42C8-93E6-DE48470FFECD}"/>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7">
            <a:extLst>
              <a:ext uri="{FF2B5EF4-FFF2-40B4-BE49-F238E27FC236}">
                <a16:creationId xmlns:a16="http://schemas.microsoft.com/office/drawing/2014/main" id="{63EE73A0-A4CD-4D19-82D8-905CFB64B9AA}"/>
              </a:ext>
            </a:extLst>
          </p:cNvPr>
          <p:cNvSpPr>
            <a:spLocks noGrp="1" noChangeArrowheads="1"/>
          </p:cNvSpPr>
          <p:nvPr>
            <p:ph type="sldNum" sz="quarter" idx="12"/>
          </p:nvPr>
        </p:nvSpPr>
        <p:spPr>
          <a:ln/>
        </p:spPr>
        <p:txBody>
          <a:bodyPr/>
          <a:lstStyle>
            <a:lvl1pPr>
              <a:defRPr/>
            </a:lvl1pPr>
          </a:lstStyle>
          <a:p>
            <a:pPr>
              <a:defRPr/>
            </a:pPr>
            <a:fld id="{09D9A873-1971-40A5-BF3A-51659587021F}" type="slidenum">
              <a:rPr lang="en-US" altLang="en-US"/>
              <a:pPr>
                <a:defRPr/>
              </a:pPr>
              <a:t>‹#›</a:t>
            </a:fld>
            <a:endParaRPr lang="en-US" altLang="en-US"/>
          </a:p>
        </p:txBody>
      </p:sp>
    </p:spTree>
    <p:extLst>
      <p:ext uri="{BB962C8B-B14F-4D97-AF65-F5344CB8AC3E}">
        <p14:creationId xmlns:p14="http://schemas.microsoft.com/office/powerpoint/2010/main" val="2847557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a:extLst>
              <a:ext uri="{FF2B5EF4-FFF2-40B4-BE49-F238E27FC236}">
                <a16:creationId xmlns:a16="http://schemas.microsoft.com/office/drawing/2014/main" id="{C0E4AEAD-D670-45E5-95E1-E825329103BF}"/>
              </a:ext>
            </a:extLst>
          </p:cNvPr>
          <p:cNvSpPr>
            <a:spLocks noChangeShapeType="1"/>
          </p:cNvSpPr>
          <p:nvPr/>
        </p:nvSpPr>
        <p:spPr bwMode="auto">
          <a:xfrm>
            <a:off x="10617200" y="152400"/>
            <a:ext cx="0" cy="152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27" name="Rectangle 3">
            <a:extLst>
              <a:ext uri="{FF2B5EF4-FFF2-40B4-BE49-F238E27FC236}">
                <a16:creationId xmlns:a16="http://schemas.microsoft.com/office/drawing/2014/main" id="{EF26F4FA-6626-4B19-B10A-16B1856D525C}"/>
              </a:ext>
            </a:extLst>
          </p:cNvPr>
          <p:cNvSpPr>
            <a:spLocks noGrp="1" noChangeArrowheads="1"/>
          </p:cNvSpPr>
          <p:nvPr>
            <p:ph type="title"/>
          </p:nvPr>
        </p:nvSpPr>
        <p:spPr bwMode="auto">
          <a:xfrm>
            <a:off x="609600" y="122238"/>
            <a:ext cx="100584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6F90AEBF-AD56-47FA-BA25-E27836218151}"/>
              </a:ext>
            </a:extLst>
          </p:cNvPr>
          <p:cNvSpPr>
            <a:spLocks noGrp="1" noChangeArrowheads="1"/>
          </p:cNvSpPr>
          <p:nvPr>
            <p:ph type="body" idx="1"/>
          </p:nvPr>
        </p:nvSpPr>
        <p:spPr bwMode="auto">
          <a:xfrm>
            <a:off x="609600" y="1719263"/>
            <a:ext cx="109728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35173" name="Rectangle 5">
            <a:extLst>
              <a:ext uri="{FF2B5EF4-FFF2-40B4-BE49-F238E27FC236}">
                <a16:creationId xmlns:a16="http://schemas.microsoft.com/office/drawing/2014/main" id="{CAFC5BB0-4274-4BFF-9D31-CBB2C6070BDB}"/>
              </a:ext>
            </a:extLst>
          </p:cNvPr>
          <p:cNvSpPr>
            <a:spLocks noGrp="1" noChangeArrowheads="1"/>
          </p:cNvSpPr>
          <p:nvPr>
            <p:ph type="dt" sz="half" idx="2"/>
          </p:nvPr>
        </p:nvSpPr>
        <p:spPr bwMode="auto">
          <a:xfrm>
            <a:off x="609600" y="6248400"/>
            <a:ext cx="2844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latin typeface="Arial" charset="0"/>
              </a:defRPr>
            </a:lvl1pPr>
          </a:lstStyle>
          <a:p>
            <a:pPr>
              <a:defRPr/>
            </a:pPr>
            <a:endParaRPr lang="en-US" altLang="en-US"/>
          </a:p>
        </p:txBody>
      </p:sp>
      <p:sp>
        <p:nvSpPr>
          <p:cNvPr id="135174" name="Rectangle 6">
            <a:extLst>
              <a:ext uri="{FF2B5EF4-FFF2-40B4-BE49-F238E27FC236}">
                <a16:creationId xmlns:a16="http://schemas.microsoft.com/office/drawing/2014/main" id="{A12FA488-0923-4E35-B51F-EAABF5F80247}"/>
              </a:ext>
            </a:extLst>
          </p:cNvPr>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latin typeface="Arial" charset="0"/>
              </a:defRPr>
            </a:lvl1pPr>
          </a:lstStyle>
          <a:p>
            <a:pPr>
              <a:defRPr/>
            </a:pPr>
            <a:endParaRPr lang="en-US" altLang="en-US"/>
          </a:p>
        </p:txBody>
      </p:sp>
      <p:sp>
        <p:nvSpPr>
          <p:cNvPr id="135175" name="Rectangle 7">
            <a:extLst>
              <a:ext uri="{FF2B5EF4-FFF2-40B4-BE49-F238E27FC236}">
                <a16:creationId xmlns:a16="http://schemas.microsoft.com/office/drawing/2014/main" id="{41598223-F513-4CCD-9145-13062AC363E0}"/>
              </a:ext>
            </a:extLst>
          </p:cNvPr>
          <p:cNvSpPr>
            <a:spLocks noGrp="1" noChangeArrowheads="1"/>
          </p:cNvSpPr>
          <p:nvPr>
            <p:ph type="sldNum" sz="quarter" idx="4"/>
          </p:nvPr>
        </p:nvSpPr>
        <p:spPr bwMode="auto">
          <a:xfrm>
            <a:off x="8737600" y="6248400"/>
            <a:ext cx="2844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vl1pPr>
          </a:lstStyle>
          <a:p>
            <a:pPr>
              <a:defRPr/>
            </a:pPr>
            <a:fld id="{8D05CB04-53BB-4CB0-90E5-58EF3E59FDED}" type="slidenum">
              <a:rPr lang="en-US" altLang="en-US"/>
              <a:pPr>
                <a:defRPr/>
              </a:pPr>
              <a:t>‹#›</a:t>
            </a:fld>
            <a:endParaRPr lang="en-US" altLang="en-US"/>
          </a:p>
        </p:txBody>
      </p:sp>
      <p:grpSp>
        <p:nvGrpSpPr>
          <p:cNvPr id="1032" name="Group 8">
            <a:extLst>
              <a:ext uri="{FF2B5EF4-FFF2-40B4-BE49-F238E27FC236}">
                <a16:creationId xmlns:a16="http://schemas.microsoft.com/office/drawing/2014/main" id="{8EA85A1C-C7CC-4C8C-AF30-96AA62A7B177}"/>
              </a:ext>
            </a:extLst>
          </p:cNvPr>
          <p:cNvGrpSpPr>
            <a:grpSpLocks/>
          </p:cNvGrpSpPr>
          <p:nvPr/>
        </p:nvGrpSpPr>
        <p:grpSpPr bwMode="auto">
          <a:xfrm>
            <a:off x="10871201" y="152400"/>
            <a:ext cx="1056217" cy="1295400"/>
            <a:chOff x="5136" y="960"/>
            <a:chExt cx="528" cy="864"/>
          </a:xfrm>
        </p:grpSpPr>
        <p:sp>
          <p:nvSpPr>
            <p:cNvPr id="1033" name="Oval 9">
              <a:extLst>
                <a:ext uri="{FF2B5EF4-FFF2-40B4-BE49-F238E27FC236}">
                  <a16:creationId xmlns:a16="http://schemas.microsoft.com/office/drawing/2014/main" id="{2871DCC8-7C1B-4562-BD82-47B6BB6C3766}"/>
                </a:ext>
              </a:extLst>
            </p:cNvPr>
            <p:cNvSpPr>
              <a:spLocks noChangeArrowheads="1"/>
            </p:cNvSpPr>
            <p:nvPr/>
          </p:nvSpPr>
          <p:spPr bwMode="auto">
            <a:xfrm>
              <a:off x="5136" y="960"/>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34" name="Oval 10">
              <a:extLst>
                <a:ext uri="{FF2B5EF4-FFF2-40B4-BE49-F238E27FC236}">
                  <a16:creationId xmlns:a16="http://schemas.microsoft.com/office/drawing/2014/main" id="{38D4CA09-D378-426C-9E82-4D2194EA886B}"/>
                </a:ext>
              </a:extLst>
            </p:cNvPr>
            <p:cNvSpPr>
              <a:spLocks noChangeArrowheads="1"/>
            </p:cNvSpPr>
            <p:nvPr/>
          </p:nvSpPr>
          <p:spPr bwMode="auto">
            <a:xfrm>
              <a:off x="5248" y="960"/>
              <a:ext cx="79"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35" name="Oval 11">
              <a:extLst>
                <a:ext uri="{FF2B5EF4-FFF2-40B4-BE49-F238E27FC236}">
                  <a16:creationId xmlns:a16="http://schemas.microsoft.com/office/drawing/2014/main" id="{1EB03C65-C0AA-4219-87EE-63BB4A035AC2}"/>
                </a:ext>
              </a:extLst>
            </p:cNvPr>
            <p:cNvSpPr>
              <a:spLocks noChangeArrowheads="1"/>
            </p:cNvSpPr>
            <p:nvPr/>
          </p:nvSpPr>
          <p:spPr bwMode="auto">
            <a:xfrm>
              <a:off x="5360" y="960"/>
              <a:ext cx="76"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36" name="Oval 12">
              <a:extLst>
                <a:ext uri="{FF2B5EF4-FFF2-40B4-BE49-F238E27FC236}">
                  <a16:creationId xmlns:a16="http://schemas.microsoft.com/office/drawing/2014/main" id="{7F416F8F-77B8-45DA-B44C-E8F1F7AA52A9}"/>
                </a:ext>
              </a:extLst>
            </p:cNvPr>
            <p:cNvSpPr>
              <a:spLocks noChangeArrowheads="1"/>
            </p:cNvSpPr>
            <p:nvPr/>
          </p:nvSpPr>
          <p:spPr bwMode="auto">
            <a:xfrm>
              <a:off x="5136" y="1072"/>
              <a:ext cx="80"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37" name="Oval 13">
              <a:extLst>
                <a:ext uri="{FF2B5EF4-FFF2-40B4-BE49-F238E27FC236}">
                  <a16:creationId xmlns:a16="http://schemas.microsoft.com/office/drawing/2014/main" id="{FE64113E-1A86-44F1-80B6-92D8DC77CE44}"/>
                </a:ext>
              </a:extLst>
            </p:cNvPr>
            <p:cNvSpPr>
              <a:spLocks noChangeArrowheads="1"/>
            </p:cNvSpPr>
            <p:nvPr/>
          </p:nvSpPr>
          <p:spPr bwMode="auto">
            <a:xfrm>
              <a:off x="5248" y="1072"/>
              <a:ext cx="79"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38" name="Oval 14">
              <a:extLst>
                <a:ext uri="{FF2B5EF4-FFF2-40B4-BE49-F238E27FC236}">
                  <a16:creationId xmlns:a16="http://schemas.microsoft.com/office/drawing/2014/main" id="{C7A3AC14-6DFC-448D-B934-4C94155D4098}"/>
                </a:ext>
              </a:extLst>
            </p:cNvPr>
            <p:cNvSpPr>
              <a:spLocks noChangeArrowheads="1"/>
            </p:cNvSpPr>
            <p:nvPr/>
          </p:nvSpPr>
          <p:spPr bwMode="auto">
            <a:xfrm>
              <a:off x="5360" y="1072"/>
              <a:ext cx="76"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39" name="Oval 15">
              <a:extLst>
                <a:ext uri="{FF2B5EF4-FFF2-40B4-BE49-F238E27FC236}">
                  <a16:creationId xmlns:a16="http://schemas.microsoft.com/office/drawing/2014/main" id="{80659BD3-3446-4410-8BE8-592C5D444246}"/>
                </a:ext>
              </a:extLst>
            </p:cNvPr>
            <p:cNvSpPr>
              <a:spLocks noChangeArrowheads="1"/>
            </p:cNvSpPr>
            <p:nvPr/>
          </p:nvSpPr>
          <p:spPr bwMode="auto">
            <a:xfrm>
              <a:off x="5472" y="1072"/>
              <a:ext cx="74" cy="7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40" name="Oval 16">
              <a:extLst>
                <a:ext uri="{FF2B5EF4-FFF2-40B4-BE49-F238E27FC236}">
                  <a16:creationId xmlns:a16="http://schemas.microsoft.com/office/drawing/2014/main" id="{5BD17433-5B87-4C18-A99E-53548CDD5C47}"/>
                </a:ext>
              </a:extLst>
            </p:cNvPr>
            <p:cNvSpPr>
              <a:spLocks noChangeArrowheads="1"/>
            </p:cNvSpPr>
            <p:nvPr/>
          </p:nvSpPr>
          <p:spPr bwMode="auto">
            <a:xfrm>
              <a:off x="5136" y="1184"/>
              <a:ext cx="80" cy="74"/>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41" name="Oval 17">
              <a:extLst>
                <a:ext uri="{FF2B5EF4-FFF2-40B4-BE49-F238E27FC236}">
                  <a16:creationId xmlns:a16="http://schemas.microsoft.com/office/drawing/2014/main" id="{D2E5BD2D-01FE-4148-9884-8553CED7068E}"/>
                </a:ext>
              </a:extLst>
            </p:cNvPr>
            <p:cNvSpPr>
              <a:spLocks noChangeArrowheads="1"/>
            </p:cNvSpPr>
            <p:nvPr/>
          </p:nvSpPr>
          <p:spPr bwMode="auto">
            <a:xfrm>
              <a:off x="5248" y="1184"/>
              <a:ext cx="79" cy="74"/>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42" name="Oval 18">
              <a:extLst>
                <a:ext uri="{FF2B5EF4-FFF2-40B4-BE49-F238E27FC236}">
                  <a16:creationId xmlns:a16="http://schemas.microsoft.com/office/drawing/2014/main" id="{C61D2C21-11F8-44F3-A206-41D3FF4DB2B2}"/>
                </a:ext>
              </a:extLst>
            </p:cNvPr>
            <p:cNvSpPr>
              <a:spLocks noChangeArrowheads="1"/>
            </p:cNvSpPr>
            <p:nvPr/>
          </p:nvSpPr>
          <p:spPr bwMode="auto">
            <a:xfrm>
              <a:off x="5360" y="1184"/>
              <a:ext cx="76" cy="74"/>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43" name="Oval 19">
              <a:extLst>
                <a:ext uri="{FF2B5EF4-FFF2-40B4-BE49-F238E27FC236}">
                  <a16:creationId xmlns:a16="http://schemas.microsoft.com/office/drawing/2014/main" id="{E929C9A9-FC49-45A5-A344-4653635C5516}"/>
                </a:ext>
              </a:extLst>
            </p:cNvPr>
            <p:cNvSpPr>
              <a:spLocks noChangeArrowheads="1"/>
            </p:cNvSpPr>
            <p:nvPr/>
          </p:nvSpPr>
          <p:spPr bwMode="auto">
            <a:xfrm>
              <a:off x="5472" y="1184"/>
              <a:ext cx="74" cy="74"/>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44" name="Oval 20">
              <a:extLst>
                <a:ext uri="{FF2B5EF4-FFF2-40B4-BE49-F238E27FC236}">
                  <a16:creationId xmlns:a16="http://schemas.microsoft.com/office/drawing/2014/main" id="{0A87E4B4-8314-42AA-A231-9499FD0948EF}"/>
                </a:ext>
              </a:extLst>
            </p:cNvPr>
            <p:cNvSpPr>
              <a:spLocks noChangeArrowheads="1"/>
            </p:cNvSpPr>
            <p:nvPr/>
          </p:nvSpPr>
          <p:spPr bwMode="auto">
            <a:xfrm>
              <a:off x="5584" y="1184"/>
              <a:ext cx="80" cy="74"/>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45" name="Oval 21">
              <a:extLst>
                <a:ext uri="{FF2B5EF4-FFF2-40B4-BE49-F238E27FC236}">
                  <a16:creationId xmlns:a16="http://schemas.microsoft.com/office/drawing/2014/main" id="{D0CE4D21-E4D6-4100-AC47-4C1713F34AAA}"/>
                </a:ext>
              </a:extLst>
            </p:cNvPr>
            <p:cNvSpPr>
              <a:spLocks noChangeArrowheads="1"/>
            </p:cNvSpPr>
            <p:nvPr/>
          </p:nvSpPr>
          <p:spPr bwMode="auto">
            <a:xfrm>
              <a:off x="5136" y="1296"/>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46" name="Oval 22">
              <a:extLst>
                <a:ext uri="{FF2B5EF4-FFF2-40B4-BE49-F238E27FC236}">
                  <a16:creationId xmlns:a16="http://schemas.microsoft.com/office/drawing/2014/main" id="{1C0B9C46-1ACE-417B-BA97-834556312971}"/>
                </a:ext>
              </a:extLst>
            </p:cNvPr>
            <p:cNvSpPr>
              <a:spLocks noChangeArrowheads="1"/>
            </p:cNvSpPr>
            <p:nvPr/>
          </p:nvSpPr>
          <p:spPr bwMode="auto">
            <a:xfrm>
              <a:off x="5248" y="1296"/>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47" name="Oval 23">
              <a:extLst>
                <a:ext uri="{FF2B5EF4-FFF2-40B4-BE49-F238E27FC236}">
                  <a16:creationId xmlns:a16="http://schemas.microsoft.com/office/drawing/2014/main" id="{01D8F8AA-AA78-421F-9C42-A6127394C5F5}"/>
                </a:ext>
              </a:extLst>
            </p:cNvPr>
            <p:cNvSpPr>
              <a:spLocks noChangeArrowheads="1"/>
            </p:cNvSpPr>
            <p:nvPr/>
          </p:nvSpPr>
          <p:spPr bwMode="auto">
            <a:xfrm>
              <a:off x="5360" y="1296"/>
              <a:ext cx="76"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48" name="Oval 24">
              <a:extLst>
                <a:ext uri="{FF2B5EF4-FFF2-40B4-BE49-F238E27FC236}">
                  <a16:creationId xmlns:a16="http://schemas.microsoft.com/office/drawing/2014/main" id="{088CFE60-175D-4B61-9C13-0900DE380FC2}"/>
                </a:ext>
              </a:extLst>
            </p:cNvPr>
            <p:cNvSpPr>
              <a:spLocks noChangeArrowheads="1"/>
            </p:cNvSpPr>
            <p:nvPr/>
          </p:nvSpPr>
          <p:spPr bwMode="auto">
            <a:xfrm>
              <a:off x="5472" y="1296"/>
              <a:ext cx="74"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49" name="Oval 25">
              <a:extLst>
                <a:ext uri="{FF2B5EF4-FFF2-40B4-BE49-F238E27FC236}">
                  <a16:creationId xmlns:a16="http://schemas.microsoft.com/office/drawing/2014/main" id="{20FC498B-B9B3-49EF-9149-3CE61EED7CF7}"/>
                </a:ext>
              </a:extLst>
            </p:cNvPr>
            <p:cNvSpPr>
              <a:spLocks noChangeArrowheads="1"/>
            </p:cNvSpPr>
            <p:nvPr/>
          </p:nvSpPr>
          <p:spPr bwMode="auto">
            <a:xfrm>
              <a:off x="5136" y="1408"/>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50" name="Oval 26">
              <a:extLst>
                <a:ext uri="{FF2B5EF4-FFF2-40B4-BE49-F238E27FC236}">
                  <a16:creationId xmlns:a16="http://schemas.microsoft.com/office/drawing/2014/main" id="{BE302B23-7644-4259-B957-36E4CAF0D7CF}"/>
                </a:ext>
              </a:extLst>
            </p:cNvPr>
            <p:cNvSpPr>
              <a:spLocks noChangeArrowheads="1"/>
            </p:cNvSpPr>
            <p:nvPr/>
          </p:nvSpPr>
          <p:spPr bwMode="auto">
            <a:xfrm>
              <a:off x="5248" y="1408"/>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51" name="Oval 27">
              <a:extLst>
                <a:ext uri="{FF2B5EF4-FFF2-40B4-BE49-F238E27FC236}">
                  <a16:creationId xmlns:a16="http://schemas.microsoft.com/office/drawing/2014/main" id="{CB1D4B49-CFE8-49DF-BE65-5B634A957149}"/>
                </a:ext>
              </a:extLst>
            </p:cNvPr>
            <p:cNvSpPr>
              <a:spLocks noChangeArrowheads="1"/>
            </p:cNvSpPr>
            <p:nvPr/>
          </p:nvSpPr>
          <p:spPr bwMode="auto">
            <a:xfrm>
              <a:off x="5360" y="1408"/>
              <a:ext cx="76"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52" name="Oval 28">
              <a:extLst>
                <a:ext uri="{FF2B5EF4-FFF2-40B4-BE49-F238E27FC236}">
                  <a16:creationId xmlns:a16="http://schemas.microsoft.com/office/drawing/2014/main" id="{0D58A20D-3F29-4449-97E6-09B576C0F8EB}"/>
                </a:ext>
              </a:extLst>
            </p:cNvPr>
            <p:cNvSpPr>
              <a:spLocks noChangeArrowheads="1"/>
            </p:cNvSpPr>
            <p:nvPr/>
          </p:nvSpPr>
          <p:spPr bwMode="auto">
            <a:xfrm>
              <a:off x="5472" y="1408"/>
              <a:ext cx="74"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53" name="Oval 29">
              <a:extLst>
                <a:ext uri="{FF2B5EF4-FFF2-40B4-BE49-F238E27FC236}">
                  <a16:creationId xmlns:a16="http://schemas.microsoft.com/office/drawing/2014/main" id="{4A07F6B1-B9DB-4A4E-95E9-D58EFA1BCC60}"/>
                </a:ext>
              </a:extLst>
            </p:cNvPr>
            <p:cNvSpPr>
              <a:spLocks noChangeArrowheads="1"/>
            </p:cNvSpPr>
            <p:nvPr/>
          </p:nvSpPr>
          <p:spPr bwMode="auto">
            <a:xfrm>
              <a:off x="5584" y="1408"/>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54" name="Oval 30">
              <a:extLst>
                <a:ext uri="{FF2B5EF4-FFF2-40B4-BE49-F238E27FC236}">
                  <a16:creationId xmlns:a16="http://schemas.microsoft.com/office/drawing/2014/main" id="{7429FCD6-52B0-43E4-B343-86ED96E5C90C}"/>
                </a:ext>
              </a:extLst>
            </p:cNvPr>
            <p:cNvSpPr>
              <a:spLocks noChangeArrowheads="1"/>
            </p:cNvSpPr>
            <p:nvPr/>
          </p:nvSpPr>
          <p:spPr bwMode="auto">
            <a:xfrm>
              <a:off x="5136" y="1520"/>
              <a:ext cx="80" cy="79"/>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55" name="Oval 31">
              <a:extLst>
                <a:ext uri="{FF2B5EF4-FFF2-40B4-BE49-F238E27FC236}">
                  <a16:creationId xmlns:a16="http://schemas.microsoft.com/office/drawing/2014/main" id="{4DC0945D-66B4-4656-98F4-E51EF3DAEB92}"/>
                </a:ext>
              </a:extLst>
            </p:cNvPr>
            <p:cNvSpPr>
              <a:spLocks noChangeArrowheads="1"/>
            </p:cNvSpPr>
            <p:nvPr/>
          </p:nvSpPr>
          <p:spPr bwMode="auto">
            <a:xfrm>
              <a:off x="5248" y="1520"/>
              <a:ext cx="79"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56" name="Oval 32">
              <a:extLst>
                <a:ext uri="{FF2B5EF4-FFF2-40B4-BE49-F238E27FC236}">
                  <a16:creationId xmlns:a16="http://schemas.microsoft.com/office/drawing/2014/main" id="{7E6CBCFC-BCCE-4617-8C47-540EBD37282B}"/>
                </a:ext>
              </a:extLst>
            </p:cNvPr>
            <p:cNvSpPr>
              <a:spLocks noChangeArrowheads="1"/>
            </p:cNvSpPr>
            <p:nvPr/>
          </p:nvSpPr>
          <p:spPr bwMode="auto">
            <a:xfrm>
              <a:off x="5360" y="1520"/>
              <a:ext cx="76"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57" name="Oval 33">
              <a:extLst>
                <a:ext uri="{FF2B5EF4-FFF2-40B4-BE49-F238E27FC236}">
                  <a16:creationId xmlns:a16="http://schemas.microsoft.com/office/drawing/2014/main" id="{C0B727DE-7242-4843-8501-B7EF1631AE6D}"/>
                </a:ext>
              </a:extLst>
            </p:cNvPr>
            <p:cNvSpPr>
              <a:spLocks noChangeArrowheads="1"/>
            </p:cNvSpPr>
            <p:nvPr/>
          </p:nvSpPr>
          <p:spPr bwMode="auto">
            <a:xfrm>
              <a:off x="5472" y="1520"/>
              <a:ext cx="74" cy="79"/>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58" name="Oval 34">
              <a:extLst>
                <a:ext uri="{FF2B5EF4-FFF2-40B4-BE49-F238E27FC236}">
                  <a16:creationId xmlns:a16="http://schemas.microsoft.com/office/drawing/2014/main" id="{B2318499-D472-44E6-98EE-4C5F5C945A8E}"/>
                </a:ext>
              </a:extLst>
            </p:cNvPr>
            <p:cNvSpPr>
              <a:spLocks noChangeArrowheads="1"/>
            </p:cNvSpPr>
            <p:nvPr/>
          </p:nvSpPr>
          <p:spPr bwMode="auto">
            <a:xfrm>
              <a:off x="5136" y="1632"/>
              <a:ext cx="80"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59" name="Oval 35">
              <a:extLst>
                <a:ext uri="{FF2B5EF4-FFF2-40B4-BE49-F238E27FC236}">
                  <a16:creationId xmlns:a16="http://schemas.microsoft.com/office/drawing/2014/main" id="{90CFCC31-7EE4-4F62-8DC0-86B5E2BB23E4}"/>
                </a:ext>
              </a:extLst>
            </p:cNvPr>
            <p:cNvSpPr>
              <a:spLocks noChangeArrowheads="1"/>
            </p:cNvSpPr>
            <p:nvPr/>
          </p:nvSpPr>
          <p:spPr bwMode="auto">
            <a:xfrm>
              <a:off x="5248" y="1632"/>
              <a:ext cx="79"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60" name="Oval 36">
              <a:extLst>
                <a:ext uri="{FF2B5EF4-FFF2-40B4-BE49-F238E27FC236}">
                  <a16:creationId xmlns:a16="http://schemas.microsoft.com/office/drawing/2014/main" id="{2221E1D2-C342-4917-8E09-8AD8613F0DE8}"/>
                </a:ext>
              </a:extLst>
            </p:cNvPr>
            <p:cNvSpPr>
              <a:spLocks noChangeArrowheads="1"/>
            </p:cNvSpPr>
            <p:nvPr/>
          </p:nvSpPr>
          <p:spPr bwMode="auto">
            <a:xfrm>
              <a:off x="5360" y="1632"/>
              <a:ext cx="76"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61" name="Oval 37">
              <a:extLst>
                <a:ext uri="{FF2B5EF4-FFF2-40B4-BE49-F238E27FC236}">
                  <a16:creationId xmlns:a16="http://schemas.microsoft.com/office/drawing/2014/main" id="{8ACCB499-F281-4128-94E5-2E49D9F116D5}"/>
                </a:ext>
              </a:extLst>
            </p:cNvPr>
            <p:cNvSpPr>
              <a:spLocks noChangeArrowheads="1"/>
            </p:cNvSpPr>
            <p:nvPr/>
          </p:nvSpPr>
          <p:spPr bwMode="auto">
            <a:xfrm>
              <a:off x="5472" y="1632"/>
              <a:ext cx="74"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62" name="Oval 38">
              <a:extLst>
                <a:ext uri="{FF2B5EF4-FFF2-40B4-BE49-F238E27FC236}">
                  <a16:creationId xmlns:a16="http://schemas.microsoft.com/office/drawing/2014/main" id="{64400BBF-ED58-48CD-BD99-142CA0C2B186}"/>
                </a:ext>
              </a:extLst>
            </p:cNvPr>
            <p:cNvSpPr>
              <a:spLocks noChangeArrowheads="1"/>
            </p:cNvSpPr>
            <p:nvPr/>
          </p:nvSpPr>
          <p:spPr bwMode="auto">
            <a:xfrm>
              <a:off x="5248" y="1744"/>
              <a:ext cx="79"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63" name="Oval 39">
              <a:extLst>
                <a:ext uri="{FF2B5EF4-FFF2-40B4-BE49-F238E27FC236}">
                  <a16:creationId xmlns:a16="http://schemas.microsoft.com/office/drawing/2014/main" id="{508BFA02-8496-4232-8312-7193D21D22B1}"/>
                </a:ext>
              </a:extLst>
            </p:cNvPr>
            <p:cNvSpPr>
              <a:spLocks noChangeArrowheads="1"/>
            </p:cNvSpPr>
            <p:nvPr/>
          </p:nvSpPr>
          <p:spPr bwMode="auto">
            <a:xfrm>
              <a:off x="5472" y="1744"/>
              <a:ext cx="74"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grpSp>
    </p:spTree>
  </p:cSld>
  <p:clrMap bg1="lt1" tx1="dk1" bg2="lt2" tx2="dk2" accent1="accent1" accent2="accent2" accent3="accent3" accent4="accent4" accent5="accent5" accent6="accent6" hlink="hlink" folHlink="folHlink"/>
  <p:sldLayoutIdLst>
    <p:sldLayoutId id="2147483836" r:id="rId1"/>
    <p:sldLayoutId id="2147483826" r:id="rId2"/>
    <p:sldLayoutId id="2147483827" r:id="rId3"/>
    <p:sldLayoutId id="2147483828" r:id="rId4"/>
    <p:sldLayoutId id="2147483829" r:id="rId5"/>
    <p:sldLayoutId id="2147483830" r:id="rId6"/>
    <p:sldLayoutId id="2147483831" r:id="rId7"/>
    <p:sldLayoutId id="2147483832" r:id="rId8"/>
    <p:sldLayoutId id="2147483833" r:id="rId9"/>
    <p:sldLayoutId id="2147483834" r:id="rId10"/>
    <p:sldLayoutId id="2147483835" r:id="rId11"/>
  </p:sldLayoutIdLst>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charset="0"/>
        </a:defRPr>
      </a:lvl2pPr>
      <a:lvl3pPr algn="l" rtl="0" eaLnBrk="0" fontAlgn="base" hangingPunct="0">
        <a:spcBef>
          <a:spcPct val="0"/>
        </a:spcBef>
        <a:spcAft>
          <a:spcPct val="0"/>
        </a:spcAft>
        <a:defRPr sz="3900" b="1">
          <a:solidFill>
            <a:schemeClr val="tx2"/>
          </a:solidFill>
          <a:latin typeface="Arial" charset="0"/>
        </a:defRPr>
      </a:lvl3pPr>
      <a:lvl4pPr algn="l" rtl="0" eaLnBrk="0" fontAlgn="base" hangingPunct="0">
        <a:spcBef>
          <a:spcPct val="0"/>
        </a:spcBef>
        <a:spcAft>
          <a:spcPct val="0"/>
        </a:spcAft>
        <a:defRPr sz="3900" b="1">
          <a:solidFill>
            <a:schemeClr val="tx2"/>
          </a:solidFill>
          <a:latin typeface="Arial" charset="0"/>
        </a:defRPr>
      </a:lvl4pPr>
      <a:lvl5pPr algn="l" rtl="0" eaLnBrk="0" fontAlgn="base" hangingPunct="0">
        <a:spcBef>
          <a:spcPct val="0"/>
        </a:spcBef>
        <a:spcAft>
          <a:spcPct val="0"/>
        </a:spcAft>
        <a:defRPr sz="3900" b="1">
          <a:solidFill>
            <a:schemeClr val="tx2"/>
          </a:solidFill>
          <a:latin typeface="Arial" charset="0"/>
        </a:defRPr>
      </a:lvl5pPr>
      <a:lvl6pPr marL="457200" algn="l" rtl="0" fontAlgn="base">
        <a:spcBef>
          <a:spcPct val="0"/>
        </a:spcBef>
        <a:spcAft>
          <a:spcPct val="0"/>
        </a:spcAft>
        <a:defRPr sz="3900" b="1">
          <a:solidFill>
            <a:schemeClr val="tx2"/>
          </a:solidFill>
          <a:latin typeface="Arial" charset="0"/>
        </a:defRPr>
      </a:lvl6pPr>
      <a:lvl7pPr marL="914400" algn="l" rtl="0" fontAlgn="base">
        <a:spcBef>
          <a:spcPct val="0"/>
        </a:spcBef>
        <a:spcAft>
          <a:spcPct val="0"/>
        </a:spcAft>
        <a:defRPr sz="3900" b="1">
          <a:solidFill>
            <a:schemeClr val="tx2"/>
          </a:solidFill>
          <a:latin typeface="Arial" charset="0"/>
        </a:defRPr>
      </a:lvl7pPr>
      <a:lvl8pPr marL="1371600" algn="l" rtl="0" fontAlgn="base">
        <a:spcBef>
          <a:spcPct val="0"/>
        </a:spcBef>
        <a:spcAft>
          <a:spcPct val="0"/>
        </a:spcAft>
        <a:defRPr sz="3900" b="1">
          <a:solidFill>
            <a:schemeClr val="tx2"/>
          </a:solidFill>
          <a:latin typeface="Arial" charset="0"/>
        </a:defRPr>
      </a:lvl8pPr>
      <a:lvl9pPr marL="1828800" algn="l" rtl="0" fontAlgn="base">
        <a:spcBef>
          <a:spcPct val="0"/>
        </a:spcBef>
        <a:spcAft>
          <a:spcPct val="0"/>
        </a:spcAft>
        <a:defRPr sz="3900" b="1">
          <a:solidFill>
            <a:schemeClr val="tx2"/>
          </a:solidFill>
          <a:latin typeface="Arial" charset="0"/>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defRPr>
      </a:lvl2pPr>
      <a:lvl3pPr marL="987425" indent="-293688"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defRPr>
      </a:lvl3pPr>
      <a:lvl4pPr marL="1281113"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defRPr>
      </a:lvl4pPr>
      <a:lvl5pPr marL="1598613" indent="-315913"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4EE9C825-A10E-4CEF-BA4F-B1E693580B71}"/>
              </a:ext>
            </a:extLst>
          </p:cNvPr>
          <p:cNvSpPr>
            <a:spLocks noGrp="1" noChangeArrowheads="1"/>
          </p:cNvSpPr>
          <p:nvPr>
            <p:ph type="ctrTitle"/>
          </p:nvPr>
        </p:nvSpPr>
        <p:spPr/>
        <p:txBody>
          <a:bodyPr/>
          <a:lstStyle/>
          <a:p>
            <a:pPr eaLnBrk="1" hangingPunct="1"/>
            <a:r>
              <a:rPr lang="en-US" altLang="en-US" sz="3600"/>
              <a:t>Game Trees:</a:t>
            </a:r>
            <a:br>
              <a:rPr lang="en-US" altLang="en-US" sz="3600"/>
            </a:br>
            <a:r>
              <a:rPr lang="en-US" altLang="en-US" sz="3600"/>
              <a:t>MiniMax strategy, Tree Evaluation, Pruning, Utility evaluation </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41527003-7A9A-4C5B-AD1C-32064BC153D6}"/>
              </a:ext>
            </a:extLst>
          </p:cNvPr>
          <p:cNvSpPr>
            <a:spLocks noGrp="1" noChangeArrowheads="1"/>
          </p:cNvSpPr>
          <p:nvPr>
            <p:ph type="ctrTitle"/>
          </p:nvPr>
        </p:nvSpPr>
        <p:spPr>
          <a:xfrm>
            <a:off x="990600" y="1447800"/>
            <a:ext cx="7772400" cy="1143000"/>
          </a:xfrm>
        </p:spPr>
        <p:txBody>
          <a:bodyPr anchor="ctr"/>
          <a:lstStyle/>
          <a:p>
            <a:pPr eaLnBrk="1" hangingPunct="1"/>
            <a:r>
              <a:rPr lang="en-US" altLang="en-US" sz="3600" dirty="0">
                <a:latin typeface="Cambria" panose="02040503050406030204" pitchFamily="18" charset="0"/>
              </a:rPr>
              <a:t>Problem Reduction Search:</a:t>
            </a:r>
            <a:br>
              <a:rPr lang="en-US" altLang="en-US" sz="3600" dirty="0">
                <a:latin typeface="Cambria" panose="02040503050406030204" pitchFamily="18" charset="0"/>
              </a:rPr>
            </a:br>
            <a:r>
              <a:rPr lang="en-US" altLang="en-US" sz="3600" dirty="0">
                <a:latin typeface="Cambria" panose="02040503050406030204" pitchFamily="18" charset="0"/>
              </a:rPr>
              <a:t>AND/OR Graphs &amp; Game Trees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7F7B1D89-55EE-46D1-A43B-DB78D2DC7126}"/>
              </a:ext>
            </a:extLst>
          </p:cNvPr>
          <p:cNvSpPr>
            <a:spLocks noGrp="1"/>
          </p:cNvSpPr>
          <p:nvPr>
            <p:ph type="sldNum" sz="quarter" idx="12"/>
          </p:nvPr>
        </p:nvSpPr>
        <p:spPr/>
        <p:txBody>
          <a:bodyPr/>
          <a:lstStyle/>
          <a:p>
            <a:pPr>
              <a:defRPr/>
            </a:pPr>
            <a:fld id="{EF3A0252-7301-4F21-9092-8696F21443BF}" type="slidenum">
              <a:rPr lang="en-US" altLang="en-US"/>
              <a:pPr>
                <a:defRPr/>
              </a:pPr>
              <a:t>3</a:t>
            </a:fld>
            <a:endParaRPr lang="en-US" altLang="en-US"/>
          </a:p>
        </p:txBody>
      </p:sp>
      <p:sp>
        <p:nvSpPr>
          <p:cNvPr id="5123" name="Rectangle 2">
            <a:extLst>
              <a:ext uri="{FF2B5EF4-FFF2-40B4-BE49-F238E27FC236}">
                <a16:creationId xmlns:a16="http://schemas.microsoft.com/office/drawing/2014/main" id="{C1301107-A338-465F-A2C5-E67291009E65}"/>
              </a:ext>
            </a:extLst>
          </p:cNvPr>
          <p:cNvSpPr>
            <a:spLocks noGrp="1" noChangeArrowheads="1"/>
          </p:cNvSpPr>
          <p:nvPr>
            <p:ph type="title"/>
          </p:nvPr>
        </p:nvSpPr>
        <p:spPr/>
        <p:txBody>
          <a:bodyPr/>
          <a:lstStyle/>
          <a:p>
            <a:pPr algn="l" eaLnBrk="1" hangingPunct="1"/>
            <a:r>
              <a:rPr lang="en-US" altLang="en-US"/>
              <a:t>Problem Reduction Search</a:t>
            </a:r>
          </a:p>
        </p:txBody>
      </p:sp>
      <p:sp>
        <p:nvSpPr>
          <p:cNvPr id="5124" name="Rectangle 3">
            <a:extLst>
              <a:ext uri="{FF2B5EF4-FFF2-40B4-BE49-F238E27FC236}">
                <a16:creationId xmlns:a16="http://schemas.microsoft.com/office/drawing/2014/main" id="{2E03CDD9-6C5F-44C4-B697-A2B6E0BF761A}"/>
              </a:ext>
            </a:extLst>
          </p:cNvPr>
          <p:cNvSpPr>
            <a:spLocks noGrp="1" noChangeArrowheads="1"/>
          </p:cNvSpPr>
          <p:nvPr>
            <p:ph type="body" idx="1"/>
          </p:nvPr>
        </p:nvSpPr>
        <p:spPr>
          <a:xfrm>
            <a:off x="2209800" y="1752600"/>
            <a:ext cx="8077200" cy="4114800"/>
          </a:xfrm>
        </p:spPr>
        <p:txBody>
          <a:bodyPr/>
          <a:lstStyle/>
          <a:p>
            <a:pPr eaLnBrk="1" hangingPunct="1"/>
            <a:r>
              <a:rPr lang="en-US" altLang="en-US" sz="3200">
                <a:latin typeface="Cambria" panose="02040503050406030204" pitchFamily="18" charset="0"/>
              </a:rPr>
              <a:t>Typically where we are planning how best to solve a problem that can be recursively decomposed into sub-problems in multiple ways</a:t>
            </a:r>
          </a:p>
          <a:p>
            <a:pPr lvl="1" eaLnBrk="1" hangingPunct="1"/>
            <a:r>
              <a:rPr lang="en-US" altLang="en-US" sz="2800">
                <a:latin typeface="Cambria" panose="02040503050406030204" pitchFamily="18" charset="0"/>
              </a:rPr>
              <a:t>Matrix multiplication problem</a:t>
            </a:r>
          </a:p>
          <a:p>
            <a:pPr lvl="1" eaLnBrk="1" hangingPunct="1"/>
            <a:r>
              <a:rPr lang="en-US" altLang="en-US" sz="2800">
                <a:latin typeface="Cambria" panose="02040503050406030204" pitchFamily="18" charset="0"/>
              </a:rPr>
              <a:t>Tower of Hanoi and Blocks World problems</a:t>
            </a:r>
          </a:p>
          <a:p>
            <a:pPr lvl="1" eaLnBrk="1" hangingPunct="1"/>
            <a:r>
              <a:rPr lang="en-US" altLang="en-US" sz="2800">
                <a:latin typeface="Cambria" panose="02040503050406030204" pitchFamily="18" charset="0"/>
              </a:rPr>
              <a:t>Finding shortest proofs in theorem proving</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2F58A99-DB0B-4663-90FC-D881A12DF39F}"/>
              </a:ext>
            </a:extLst>
          </p:cNvPr>
          <p:cNvSpPr>
            <a:spLocks noGrp="1"/>
          </p:cNvSpPr>
          <p:nvPr>
            <p:ph type="sldNum" sz="quarter" idx="12"/>
          </p:nvPr>
        </p:nvSpPr>
        <p:spPr/>
        <p:txBody>
          <a:bodyPr/>
          <a:lstStyle/>
          <a:p>
            <a:pPr>
              <a:defRPr/>
            </a:pPr>
            <a:fld id="{842FCEA0-55A2-4850-94A1-27535234F094}" type="slidenum">
              <a:rPr lang="en-US" altLang="en-US"/>
              <a:pPr>
                <a:defRPr/>
              </a:pPr>
              <a:t>4</a:t>
            </a:fld>
            <a:endParaRPr lang="en-US" altLang="en-US"/>
          </a:p>
        </p:txBody>
      </p:sp>
      <p:pic>
        <p:nvPicPr>
          <p:cNvPr id="8195" name="Picture 3">
            <a:extLst>
              <a:ext uri="{FF2B5EF4-FFF2-40B4-BE49-F238E27FC236}">
                <a16:creationId xmlns:a16="http://schemas.microsoft.com/office/drawing/2014/main" id="{81E33C19-BC50-4092-B3B9-B1C16E958D34}"/>
              </a:ext>
            </a:extLst>
          </p:cNvPr>
          <p:cNvPicPr>
            <a:picLocks noChangeAspect="1"/>
          </p:cNvPicPr>
          <p:nvPr/>
        </p:nvPicPr>
        <p:blipFill>
          <a:blip r:embed="rId2">
            <a:extLst>
              <a:ext uri="{28A0092B-C50C-407E-A947-70E740481C1C}">
                <a14:useLocalDpi xmlns:a14="http://schemas.microsoft.com/office/drawing/2010/main" val="0"/>
              </a:ext>
            </a:extLst>
          </a:blip>
          <a:srcRect l="-1111" t="60078" r="1111" b="-685"/>
          <a:stretch>
            <a:fillRect/>
          </a:stretch>
        </p:blipFill>
        <p:spPr bwMode="auto">
          <a:xfrm>
            <a:off x="3681414" y="88901"/>
            <a:ext cx="4395787" cy="237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6" name="Picture 4">
            <a:extLst>
              <a:ext uri="{FF2B5EF4-FFF2-40B4-BE49-F238E27FC236}">
                <a16:creationId xmlns:a16="http://schemas.microsoft.com/office/drawing/2014/main" id="{D622773D-4AA6-478A-B67F-AA36ED9AF97A}"/>
              </a:ext>
            </a:extLst>
          </p:cNvPr>
          <p:cNvPicPr>
            <a:picLocks noChangeAspect="1"/>
          </p:cNvPicPr>
          <p:nvPr/>
        </p:nvPicPr>
        <p:blipFill>
          <a:blip r:embed="rId3">
            <a:extLst>
              <a:ext uri="{28A0092B-C50C-407E-A947-70E740481C1C}">
                <a14:useLocalDpi xmlns:a14="http://schemas.microsoft.com/office/drawing/2010/main" val="0"/>
              </a:ext>
            </a:extLst>
          </a:blip>
          <a:srcRect b="31372"/>
          <a:stretch>
            <a:fillRect/>
          </a:stretch>
        </p:blipFill>
        <p:spPr bwMode="auto">
          <a:xfrm>
            <a:off x="3544889" y="2466975"/>
            <a:ext cx="4668837"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195"/>
                                        </p:tgtEl>
                                        <p:attrNameLst>
                                          <p:attrName>style.visibility</p:attrName>
                                        </p:attrNameLst>
                                      </p:cBhvr>
                                      <p:to>
                                        <p:strVal val="visible"/>
                                      </p:to>
                                    </p:set>
                                    <p:anim calcmode="lin" valueType="num">
                                      <p:cBhvr additive="base">
                                        <p:cTn id="7" dur="500" fill="hold"/>
                                        <p:tgtEl>
                                          <p:spTgt spid="8195"/>
                                        </p:tgtEl>
                                        <p:attrNameLst>
                                          <p:attrName>ppt_x</p:attrName>
                                        </p:attrNameLst>
                                      </p:cBhvr>
                                      <p:tavLst>
                                        <p:tav tm="0">
                                          <p:val>
                                            <p:strVal val="#ppt_x"/>
                                          </p:val>
                                        </p:tav>
                                        <p:tav tm="100000">
                                          <p:val>
                                            <p:strVal val="#ppt_x"/>
                                          </p:val>
                                        </p:tav>
                                      </p:tavLst>
                                    </p:anim>
                                    <p:anim calcmode="lin" valueType="num">
                                      <p:cBhvr additive="base">
                                        <p:cTn id="8" dur="500" fill="hold"/>
                                        <p:tgtEl>
                                          <p:spTgt spid="819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6" presetClass="entr" presetSubtype="21" fill="hold" nodeType="clickEffect">
                                  <p:stCondLst>
                                    <p:cond delay="0"/>
                                  </p:stCondLst>
                                  <p:childTnLst>
                                    <p:set>
                                      <p:cBhvr>
                                        <p:cTn id="12" dur="1" fill="hold">
                                          <p:stCondLst>
                                            <p:cond delay="0"/>
                                          </p:stCondLst>
                                        </p:cTn>
                                        <p:tgtEl>
                                          <p:spTgt spid="8196"/>
                                        </p:tgtEl>
                                        <p:attrNameLst>
                                          <p:attrName>style.visibility</p:attrName>
                                        </p:attrNameLst>
                                      </p:cBhvr>
                                      <p:to>
                                        <p:strVal val="visible"/>
                                      </p:to>
                                    </p:set>
                                    <p:animEffect transition="in" filter="barn(inVertical)">
                                      <p:cBhvr>
                                        <p:cTn id="13" dur="500"/>
                                        <p:tgtEl>
                                          <p:spTgt spid="8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46DE3F8-6130-4691-83F7-892886DF3ED1}"/>
              </a:ext>
            </a:extLst>
          </p:cNvPr>
          <p:cNvSpPr>
            <a:spLocks noGrp="1"/>
          </p:cNvSpPr>
          <p:nvPr>
            <p:ph type="sldNum" sz="quarter" idx="12"/>
          </p:nvPr>
        </p:nvSpPr>
        <p:spPr/>
        <p:txBody>
          <a:bodyPr/>
          <a:lstStyle/>
          <a:p>
            <a:pPr>
              <a:defRPr/>
            </a:pPr>
            <a:fld id="{B3D47FA5-129F-4F3F-89E4-44477DEB180E}" type="slidenum">
              <a:rPr lang="en-US" altLang="en-US"/>
              <a:pPr>
                <a:defRPr/>
              </a:pPr>
              <a:t>5</a:t>
            </a:fld>
            <a:endParaRPr lang="en-US" altLang="en-US"/>
          </a:p>
        </p:txBody>
      </p:sp>
      <p:pic>
        <p:nvPicPr>
          <p:cNvPr id="9219" name="Picture 3">
            <a:extLst>
              <a:ext uri="{FF2B5EF4-FFF2-40B4-BE49-F238E27FC236}">
                <a16:creationId xmlns:a16="http://schemas.microsoft.com/office/drawing/2014/main" id="{7B2D78E9-BDD6-4D70-9FD2-D06D02A513D5}"/>
              </a:ext>
            </a:extLst>
          </p:cNvPr>
          <p:cNvPicPr>
            <a:picLocks noChangeAspect="1"/>
          </p:cNvPicPr>
          <p:nvPr/>
        </p:nvPicPr>
        <p:blipFill>
          <a:blip r:embed="rId2">
            <a:extLst>
              <a:ext uri="{28A0092B-C50C-407E-A947-70E740481C1C}">
                <a14:useLocalDpi xmlns:a14="http://schemas.microsoft.com/office/drawing/2010/main" val="0"/>
              </a:ext>
            </a:extLst>
          </a:blip>
          <a:srcRect l="21" t="64886" r="-21" b="-2129"/>
          <a:stretch>
            <a:fillRect/>
          </a:stretch>
        </p:blipFill>
        <p:spPr bwMode="auto">
          <a:xfrm>
            <a:off x="3238500" y="347664"/>
            <a:ext cx="5562600" cy="275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0" name="Picture 4">
            <a:extLst>
              <a:ext uri="{FF2B5EF4-FFF2-40B4-BE49-F238E27FC236}">
                <a16:creationId xmlns:a16="http://schemas.microsoft.com/office/drawing/2014/main" id="{C79306B5-8CE1-41E8-923E-8700223BC58D}"/>
              </a:ext>
            </a:extLst>
          </p:cNvPr>
          <p:cNvPicPr>
            <a:picLocks noChangeAspect="1"/>
          </p:cNvPicPr>
          <p:nvPr/>
        </p:nvPicPr>
        <p:blipFill>
          <a:blip r:embed="rId3">
            <a:extLst>
              <a:ext uri="{28A0092B-C50C-407E-A947-70E740481C1C}">
                <a14:useLocalDpi xmlns:a14="http://schemas.microsoft.com/office/drawing/2010/main" val="0"/>
              </a:ext>
            </a:extLst>
          </a:blip>
          <a:srcRect t="11877" b="63406"/>
          <a:stretch>
            <a:fillRect/>
          </a:stretch>
        </p:blipFill>
        <p:spPr bwMode="auto">
          <a:xfrm>
            <a:off x="2590800" y="3886201"/>
            <a:ext cx="6858000" cy="225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9219"/>
                                        </p:tgtEl>
                                        <p:attrNameLst>
                                          <p:attrName>style.visibility</p:attrName>
                                        </p:attrNameLst>
                                      </p:cBhvr>
                                      <p:to>
                                        <p:strVal val="visible"/>
                                      </p:to>
                                    </p:set>
                                    <p:animEffect transition="in" filter="fade">
                                      <p:cBhvr>
                                        <p:cTn id="7" dur="1000"/>
                                        <p:tgtEl>
                                          <p:spTgt spid="9219"/>
                                        </p:tgtEl>
                                      </p:cBhvr>
                                    </p:animEffect>
                                    <p:anim calcmode="lin" valueType="num">
                                      <p:cBhvr>
                                        <p:cTn id="8" dur="1000" fill="hold"/>
                                        <p:tgtEl>
                                          <p:spTgt spid="9219"/>
                                        </p:tgtEl>
                                        <p:attrNameLst>
                                          <p:attrName>ppt_x</p:attrName>
                                        </p:attrNameLst>
                                      </p:cBhvr>
                                      <p:tavLst>
                                        <p:tav tm="0">
                                          <p:val>
                                            <p:strVal val="#ppt_x"/>
                                          </p:val>
                                        </p:tav>
                                        <p:tav tm="100000">
                                          <p:val>
                                            <p:strVal val="#ppt_x"/>
                                          </p:val>
                                        </p:tav>
                                      </p:tavLst>
                                    </p:anim>
                                    <p:anim calcmode="lin" valueType="num">
                                      <p:cBhvr>
                                        <p:cTn id="9" dur="1000" fill="hold"/>
                                        <p:tgtEl>
                                          <p:spTgt spid="9219"/>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9220"/>
                                        </p:tgtEl>
                                        <p:attrNameLst>
                                          <p:attrName>style.visibility</p:attrName>
                                        </p:attrNameLst>
                                      </p:cBhvr>
                                      <p:to>
                                        <p:strVal val="visible"/>
                                      </p:to>
                                    </p:set>
                                    <p:animEffect transition="in" filter="fade">
                                      <p:cBhvr>
                                        <p:cTn id="14" dur="1000"/>
                                        <p:tgtEl>
                                          <p:spTgt spid="9220"/>
                                        </p:tgtEl>
                                      </p:cBhvr>
                                    </p:animEffect>
                                    <p:anim calcmode="lin" valueType="num">
                                      <p:cBhvr>
                                        <p:cTn id="15" dur="1000" fill="hold"/>
                                        <p:tgtEl>
                                          <p:spTgt spid="9220"/>
                                        </p:tgtEl>
                                        <p:attrNameLst>
                                          <p:attrName>ppt_x</p:attrName>
                                        </p:attrNameLst>
                                      </p:cBhvr>
                                      <p:tavLst>
                                        <p:tav tm="0">
                                          <p:val>
                                            <p:strVal val="#ppt_x"/>
                                          </p:val>
                                        </p:tav>
                                        <p:tav tm="100000">
                                          <p:val>
                                            <p:strVal val="#ppt_x"/>
                                          </p:val>
                                        </p:tav>
                                      </p:tavLst>
                                    </p:anim>
                                    <p:anim calcmode="lin" valueType="num">
                                      <p:cBhvr>
                                        <p:cTn id="16" dur="1000" fill="hold"/>
                                        <p:tgtEl>
                                          <p:spTgt spid="92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B765953-2357-4B1F-8399-EEB0FE0558BE}"/>
              </a:ext>
            </a:extLst>
          </p:cNvPr>
          <p:cNvSpPr>
            <a:spLocks noGrp="1"/>
          </p:cNvSpPr>
          <p:nvPr>
            <p:ph type="sldNum" sz="quarter" idx="12"/>
          </p:nvPr>
        </p:nvSpPr>
        <p:spPr/>
        <p:txBody>
          <a:bodyPr/>
          <a:lstStyle/>
          <a:p>
            <a:pPr>
              <a:defRPr/>
            </a:pPr>
            <a:fld id="{24B13332-000E-4648-9C1F-DC0D8FCE2008}" type="slidenum">
              <a:rPr lang="en-US" altLang="en-US" smtClean="0"/>
              <a:pPr>
                <a:defRPr/>
              </a:pPr>
              <a:t>6</a:t>
            </a:fld>
            <a:endParaRPr lang="en-US" altLang="en-US"/>
          </a:p>
        </p:txBody>
      </p:sp>
      <p:sp>
        <p:nvSpPr>
          <p:cNvPr id="8195" name="Rectangle 3">
            <a:extLst>
              <a:ext uri="{FF2B5EF4-FFF2-40B4-BE49-F238E27FC236}">
                <a16:creationId xmlns:a16="http://schemas.microsoft.com/office/drawing/2014/main" id="{5AC319B2-71E8-4096-8271-A8D92DC33085}"/>
              </a:ext>
            </a:extLst>
          </p:cNvPr>
          <p:cNvSpPr>
            <a:spLocks noChangeArrowheads="1"/>
          </p:cNvSpPr>
          <p:nvPr/>
        </p:nvSpPr>
        <p:spPr bwMode="auto">
          <a:xfrm>
            <a:off x="2133600" y="1828800"/>
            <a:ext cx="8153400" cy="323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3200">
                <a:latin typeface="Cambria" panose="02040503050406030204" pitchFamily="18" charset="0"/>
              </a:rPr>
              <a:t>AND/OR Graphs</a:t>
            </a:r>
          </a:p>
          <a:p>
            <a:pPr lvl="1" eaLnBrk="1" hangingPunct="1">
              <a:spcBef>
                <a:spcPct val="0"/>
              </a:spcBef>
              <a:buFontTx/>
              <a:buNone/>
            </a:pPr>
            <a:r>
              <a:rPr lang="en-US" altLang="en-US" sz="2800">
                <a:latin typeface="Cambria" panose="02040503050406030204" pitchFamily="18" charset="0"/>
              </a:rPr>
              <a:t>An OR node represents a choice between possible decompositions</a:t>
            </a:r>
          </a:p>
          <a:p>
            <a:pPr lvl="1" eaLnBrk="1" hangingPunct="1">
              <a:spcBef>
                <a:spcPct val="0"/>
              </a:spcBef>
              <a:buFontTx/>
              <a:buNone/>
            </a:pPr>
            <a:r>
              <a:rPr lang="en-US" altLang="en-US" sz="2800">
                <a:latin typeface="Cambria" panose="02040503050406030204" pitchFamily="18" charset="0"/>
              </a:rPr>
              <a:t>An AND node represents a given decomposition</a:t>
            </a:r>
          </a:p>
          <a:p>
            <a:pPr eaLnBrk="1" hangingPunct="1">
              <a:spcBef>
                <a:spcPct val="0"/>
              </a:spcBef>
              <a:buFontTx/>
              <a:buNone/>
            </a:pPr>
            <a:r>
              <a:rPr lang="en-US" altLang="en-US" sz="3200">
                <a:latin typeface="Cambria" panose="02040503050406030204" pitchFamily="18" charset="0"/>
              </a:rPr>
              <a:t>Game Trees</a:t>
            </a:r>
          </a:p>
          <a:p>
            <a:pPr lvl="1" eaLnBrk="1" hangingPunct="1">
              <a:spcBef>
                <a:spcPct val="0"/>
              </a:spcBef>
              <a:buFontTx/>
              <a:buNone/>
            </a:pPr>
            <a:r>
              <a:rPr lang="en-US" altLang="en-US" sz="2800">
                <a:latin typeface="Cambria" panose="02040503050406030204" pitchFamily="18" charset="0"/>
              </a:rPr>
              <a:t>Max nodes represent the choice of my opponent</a:t>
            </a:r>
          </a:p>
          <a:p>
            <a:pPr lvl="1" eaLnBrk="1" hangingPunct="1">
              <a:spcBef>
                <a:spcPct val="0"/>
              </a:spcBef>
              <a:buFontTx/>
              <a:buNone/>
            </a:pPr>
            <a:r>
              <a:rPr lang="en-US" altLang="en-US" sz="2800">
                <a:latin typeface="Cambria" panose="02040503050406030204" pitchFamily="18" charset="0"/>
              </a:rPr>
              <a:t>Min nodes represent my choice</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A5A2134B-44BB-4942-B96C-0809B9253CF8}"/>
              </a:ext>
            </a:extLst>
          </p:cNvPr>
          <p:cNvSpPr>
            <a:spLocks noGrp="1"/>
          </p:cNvSpPr>
          <p:nvPr>
            <p:ph type="sldNum" sz="quarter" idx="12"/>
          </p:nvPr>
        </p:nvSpPr>
        <p:spPr/>
        <p:txBody>
          <a:bodyPr/>
          <a:lstStyle/>
          <a:p>
            <a:pPr>
              <a:defRPr/>
            </a:pPr>
            <a:fld id="{A50E2ABC-398A-401C-9B11-4AE47072FC40}" type="slidenum">
              <a:rPr lang="en-US" altLang="en-US"/>
              <a:pPr>
                <a:defRPr/>
              </a:pPr>
              <a:t>7</a:t>
            </a:fld>
            <a:endParaRPr lang="en-US" altLang="en-US"/>
          </a:p>
        </p:txBody>
      </p:sp>
      <p:sp>
        <p:nvSpPr>
          <p:cNvPr id="9219" name="Rectangle 6">
            <a:extLst>
              <a:ext uri="{FF2B5EF4-FFF2-40B4-BE49-F238E27FC236}">
                <a16:creationId xmlns:a16="http://schemas.microsoft.com/office/drawing/2014/main" id="{AABC5D65-5951-4EAB-BCEA-7A1B0860BEFB}"/>
              </a:ext>
            </a:extLst>
          </p:cNvPr>
          <p:cNvSpPr>
            <a:spLocks noChangeArrowheads="1"/>
          </p:cNvSpPr>
          <p:nvPr/>
        </p:nvSpPr>
        <p:spPr bwMode="auto">
          <a:xfrm>
            <a:off x="2362200" y="457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3200">
                <a:solidFill>
                  <a:schemeClr val="tx2"/>
                </a:solidFill>
                <a:latin typeface="Cambria" panose="02040503050406030204" pitchFamily="18" charset="0"/>
              </a:rPr>
              <a:t>The AND/OR graph search problem</a:t>
            </a:r>
          </a:p>
        </p:txBody>
      </p:sp>
      <p:sp>
        <p:nvSpPr>
          <p:cNvPr id="9220" name="Rectangle 7">
            <a:extLst>
              <a:ext uri="{FF2B5EF4-FFF2-40B4-BE49-F238E27FC236}">
                <a16:creationId xmlns:a16="http://schemas.microsoft.com/office/drawing/2014/main" id="{CC023A9D-0839-4623-B670-E492DD57D541}"/>
              </a:ext>
            </a:extLst>
          </p:cNvPr>
          <p:cNvSpPr>
            <a:spLocks noChangeArrowheads="1"/>
          </p:cNvSpPr>
          <p:nvPr/>
        </p:nvSpPr>
        <p:spPr bwMode="auto">
          <a:xfrm>
            <a:off x="2133600" y="1676400"/>
            <a:ext cx="80010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r>
              <a:rPr lang="en-US" altLang="en-US" sz="3200">
                <a:latin typeface="Cambria" panose="02040503050406030204" pitchFamily="18" charset="0"/>
              </a:rPr>
              <a:t>Problem definition:</a:t>
            </a:r>
          </a:p>
          <a:p>
            <a:pPr lvl="1" eaLnBrk="1" hangingPunct="1"/>
            <a:r>
              <a:rPr lang="en-US" altLang="en-US" sz="2800">
                <a:latin typeface="Cambria" panose="02040503050406030204" pitchFamily="18" charset="0"/>
              </a:rPr>
              <a:t>Given: 	[G, s, T]		where</a:t>
            </a:r>
          </a:p>
          <a:p>
            <a:pPr lvl="2" eaLnBrk="1" hangingPunct="1"/>
            <a:r>
              <a:rPr lang="en-US" altLang="en-US" sz="2400">
                <a:latin typeface="Cambria" panose="02040503050406030204" pitchFamily="18" charset="0"/>
              </a:rPr>
              <a:t>G is the (possibly implicitly specified) AND/OR graph</a:t>
            </a:r>
          </a:p>
          <a:p>
            <a:pPr lvl="2" eaLnBrk="1" hangingPunct="1"/>
            <a:r>
              <a:rPr lang="en-US" altLang="en-US" sz="2400">
                <a:latin typeface="Cambria" panose="02040503050406030204" pitchFamily="18" charset="0"/>
              </a:rPr>
              <a:t>s is the start node of the AND/OR graph</a:t>
            </a:r>
          </a:p>
          <a:p>
            <a:pPr lvl="2" eaLnBrk="1" hangingPunct="1"/>
            <a:r>
              <a:rPr lang="en-US" altLang="en-US" sz="2400">
                <a:latin typeface="Cambria" panose="02040503050406030204" pitchFamily="18" charset="0"/>
              </a:rPr>
              <a:t>T is the (possibly implicitly specified) set of terminal nodes</a:t>
            </a:r>
          </a:p>
          <a:p>
            <a:pPr lvl="2" eaLnBrk="1" hangingPunct="1"/>
            <a:r>
              <a:rPr lang="en-US" altLang="en-US" sz="2400">
                <a:latin typeface="Cambria" panose="02040503050406030204" pitchFamily="18" charset="0"/>
              </a:rPr>
              <a:t>h(n) is a heuristic function estimating the cost of solving the sub-problem represented by node n</a:t>
            </a:r>
          </a:p>
          <a:p>
            <a:pPr lvl="1" eaLnBrk="1" hangingPunct="1"/>
            <a:r>
              <a:rPr lang="en-US" altLang="en-US" sz="2800">
                <a:latin typeface="Cambria" panose="02040503050406030204" pitchFamily="18" charset="0"/>
              </a:rPr>
              <a:t>To find:</a:t>
            </a:r>
          </a:p>
          <a:p>
            <a:pPr lvl="2" eaLnBrk="1" hangingPunct="1">
              <a:buFontTx/>
              <a:buChar char="–"/>
            </a:pPr>
            <a:r>
              <a:rPr lang="en-US" altLang="en-US" sz="2400">
                <a:latin typeface="Cambria" panose="02040503050406030204" pitchFamily="18" charset="0"/>
              </a:rPr>
              <a:t>A minimum cost solution tree</a:t>
            </a:r>
          </a:p>
          <a:p>
            <a:pPr lvl="2" eaLnBrk="1" hangingPunct="1">
              <a:buFontTx/>
              <a:buChar char="–"/>
            </a:pPr>
            <a:endParaRPr lang="en-US" altLang="en-US" sz="2400">
              <a:latin typeface="Cambria" panose="02040503050406030204" pitchFamily="18" charset="0"/>
            </a:endParaRPr>
          </a:p>
          <a:p>
            <a:pPr eaLnBrk="1" hangingPunct="1">
              <a:buFontTx/>
              <a:buChar char="–"/>
            </a:pPr>
            <a:r>
              <a:rPr lang="en-US" altLang="en-US" sz="2400">
                <a:latin typeface="Cambria" panose="02040503050406030204" pitchFamily="18" charset="0"/>
              </a:rPr>
              <a:t>During the search, we will use G* to denote the explicit portion of the AND/OR graph</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D8B02971-1F8A-4481-9C23-0B26FE84E84C}"/>
              </a:ext>
            </a:extLst>
          </p:cNvPr>
          <p:cNvSpPr/>
          <p:nvPr/>
        </p:nvSpPr>
        <p:spPr>
          <a:xfrm>
            <a:off x="5334000" y="609600"/>
            <a:ext cx="1066800" cy="9144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r>
              <a:rPr lang="en-US" dirty="0"/>
              <a:t>OR</a:t>
            </a:r>
          </a:p>
        </p:txBody>
      </p:sp>
      <p:sp>
        <p:nvSpPr>
          <p:cNvPr id="5" name="TextBox 4">
            <a:extLst>
              <a:ext uri="{FF2B5EF4-FFF2-40B4-BE49-F238E27FC236}">
                <a16:creationId xmlns:a16="http://schemas.microsoft.com/office/drawing/2014/main" id="{7189BBC6-1FC9-4F9C-8240-2C833A0F10D5}"/>
              </a:ext>
            </a:extLst>
          </p:cNvPr>
          <p:cNvSpPr txBox="1">
            <a:spLocks noRot="1" noChangeAspect="1" noMove="1" noResize="1" noEditPoints="1" noAdjustHandles="1" noChangeArrowheads="1" noChangeShapeType="1" noTextEdit="1"/>
          </p:cNvSpPr>
          <p:nvPr/>
        </p:nvSpPr>
        <p:spPr>
          <a:xfrm>
            <a:off x="6248400" y="381000"/>
            <a:ext cx="1084336" cy="369332"/>
          </a:xfrm>
          <a:prstGeom prst="rect">
            <a:avLst/>
          </a:prstGeom>
          <a:blipFill>
            <a:blip r:embed="rId2"/>
            <a:stretch>
              <a:fillRect l="-5618" r="-1685" b="-15000"/>
            </a:stretch>
          </a:blipFill>
        </p:spPr>
        <p:txBody>
          <a:bodyPr/>
          <a:lstStyle/>
          <a:p>
            <a:pPr>
              <a:defRPr/>
            </a:pPr>
            <a:r>
              <a:rPr lang="en-US">
                <a:noFill/>
              </a:rPr>
              <a:t> </a:t>
            </a:r>
          </a:p>
        </p:txBody>
      </p:sp>
      <p:cxnSp>
        <p:nvCxnSpPr>
          <p:cNvPr id="7" name="Straight Connector 6">
            <a:extLst>
              <a:ext uri="{FF2B5EF4-FFF2-40B4-BE49-F238E27FC236}">
                <a16:creationId xmlns:a16="http://schemas.microsoft.com/office/drawing/2014/main" id="{2E702D9C-1C8F-4240-8C60-D9DBA37E1BB4}"/>
              </a:ext>
            </a:extLst>
          </p:cNvPr>
          <p:cNvCxnSpPr>
            <a:stCxn id="4" idx="3"/>
          </p:cNvCxnSpPr>
          <p:nvPr/>
        </p:nvCxnSpPr>
        <p:spPr>
          <a:xfrm flipH="1">
            <a:off x="4724401" y="1390650"/>
            <a:ext cx="765175" cy="1047750"/>
          </a:xfrm>
          <a:prstGeom prst="line">
            <a:avLst/>
          </a:prstGeom>
        </p:spPr>
        <p:style>
          <a:lnRef idx="3">
            <a:schemeClr val="accent1"/>
          </a:lnRef>
          <a:fillRef idx="0">
            <a:schemeClr val="accent1"/>
          </a:fillRef>
          <a:effectRef idx="2">
            <a:schemeClr val="accent1"/>
          </a:effectRef>
          <a:fontRef idx="minor">
            <a:schemeClr val="tx1"/>
          </a:fontRef>
        </p:style>
      </p:cxnSp>
      <p:sp>
        <p:nvSpPr>
          <p:cNvPr id="8" name="Oval 7">
            <a:extLst>
              <a:ext uri="{FF2B5EF4-FFF2-40B4-BE49-F238E27FC236}">
                <a16:creationId xmlns:a16="http://schemas.microsoft.com/office/drawing/2014/main" id="{1B5DCC3F-3F32-45AE-816D-3080A12C1107}"/>
              </a:ext>
            </a:extLst>
          </p:cNvPr>
          <p:cNvSpPr/>
          <p:nvPr/>
        </p:nvSpPr>
        <p:spPr>
          <a:xfrm>
            <a:off x="4006850" y="2438400"/>
            <a:ext cx="1066800" cy="9144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r>
              <a:rPr lang="en-US" sz="2000" dirty="0"/>
              <a:t>AND</a:t>
            </a:r>
          </a:p>
        </p:txBody>
      </p:sp>
      <p:cxnSp>
        <p:nvCxnSpPr>
          <p:cNvPr id="10" name="Straight Connector 9">
            <a:extLst>
              <a:ext uri="{FF2B5EF4-FFF2-40B4-BE49-F238E27FC236}">
                <a16:creationId xmlns:a16="http://schemas.microsoft.com/office/drawing/2014/main" id="{1437461A-8F4B-4C9E-AAA9-65F6C527104A}"/>
              </a:ext>
            </a:extLst>
          </p:cNvPr>
          <p:cNvCxnSpPr/>
          <p:nvPr/>
        </p:nvCxnSpPr>
        <p:spPr>
          <a:xfrm>
            <a:off x="6181725" y="1419225"/>
            <a:ext cx="685800" cy="1276350"/>
          </a:xfrm>
          <a:prstGeom prst="line">
            <a:avLst/>
          </a:prstGeom>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3DB6C8C7-8965-4250-8BC1-CDE47B7F7AB1}"/>
              </a:ext>
            </a:extLst>
          </p:cNvPr>
          <p:cNvSpPr/>
          <p:nvPr/>
        </p:nvSpPr>
        <p:spPr>
          <a:xfrm>
            <a:off x="6629400" y="2590800"/>
            <a:ext cx="1066800" cy="9144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r>
              <a:rPr lang="en-US" sz="2000" dirty="0"/>
              <a:t>AND</a:t>
            </a:r>
          </a:p>
        </p:txBody>
      </p:sp>
      <p:sp>
        <p:nvSpPr>
          <p:cNvPr id="15" name="TextBox 14">
            <a:extLst>
              <a:ext uri="{FF2B5EF4-FFF2-40B4-BE49-F238E27FC236}">
                <a16:creationId xmlns:a16="http://schemas.microsoft.com/office/drawing/2014/main" id="{E3F5FF50-7855-4F15-BDFC-ABD14551168A}"/>
              </a:ext>
            </a:extLst>
          </p:cNvPr>
          <p:cNvSpPr txBox="1">
            <a:spLocks noRot="1" noChangeAspect="1" noMove="1" noResize="1" noEditPoints="1" noAdjustHandles="1" noChangeArrowheads="1" noChangeShapeType="1" noTextEdit="1"/>
          </p:cNvSpPr>
          <p:nvPr/>
        </p:nvSpPr>
        <p:spPr>
          <a:xfrm>
            <a:off x="2671170" y="2510909"/>
            <a:ext cx="1340816" cy="369332"/>
          </a:xfrm>
          <a:prstGeom prst="rect">
            <a:avLst/>
          </a:prstGeom>
          <a:blipFill>
            <a:blip r:embed="rId3"/>
            <a:stretch>
              <a:fillRect l="-4545" r="-7727" b="-36667"/>
            </a:stretch>
          </a:blipFill>
        </p:spPr>
        <p:txBody>
          <a:bodyPr/>
          <a:lstStyle/>
          <a:p>
            <a:pPr>
              <a:defRPr/>
            </a:pPr>
            <a:r>
              <a:rPr lang="en-US">
                <a:noFill/>
              </a:rPr>
              <a:t> </a:t>
            </a:r>
          </a:p>
        </p:txBody>
      </p:sp>
      <p:sp>
        <p:nvSpPr>
          <p:cNvPr id="16" name="TextBox 15">
            <a:extLst>
              <a:ext uri="{FF2B5EF4-FFF2-40B4-BE49-F238E27FC236}">
                <a16:creationId xmlns:a16="http://schemas.microsoft.com/office/drawing/2014/main" id="{973DE375-1227-45EC-B4F0-20426CDEFF19}"/>
              </a:ext>
            </a:extLst>
          </p:cNvPr>
          <p:cNvSpPr txBox="1">
            <a:spLocks noRot="1" noChangeAspect="1" noMove="1" noResize="1" noEditPoints="1" noAdjustHandles="1" noChangeArrowheads="1" noChangeShapeType="1" noTextEdit="1"/>
          </p:cNvSpPr>
          <p:nvPr/>
        </p:nvSpPr>
        <p:spPr>
          <a:xfrm>
            <a:off x="7696200" y="2438400"/>
            <a:ext cx="1340816" cy="369332"/>
          </a:xfrm>
          <a:prstGeom prst="rect">
            <a:avLst/>
          </a:prstGeom>
          <a:blipFill>
            <a:blip r:embed="rId4"/>
            <a:stretch>
              <a:fillRect l="-7763" r="-1370" b="-34426"/>
            </a:stretch>
          </a:blipFill>
        </p:spPr>
        <p:txBody>
          <a:bodyPr/>
          <a:lstStyle/>
          <a:p>
            <a:pPr>
              <a:defRPr/>
            </a:pPr>
            <a:r>
              <a:rPr lang="en-US">
                <a:noFill/>
              </a:rPr>
              <a:t> </a:t>
            </a:r>
          </a:p>
        </p:txBody>
      </p:sp>
      <p:cxnSp>
        <p:nvCxnSpPr>
          <p:cNvPr id="17" name="Straight Connector 16">
            <a:extLst>
              <a:ext uri="{FF2B5EF4-FFF2-40B4-BE49-F238E27FC236}">
                <a16:creationId xmlns:a16="http://schemas.microsoft.com/office/drawing/2014/main" id="{E3BA11A0-0528-4349-B363-18C5BA374C28}"/>
              </a:ext>
            </a:extLst>
          </p:cNvPr>
          <p:cNvCxnSpPr/>
          <p:nvPr/>
        </p:nvCxnSpPr>
        <p:spPr>
          <a:xfrm flipH="1">
            <a:off x="3505201" y="3276600"/>
            <a:ext cx="765175" cy="1047750"/>
          </a:xfrm>
          <a:prstGeom prst="line">
            <a:avLst/>
          </a:prstGeom>
        </p:spPr>
        <p:style>
          <a:lnRef idx="3">
            <a:schemeClr val="accent1"/>
          </a:lnRef>
          <a:fillRef idx="0">
            <a:schemeClr val="accent1"/>
          </a:fillRef>
          <a:effectRef idx="2">
            <a:schemeClr val="accent1"/>
          </a:effectRef>
          <a:fontRef idx="minor">
            <a:schemeClr val="tx1"/>
          </a:fontRef>
        </p:style>
      </p:cxnSp>
      <p:cxnSp>
        <p:nvCxnSpPr>
          <p:cNvPr id="18" name="Straight Connector 17">
            <a:extLst>
              <a:ext uri="{FF2B5EF4-FFF2-40B4-BE49-F238E27FC236}">
                <a16:creationId xmlns:a16="http://schemas.microsoft.com/office/drawing/2014/main" id="{7662874E-3812-4BE8-91A6-5B06BDA56D2C}"/>
              </a:ext>
            </a:extLst>
          </p:cNvPr>
          <p:cNvCxnSpPr/>
          <p:nvPr/>
        </p:nvCxnSpPr>
        <p:spPr>
          <a:xfrm>
            <a:off x="4725988" y="3276600"/>
            <a:ext cx="685800" cy="1276350"/>
          </a:xfrm>
          <a:prstGeom prst="line">
            <a:avLst/>
          </a:prstGeom>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F1BA343F-CD27-4043-9224-E85944EA687B}"/>
              </a:ext>
            </a:extLst>
          </p:cNvPr>
          <p:cNvSpPr/>
          <p:nvPr/>
        </p:nvSpPr>
        <p:spPr>
          <a:xfrm>
            <a:off x="2744788" y="4257675"/>
            <a:ext cx="1066800" cy="9144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endParaRPr lang="en-US"/>
          </a:p>
        </p:txBody>
      </p:sp>
      <p:sp>
        <p:nvSpPr>
          <p:cNvPr id="20" name="Oval 19">
            <a:extLst>
              <a:ext uri="{FF2B5EF4-FFF2-40B4-BE49-F238E27FC236}">
                <a16:creationId xmlns:a16="http://schemas.microsoft.com/office/drawing/2014/main" id="{BA9EB4F1-863E-46CB-8772-DF25F0EFF903}"/>
              </a:ext>
            </a:extLst>
          </p:cNvPr>
          <p:cNvSpPr/>
          <p:nvPr/>
        </p:nvSpPr>
        <p:spPr>
          <a:xfrm>
            <a:off x="4953000" y="4267200"/>
            <a:ext cx="1066800" cy="9144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endParaRPr lang="en-US"/>
          </a:p>
        </p:txBody>
      </p:sp>
      <p:sp>
        <p:nvSpPr>
          <p:cNvPr id="21" name="TextBox 20">
            <a:extLst>
              <a:ext uri="{FF2B5EF4-FFF2-40B4-BE49-F238E27FC236}">
                <a16:creationId xmlns:a16="http://schemas.microsoft.com/office/drawing/2014/main" id="{B155C0E0-8531-4308-97CF-86BBFD81A31F}"/>
              </a:ext>
            </a:extLst>
          </p:cNvPr>
          <p:cNvSpPr txBox="1">
            <a:spLocks noRot="1" noChangeAspect="1" noMove="1" noResize="1" noEditPoints="1" noAdjustHandles="1" noChangeArrowheads="1" noChangeShapeType="1" noTextEdit="1"/>
          </p:cNvSpPr>
          <p:nvPr/>
        </p:nvSpPr>
        <p:spPr>
          <a:xfrm>
            <a:off x="2882132" y="3800755"/>
            <a:ext cx="407996" cy="369332"/>
          </a:xfrm>
          <a:prstGeom prst="rect">
            <a:avLst/>
          </a:prstGeom>
          <a:blipFill>
            <a:blip r:embed="rId5"/>
            <a:stretch>
              <a:fillRect l="-16418" r="-5970" b="-14754"/>
            </a:stretch>
          </a:blipFill>
        </p:spPr>
        <p:txBody>
          <a:bodyPr/>
          <a:lstStyle/>
          <a:p>
            <a:pPr>
              <a:defRPr/>
            </a:pPr>
            <a:r>
              <a:rPr lang="en-US">
                <a:noFill/>
              </a:rPr>
              <a:t> </a:t>
            </a:r>
          </a:p>
        </p:txBody>
      </p:sp>
      <p:sp>
        <p:nvSpPr>
          <p:cNvPr id="22" name="TextBox 21">
            <a:extLst>
              <a:ext uri="{FF2B5EF4-FFF2-40B4-BE49-F238E27FC236}">
                <a16:creationId xmlns:a16="http://schemas.microsoft.com/office/drawing/2014/main" id="{0EA6F50F-DA7E-4FEC-81AB-ECE2CDBA62CD}"/>
              </a:ext>
            </a:extLst>
          </p:cNvPr>
          <p:cNvSpPr txBox="1">
            <a:spLocks noRot="1" noChangeAspect="1" noMove="1" noResize="1" noEditPoints="1" noAdjustHandles="1" noChangeArrowheads="1" noChangeShapeType="1" noTextEdit="1"/>
          </p:cNvSpPr>
          <p:nvPr/>
        </p:nvSpPr>
        <p:spPr>
          <a:xfrm>
            <a:off x="4354032" y="4067736"/>
            <a:ext cx="753283" cy="369332"/>
          </a:xfrm>
          <a:prstGeom prst="rect">
            <a:avLst/>
          </a:prstGeom>
          <a:blipFill>
            <a:blip r:embed="rId6"/>
            <a:stretch>
              <a:fillRect l="-8065" r="-2419" b="-14754"/>
            </a:stretch>
          </a:blipFill>
        </p:spPr>
        <p:txBody>
          <a:bodyPr/>
          <a:lstStyle/>
          <a:p>
            <a:pPr>
              <a:defRPr/>
            </a:pPr>
            <a:r>
              <a:rPr lang="en-US">
                <a:noFill/>
              </a:rPr>
              <a:t> </a:t>
            </a:r>
          </a:p>
        </p:txBody>
      </p:sp>
      <p:cxnSp>
        <p:nvCxnSpPr>
          <p:cNvPr id="23" name="Straight Connector 22">
            <a:extLst>
              <a:ext uri="{FF2B5EF4-FFF2-40B4-BE49-F238E27FC236}">
                <a16:creationId xmlns:a16="http://schemas.microsoft.com/office/drawing/2014/main" id="{84E5171F-574B-4BE6-8D88-A6D5E788D06F}"/>
              </a:ext>
            </a:extLst>
          </p:cNvPr>
          <p:cNvCxnSpPr/>
          <p:nvPr/>
        </p:nvCxnSpPr>
        <p:spPr>
          <a:xfrm flipH="1">
            <a:off x="6584951" y="3487738"/>
            <a:ext cx="765175" cy="1047750"/>
          </a:xfrm>
          <a:prstGeom prst="line">
            <a:avLst/>
          </a:prstGeom>
        </p:spPr>
        <p:style>
          <a:lnRef idx="3">
            <a:schemeClr val="accent1"/>
          </a:lnRef>
          <a:fillRef idx="0">
            <a:schemeClr val="accent1"/>
          </a:fillRef>
          <a:effectRef idx="2">
            <a:schemeClr val="accent1"/>
          </a:effectRef>
          <a:fontRef idx="minor">
            <a:schemeClr val="tx1"/>
          </a:fontRef>
        </p:style>
      </p:cxnSp>
      <p:cxnSp>
        <p:nvCxnSpPr>
          <p:cNvPr id="24" name="Straight Connector 23">
            <a:extLst>
              <a:ext uri="{FF2B5EF4-FFF2-40B4-BE49-F238E27FC236}">
                <a16:creationId xmlns:a16="http://schemas.microsoft.com/office/drawing/2014/main" id="{A3AEA926-B296-4F74-871B-B9846953FADC}"/>
              </a:ext>
            </a:extLst>
          </p:cNvPr>
          <p:cNvCxnSpPr/>
          <p:nvPr/>
        </p:nvCxnSpPr>
        <p:spPr>
          <a:xfrm>
            <a:off x="7664450" y="3259138"/>
            <a:ext cx="685800" cy="1276350"/>
          </a:xfrm>
          <a:prstGeom prst="line">
            <a:avLst/>
          </a:prstGeom>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E7C9D877-FE00-4A13-B1C7-1AB1E32A98D9}"/>
              </a:ext>
            </a:extLst>
          </p:cNvPr>
          <p:cNvSpPr/>
          <p:nvPr/>
        </p:nvSpPr>
        <p:spPr>
          <a:xfrm>
            <a:off x="6221413" y="4095750"/>
            <a:ext cx="1066800" cy="9144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endParaRPr lang="en-US"/>
          </a:p>
        </p:txBody>
      </p:sp>
      <p:sp>
        <p:nvSpPr>
          <p:cNvPr id="26" name="Oval 25">
            <a:extLst>
              <a:ext uri="{FF2B5EF4-FFF2-40B4-BE49-F238E27FC236}">
                <a16:creationId xmlns:a16="http://schemas.microsoft.com/office/drawing/2014/main" id="{93336B60-35D6-4882-BCD6-96784F3F0572}"/>
              </a:ext>
            </a:extLst>
          </p:cNvPr>
          <p:cNvSpPr/>
          <p:nvPr/>
        </p:nvSpPr>
        <p:spPr>
          <a:xfrm>
            <a:off x="7789863" y="3746500"/>
            <a:ext cx="1066800" cy="9144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endParaRPr lang="en-US"/>
          </a:p>
        </p:txBody>
      </p:sp>
      <p:sp>
        <p:nvSpPr>
          <p:cNvPr id="27" name="TextBox 26">
            <a:extLst>
              <a:ext uri="{FF2B5EF4-FFF2-40B4-BE49-F238E27FC236}">
                <a16:creationId xmlns:a16="http://schemas.microsoft.com/office/drawing/2014/main" id="{FEC2EFBC-746B-489A-8CB3-43E3AFD06558}"/>
              </a:ext>
            </a:extLst>
          </p:cNvPr>
          <p:cNvSpPr txBox="1">
            <a:spLocks noRot="1" noChangeAspect="1" noMove="1" noResize="1" noEditPoints="1" noAdjustHandles="1" noChangeArrowheads="1" noChangeShapeType="1" noTextEdit="1"/>
          </p:cNvSpPr>
          <p:nvPr/>
        </p:nvSpPr>
        <p:spPr>
          <a:xfrm>
            <a:off x="6248399" y="5079529"/>
            <a:ext cx="746166" cy="369332"/>
          </a:xfrm>
          <a:prstGeom prst="rect">
            <a:avLst/>
          </a:prstGeom>
          <a:blipFill>
            <a:blip r:embed="rId7"/>
            <a:stretch>
              <a:fillRect l="-8197" r="-3279" b="-14754"/>
            </a:stretch>
          </a:blipFill>
        </p:spPr>
        <p:txBody>
          <a:bodyPr/>
          <a:lstStyle/>
          <a:p>
            <a:pPr>
              <a:defRPr/>
            </a:pPr>
            <a:r>
              <a:rPr lang="en-US">
                <a:noFill/>
              </a:rPr>
              <a:t> </a:t>
            </a:r>
          </a:p>
        </p:txBody>
      </p:sp>
      <p:sp>
        <p:nvSpPr>
          <p:cNvPr id="28" name="TextBox 27">
            <a:extLst>
              <a:ext uri="{FF2B5EF4-FFF2-40B4-BE49-F238E27FC236}">
                <a16:creationId xmlns:a16="http://schemas.microsoft.com/office/drawing/2014/main" id="{BFDC98E3-648F-45B0-8BD1-7272DFDA1F18}"/>
              </a:ext>
            </a:extLst>
          </p:cNvPr>
          <p:cNvSpPr txBox="1">
            <a:spLocks noRot="1" noChangeAspect="1" noMove="1" noResize="1" noEditPoints="1" noAdjustHandles="1" noChangeArrowheads="1" noChangeShapeType="1" noTextEdit="1"/>
          </p:cNvSpPr>
          <p:nvPr/>
        </p:nvSpPr>
        <p:spPr>
          <a:xfrm>
            <a:off x="8458200" y="4641379"/>
            <a:ext cx="415114" cy="369332"/>
          </a:xfrm>
          <a:prstGeom prst="rect">
            <a:avLst/>
          </a:prstGeom>
          <a:blipFill>
            <a:blip r:embed="rId8"/>
            <a:stretch>
              <a:fillRect l="-16176" r="-4412" b="-14754"/>
            </a:stretch>
          </a:blipFill>
        </p:spPr>
        <p:txBody>
          <a:bodyPr/>
          <a:lstStyle/>
          <a:p>
            <a:pPr>
              <a:defRPr/>
            </a:pPr>
            <a:r>
              <a:rPr lang="en-US">
                <a:noFill/>
              </a:rPr>
              <a:t> </a:t>
            </a:r>
          </a:p>
        </p:txBody>
      </p:sp>
      <p:sp>
        <p:nvSpPr>
          <p:cNvPr id="29" name="TextBox 28">
            <a:extLst>
              <a:ext uri="{FF2B5EF4-FFF2-40B4-BE49-F238E27FC236}">
                <a16:creationId xmlns:a16="http://schemas.microsoft.com/office/drawing/2014/main" id="{1057BF49-0905-401C-860A-F58C439567BE}"/>
              </a:ext>
            </a:extLst>
          </p:cNvPr>
          <p:cNvSpPr txBox="1">
            <a:spLocks noRot="1" noChangeAspect="1" noMove="1" noResize="1" noEditPoints="1" noAdjustHandles="1" noChangeArrowheads="1" noChangeShapeType="1" noTextEdit="1"/>
          </p:cNvSpPr>
          <p:nvPr/>
        </p:nvSpPr>
        <p:spPr>
          <a:xfrm>
            <a:off x="8833019" y="381000"/>
            <a:ext cx="1192955" cy="369332"/>
          </a:xfrm>
          <a:prstGeom prst="rect">
            <a:avLst/>
          </a:prstGeom>
          <a:blipFill>
            <a:blip r:embed="rId9"/>
            <a:stretch>
              <a:fillRect l="-9184" t="-26667" r="-8163" b="-50000"/>
            </a:stretch>
          </a:blipFill>
        </p:spPr>
        <p:txBody>
          <a:bodyPr/>
          <a:lstStyle/>
          <a:p>
            <a:pPr>
              <a:defRPr/>
            </a:pPr>
            <a:r>
              <a:rPr lang="en-US">
                <a:noFill/>
              </a:rPr>
              <a:t> </a:t>
            </a:r>
          </a:p>
        </p:txBody>
      </p:sp>
      <p:sp>
        <p:nvSpPr>
          <p:cNvPr id="30" name="Rectangle 29">
            <a:extLst>
              <a:ext uri="{FF2B5EF4-FFF2-40B4-BE49-F238E27FC236}">
                <a16:creationId xmlns:a16="http://schemas.microsoft.com/office/drawing/2014/main" id="{2BACDA5B-0510-41A5-BBE1-E43048004781}"/>
              </a:ext>
            </a:extLst>
          </p:cNvPr>
          <p:cNvSpPr>
            <a:spLocks noRot="1" noChangeAspect="1" noMove="1" noResize="1" noEditPoints="1" noAdjustHandles="1" noChangeArrowheads="1" noChangeShapeType="1" noTextEdit="1"/>
          </p:cNvSpPr>
          <p:nvPr/>
        </p:nvSpPr>
        <p:spPr>
          <a:xfrm>
            <a:off x="8740684" y="744920"/>
            <a:ext cx="1554656" cy="461665"/>
          </a:xfrm>
          <a:prstGeom prst="rect">
            <a:avLst/>
          </a:prstGeom>
          <a:blipFill>
            <a:blip r:embed="rId10"/>
            <a:stretch>
              <a:fillRect l="-1176" t="-10526" b="-28947"/>
            </a:stretch>
          </a:blipFill>
        </p:spPr>
        <p:txBody>
          <a:bodyPr/>
          <a:lstStyle/>
          <a:p>
            <a:pPr>
              <a:defRPr/>
            </a:pPr>
            <a:r>
              <a:rPr lang="en-US">
                <a:noFill/>
              </a:rPr>
              <a:t> </a:t>
            </a:r>
          </a:p>
        </p:txBody>
      </p:sp>
      <p:sp>
        <p:nvSpPr>
          <p:cNvPr id="31" name="Rectangle 30">
            <a:extLst>
              <a:ext uri="{FF2B5EF4-FFF2-40B4-BE49-F238E27FC236}">
                <a16:creationId xmlns:a16="http://schemas.microsoft.com/office/drawing/2014/main" id="{DC6A6920-5668-41C2-B815-3826713020A5}"/>
              </a:ext>
            </a:extLst>
          </p:cNvPr>
          <p:cNvSpPr>
            <a:spLocks noRot="1" noChangeAspect="1" noMove="1" noResize="1" noEditPoints="1" noAdjustHandles="1" noChangeArrowheads="1" noChangeShapeType="1" noTextEdit="1"/>
          </p:cNvSpPr>
          <p:nvPr/>
        </p:nvSpPr>
        <p:spPr>
          <a:xfrm>
            <a:off x="8740684" y="1146378"/>
            <a:ext cx="1538626" cy="461665"/>
          </a:xfrm>
          <a:prstGeom prst="rect">
            <a:avLst/>
          </a:prstGeom>
          <a:blipFill>
            <a:blip r:embed="rId11"/>
            <a:stretch>
              <a:fillRect l="-1190" t="-10526" b="-28947"/>
            </a:stretch>
          </a:blipFill>
        </p:spPr>
        <p:txBody>
          <a:bodyPr/>
          <a:lstStyle/>
          <a:p>
            <a:pPr>
              <a:defRPr/>
            </a:pPr>
            <a:r>
              <a:rPr lang="en-US">
                <a:noFill/>
              </a:rPr>
              <a:t> </a:t>
            </a:r>
          </a:p>
        </p:txBody>
      </p:sp>
      <p:sp>
        <p:nvSpPr>
          <p:cNvPr id="32" name="TextBox 31">
            <a:extLst>
              <a:ext uri="{FF2B5EF4-FFF2-40B4-BE49-F238E27FC236}">
                <a16:creationId xmlns:a16="http://schemas.microsoft.com/office/drawing/2014/main" id="{2626A545-D341-418B-AAD2-E67A13B61C41}"/>
              </a:ext>
            </a:extLst>
          </p:cNvPr>
          <p:cNvSpPr txBox="1">
            <a:spLocks noChangeArrowheads="1"/>
          </p:cNvSpPr>
          <p:nvPr/>
        </p:nvSpPr>
        <p:spPr bwMode="auto">
          <a:xfrm>
            <a:off x="3171826" y="5356226"/>
            <a:ext cx="5445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2400">
                <a:latin typeface="Times New Roman" panose="02020603050405020304" pitchFamily="18" charset="0"/>
              </a:rPr>
              <a:t>(0)</a:t>
            </a:r>
          </a:p>
        </p:txBody>
      </p:sp>
      <p:sp>
        <p:nvSpPr>
          <p:cNvPr id="33" name="TextBox 32">
            <a:extLst>
              <a:ext uri="{FF2B5EF4-FFF2-40B4-BE49-F238E27FC236}">
                <a16:creationId xmlns:a16="http://schemas.microsoft.com/office/drawing/2014/main" id="{D66F228C-5C59-4AF0-BC53-CB71A18428BD}"/>
              </a:ext>
            </a:extLst>
          </p:cNvPr>
          <p:cNvSpPr txBox="1">
            <a:spLocks noChangeArrowheads="1"/>
          </p:cNvSpPr>
          <p:nvPr/>
        </p:nvSpPr>
        <p:spPr bwMode="auto">
          <a:xfrm>
            <a:off x="5359401" y="5181601"/>
            <a:ext cx="6969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2400">
                <a:latin typeface="Times New Roman" panose="02020603050405020304" pitchFamily="18" charset="0"/>
              </a:rPr>
              <a:t>(40)</a:t>
            </a:r>
          </a:p>
        </p:txBody>
      </p:sp>
      <p:sp>
        <p:nvSpPr>
          <p:cNvPr id="34" name="Rectangle 33">
            <a:extLst>
              <a:ext uri="{FF2B5EF4-FFF2-40B4-BE49-F238E27FC236}">
                <a16:creationId xmlns:a16="http://schemas.microsoft.com/office/drawing/2014/main" id="{3E1E6FA5-6481-4F65-AD53-DDF1F61BCE7C}"/>
              </a:ext>
            </a:extLst>
          </p:cNvPr>
          <p:cNvSpPr>
            <a:spLocks noRot="1" noChangeAspect="1" noMove="1" noResize="1" noEditPoints="1" noAdjustHandles="1" noChangeArrowheads="1" noChangeShapeType="1" noTextEdit="1"/>
          </p:cNvSpPr>
          <p:nvPr/>
        </p:nvSpPr>
        <p:spPr>
          <a:xfrm>
            <a:off x="5215586" y="3814725"/>
            <a:ext cx="873444" cy="461665"/>
          </a:xfrm>
          <a:prstGeom prst="rect">
            <a:avLst/>
          </a:prstGeom>
          <a:blipFill>
            <a:blip r:embed="rId12"/>
            <a:stretch>
              <a:fillRect l="-11189" t="-10526" b="-28947"/>
            </a:stretch>
          </a:blipFill>
        </p:spPr>
        <p:txBody>
          <a:bodyPr/>
          <a:lstStyle/>
          <a:p>
            <a:pPr>
              <a:defRPr/>
            </a:pPr>
            <a:r>
              <a:rPr lang="en-US">
                <a:noFill/>
              </a:rPr>
              <a:t> </a:t>
            </a:r>
          </a:p>
        </p:txBody>
      </p:sp>
      <p:sp>
        <p:nvSpPr>
          <p:cNvPr id="35" name="Rectangle 34">
            <a:extLst>
              <a:ext uri="{FF2B5EF4-FFF2-40B4-BE49-F238E27FC236}">
                <a16:creationId xmlns:a16="http://schemas.microsoft.com/office/drawing/2014/main" id="{5A4CF728-51B3-4116-9DDB-5ECE648E42F5}"/>
              </a:ext>
            </a:extLst>
          </p:cNvPr>
          <p:cNvSpPr>
            <a:spLocks noRot="1" noChangeAspect="1" noMove="1" noResize="1" noEditPoints="1" noAdjustHandles="1" noChangeArrowheads="1" noChangeShapeType="1" noTextEdit="1"/>
          </p:cNvSpPr>
          <p:nvPr/>
        </p:nvSpPr>
        <p:spPr>
          <a:xfrm>
            <a:off x="1894628" y="3972397"/>
            <a:ext cx="873444" cy="461665"/>
          </a:xfrm>
          <a:prstGeom prst="rect">
            <a:avLst/>
          </a:prstGeom>
          <a:blipFill>
            <a:blip r:embed="rId13"/>
            <a:stretch>
              <a:fillRect l="-11189" t="-10667" b="-30667"/>
            </a:stretch>
          </a:blipFill>
        </p:spPr>
        <p:txBody>
          <a:bodyPr/>
          <a:lstStyle/>
          <a:p>
            <a:pPr>
              <a:defRPr/>
            </a:pPr>
            <a:r>
              <a:rPr lang="en-US">
                <a:noFill/>
              </a:rPr>
              <a:t> </a:t>
            </a:r>
          </a:p>
        </p:txBody>
      </p:sp>
      <p:sp>
        <p:nvSpPr>
          <p:cNvPr id="36" name="TextBox 35">
            <a:extLst>
              <a:ext uri="{FF2B5EF4-FFF2-40B4-BE49-F238E27FC236}">
                <a16:creationId xmlns:a16="http://schemas.microsoft.com/office/drawing/2014/main" id="{270F42E1-D8C0-42CC-BDD7-61D80FDF6642}"/>
              </a:ext>
            </a:extLst>
          </p:cNvPr>
          <p:cNvSpPr txBox="1">
            <a:spLocks noChangeArrowheads="1"/>
          </p:cNvSpPr>
          <p:nvPr/>
        </p:nvSpPr>
        <p:spPr bwMode="auto">
          <a:xfrm>
            <a:off x="6719889" y="1724026"/>
            <a:ext cx="11271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2400">
                <a:latin typeface="Times New Roman" panose="02020603050405020304" pitchFamily="18" charset="0"/>
              </a:rPr>
              <a:t>30+120</a:t>
            </a:r>
          </a:p>
          <a:p>
            <a:pPr eaLnBrk="1" hangingPunct="1">
              <a:spcBef>
                <a:spcPct val="0"/>
              </a:spcBef>
              <a:buFontTx/>
              <a:buNone/>
            </a:pPr>
            <a:r>
              <a:rPr lang="en-US" altLang="en-US" sz="2400">
                <a:latin typeface="Times New Roman" panose="02020603050405020304" pitchFamily="18" charset="0"/>
              </a:rPr>
              <a:t>= 150</a:t>
            </a:r>
          </a:p>
        </p:txBody>
      </p:sp>
      <p:sp>
        <p:nvSpPr>
          <p:cNvPr id="37" name="TextBox 36">
            <a:extLst>
              <a:ext uri="{FF2B5EF4-FFF2-40B4-BE49-F238E27FC236}">
                <a16:creationId xmlns:a16="http://schemas.microsoft.com/office/drawing/2014/main" id="{8D588F89-C623-485B-96D7-4A462AE23EE2}"/>
              </a:ext>
            </a:extLst>
          </p:cNvPr>
          <p:cNvSpPr txBox="1">
            <a:spLocks noChangeArrowheads="1"/>
          </p:cNvSpPr>
          <p:nvPr/>
        </p:nvSpPr>
        <p:spPr bwMode="auto">
          <a:xfrm>
            <a:off x="6534150" y="5413376"/>
            <a:ext cx="850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2400">
                <a:latin typeface="Times New Roman" panose="02020603050405020304" pitchFamily="18" charset="0"/>
              </a:rPr>
              <a:t>(120)</a:t>
            </a:r>
          </a:p>
        </p:txBody>
      </p:sp>
      <p:sp>
        <p:nvSpPr>
          <p:cNvPr id="38" name="Rectangle 37">
            <a:extLst>
              <a:ext uri="{FF2B5EF4-FFF2-40B4-BE49-F238E27FC236}">
                <a16:creationId xmlns:a16="http://schemas.microsoft.com/office/drawing/2014/main" id="{05BDE69B-994A-4208-AA63-FCD43C51E7F0}"/>
              </a:ext>
            </a:extLst>
          </p:cNvPr>
          <p:cNvSpPr>
            <a:spLocks noRot="1" noChangeAspect="1" noMove="1" noResize="1" noEditPoints="1" noAdjustHandles="1" noChangeArrowheads="1" noChangeShapeType="1" noTextEdit="1"/>
          </p:cNvSpPr>
          <p:nvPr/>
        </p:nvSpPr>
        <p:spPr>
          <a:xfrm>
            <a:off x="7063073" y="4683238"/>
            <a:ext cx="1043363" cy="461665"/>
          </a:xfrm>
          <a:prstGeom prst="rect">
            <a:avLst/>
          </a:prstGeom>
          <a:blipFill>
            <a:blip r:embed="rId14"/>
            <a:stretch>
              <a:fillRect l="-9357" t="-10526" b="-28947"/>
            </a:stretch>
          </a:blipFill>
        </p:spPr>
        <p:txBody>
          <a:bodyPr/>
          <a:lstStyle/>
          <a:p>
            <a:pPr>
              <a:defRPr/>
            </a:pPr>
            <a:r>
              <a:rPr lang="en-US">
                <a:noFill/>
              </a:rPr>
              <a:t> </a:t>
            </a:r>
          </a:p>
        </p:txBody>
      </p:sp>
      <p:sp>
        <p:nvSpPr>
          <p:cNvPr id="39" name="TextBox 38">
            <a:extLst>
              <a:ext uri="{FF2B5EF4-FFF2-40B4-BE49-F238E27FC236}">
                <a16:creationId xmlns:a16="http://schemas.microsoft.com/office/drawing/2014/main" id="{42AD6E23-4A5C-4384-B47A-F1EA14EC89A7}"/>
              </a:ext>
            </a:extLst>
          </p:cNvPr>
          <p:cNvSpPr txBox="1">
            <a:spLocks noChangeArrowheads="1"/>
          </p:cNvSpPr>
          <p:nvPr/>
        </p:nvSpPr>
        <p:spPr bwMode="auto">
          <a:xfrm>
            <a:off x="8570913" y="4987926"/>
            <a:ext cx="5445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2400">
                <a:latin typeface="Times New Roman" panose="02020603050405020304" pitchFamily="18" charset="0"/>
              </a:rPr>
              <a:t>(0)</a:t>
            </a:r>
          </a:p>
        </p:txBody>
      </p:sp>
      <p:sp>
        <p:nvSpPr>
          <p:cNvPr id="40" name="TextBox 39">
            <a:extLst>
              <a:ext uri="{FF2B5EF4-FFF2-40B4-BE49-F238E27FC236}">
                <a16:creationId xmlns:a16="http://schemas.microsoft.com/office/drawing/2014/main" id="{B28C0E0F-A2F0-4F45-9858-408C6F2955EB}"/>
              </a:ext>
            </a:extLst>
          </p:cNvPr>
          <p:cNvSpPr txBox="1">
            <a:spLocks noChangeArrowheads="1"/>
          </p:cNvSpPr>
          <p:nvPr/>
        </p:nvSpPr>
        <p:spPr bwMode="auto">
          <a:xfrm>
            <a:off x="5326064" y="2628901"/>
            <a:ext cx="973137"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2400">
                <a:latin typeface="Times New Roman" panose="02020603050405020304" pitchFamily="18" charset="0"/>
              </a:rPr>
              <a:t>12+40</a:t>
            </a:r>
          </a:p>
          <a:p>
            <a:pPr eaLnBrk="1" hangingPunct="1">
              <a:spcBef>
                <a:spcPct val="0"/>
              </a:spcBef>
              <a:buFontTx/>
              <a:buNone/>
            </a:pPr>
            <a:r>
              <a:rPr lang="en-US" altLang="en-US" sz="2400">
                <a:latin typeface="Times New Roman" panose="02020603050405020304" pitchFamily="18" charset="0"/>
              </a:rPr>
              <a:t>= 52</a:t>
            </a:r>
          </a:p>
        </p:txBody>
      </p:sp>
      <p:cxnSp>
        <p:nvCxnSpPr>
          <p:cNvPr id="42" name="Straight Connector 41">
            <a:extLst>
              <a:ext uri="{FF2B5EF4-FFF2-40B4-BE49-F238E27FC236}">
                <a16:creationId xmlns:a16="http://schemas.microsoft.com/office/drawing/2014/main" id="{15D5319B-43F3-4A5A-884F-41C5B2937392}"/>
              </a:ext>
            </a:extLst>
          </p:cNvPr>
          <p:cNvCxnSpPr/>
          <p:nvPr/>
        </p:nvCxnSpPr>
        <p:spPr>
          <a:xfrm flipH="1">
            <a:off x="5006976" y="1592264"/>
            <a:ext cx="549275" cy="84613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DF009A7-7CD3-4C3E-892E-0F4309CED9C3}"/>
              </a:ext>
            </a:extLst>
          </p:cNvPr>
          <p:cNvCxnSpPr/>
          <p:nvPr/>
        </p:nvCxnSpPr>
        <p:spPr>
          <a:xfrm flipH="1">
            <a:off x="3751264" y="3554414"/>
            <a:ext cx="549275" cy="846137"/>
          </a:xfrm>
          <a:prstGeom prst="line">
            <a:avLst/>
          </a:prstGeom>
          <a:ln>
            <a:solidFill>
              <a:srgbClr val="FF0000"/>
            </a:solidFill>
          </a:ln>
        </p:spPr>
        <p:style>
          <a:lnRef idx="1">
            <a:schemeClr val="accent4"/>
          </a:lnRef>
          <a:fillRef idx="0">
            <a:schemeClr val="accent4"/>
          </a:fillRef>
          <a:effectRef idx="0">
            <a:schemeClr val="accent4"/>
          </a:effectRef>
          <a:fontRef idx="minor">
            <a:schemeClr val="tx1"/>
          </a:fontRef>
        </p:style>
      </p:cxnSp>
      <p:cxnSp>
        <p:nvCxnSpPr>
          <p:cNvPr id="45" name="Straight Connector 44">
            <a:extLst>
              <a:ext uri="{FF2B5EF4-FFF2-40B4-BE49-F238E27FC236}">
                <a16:creationId xmlns:a16="http://schemas.microsoft.com/office/drawing/2014/main" id="{CDA776B0-AC2F-4AB3-98B8-C95336BBE204}"/>
              </a:ext>
            </a:extLst>
          </p:cNvPr>
          <p:cNvCxnSpPr/>
          <p:nvPr/>
        </p:nvCxnSpPr>
        <p:spPr>
          <a:xfrm>
            <a:off x="4540251" y="3475038"/>
            <a:ext cx="466725" cy="715962"/>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46" name="Block Arc 45">
            <a:extLst>
              <a:ext uri="{FF2B5EF4-FFF2-40B4-BE49-F238E27FC236}">
                <a16:creationId xmlns:a16="http://schemas.microsoft.com/office/drawing/2014/main" id="{B8FE3E4C-186B-46EF-A6BC-63360B42D182}"/>
              </a:ext>
            </a:extLst>
          </p:cNvPr>
          <p:cNvSpPr/>
          <p:nvPr/>
        </p:nvSpPr>
        <p:spPr>
          <a:xfrm rot="10800000">
            <a:off x="3987800" y="3276601"/>
            <a:ext cx="984250" cy="633413"/>
          </a:xfrm>
          <a:prstGeom prst="blockArc">
            <a:avLst>
              <a:gd name="adj1" fmla="val 10220406"/>
              <a:gd name="adj2" fmla="val 0"/>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chemeClr val="tx1"/>
              </a:solidFill>
            </a:endParaRPr>
          </a:p>
        </p:txBody>
      </p:sp>
      <p:sp>
        <p:nvSpPr>
          <p:cNvPr id="47" name="Block Arc 46">
            <a:extLst>
              <a:ext uri="{FF2B5EF4-FFF2-40B4-BE49-F238E27FC236}">
                <a16:creationId xmlns:a16="http://schemas.microsoft.com/office/drawing/2014/main" id="{67AB34B2-1743-4DC6-BF66-57BB58274E4F}"/>
              </a:ext>
            </a:extLst>
          </p:cNvPr>
          <p:cNvSpPr/>
          <p:nvPr/>
        </p:nvSpPr>
        <p:spPr>
          <a:xfrm rot="10800000">
            <a:off x="7191376" y="3424238"/>
            <a:ext cx="695325" cy="457200"/>
          </a:xfrm>
          <a:prstGeom prst="blockArc">
            <a:avLst>
              <a:gd name="adj1" fmla="val 10220406"/>
              <a:gd name="adj2" fmla="val 0"/>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down)">
                                      <p:cBhvr>
                                        <p:cTn id="13" dur="500"/>
                                        <p:tgtEl>
                                          <p:spTgt spid="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4"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down)">
                                      <p:cBhvr>
                                        <p:cTn id="18" dur="500"/>
                                        <p:tgtEl>
                                          <p:spTgt spid="7"/>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6" presetClass="entr" presetSubtype="21"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barn(inVertical)">
                                      <p:cBhvr>
                                        <p:cTn id="23" dur="500"/>
                                        <p:tgtEl>
                                          <p:spTgt spid="10"/>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6" presetClass="entr" presetSubtype="21"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barn(inVertical)">
                                      <p:cBhvr>
                                        <p:cTn id="28" dur="500"/>
                                        <p:tgtEl>
                                          <p:spTgt spid="8"/>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circle(in)">
                                      <p:cBhvr>
                                        <p:cTn id="33" dur="2000"/>
                                        <p:tgtEl>
                                          <p:spTgt spid="14"/>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42" presetClass="entr" presetSubtype="0" fill="hold"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1000"/>
                                        <p:tgtEl>
                                          <p:spTgt spid="15"/>
                                        </p:tgtEl>
                                      </p:cBhvr>
                                    </p:animEffect>
                                    <p:anim calcmode="lin" valueType="num">
                                      <p:cBhvr>
                                        <p:cTn id="39" dur="1000" fill="hold"/>
                                        <p:tgtEl>
                                          <p:spTgt spid="15"/>
                                        </p:tgtEl>
                                        <p:attrNameLst>
                                          <p:attrName>ppt_x</p:attrName>
                                        </p:attrNameLst>
                                      </p:cBhvr>
                                      <p:tavLst>
                                        <p:tav tm="0">
                                          <p:val>
                                            <p:strVal val="#ppt_x"/>
                                          </p:val>
                                        </p:tav>
                                        <p:tav tm="100000">
                                          <p:val>
                                            <p:strVal val="#ppt_x"/>
                                          </p:val>
                                        </p:tav>
                                      </p:tavLst>
                                    </p:anim>
                                    <p:anim calcmode="lin" valueType="num">
                                      <p:cBhvr>
                                        <p:cTn id="40"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16" presetClass="entr" presetSubtype="21" fill="hold" nodeType="click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barn(inVertical)">
                                      <p:cBhvr>
                                        <p:cTn id="45" dur="500"/>
                                        <p:tgtEl>
                                          <p:spTgt spid="16"/>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4" fill="hold" nodeType="click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wipe(down)">
                                      <p:cBhvr>
                                        <p:cTn id="50" dur="500"/>
                                        <p:tgtEl>
                                          <p:spTgt spid="17"/>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4" fill="hold" nodeType="click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wipe(down)">
                                      <p:cBhvr>
                                        <p:cTn id="55" dur="500"/>
                                        <p:tgtEl>
                                          <p:spTgt spid="18"/>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4" fill="hold" grpId="0" nodeType="click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wipe(down)">
                                      <p:cBhvr>
                                        <p:cTn id="60" dur="500"/>
                                        <p:tgtEl>
                                          <p:spTgt spid="19"/>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6" presetClass="entr" presetSubtype="21" fill="hold" grpId="0" nodeType="clickEffect">
                                  <p:stCondLst>
                                    <p:cond delay="0"/>
                                  </p:stCondLst>
                                  <p:childTnLst>
                                    <p:set>
                                      <p:cBhvr>
                                        <p:cTn id="64" dur="1" fill="hold">
                                          <p:stCondLst>
                                            <p:cond delay="0"/>
                                          </p:stCondLst>
                                        </p:cTn>
                                        <p:tgtEl>
                                          <p:spTgt spid="20"/>
                                        </p:tgtEl>
                                        <p:attrNameLst>
                                          <p:attrName>style.visibility</p:attrName>
                                        </p:attrNameLst>
                                      </p:cBhvr>
                                      <p:to>
                                        <p:strVal val="visible"/>
                                      </p:to>
                                    </p:set>
                                    <p:animEffect transition="in" filter="barn(inVertical)">
                                      <p:cBhvr>
                                        <p:cTn id="65" dur="500"/>
                                        <p:tgtEl>
                                          <p:spTgt spid="20"/>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4" fill="hold" nodeType="clickEffect">
                                  <p:stCondLst>
                                    <p:cond delay="0"/>
                                  </p:stCondLst>
                                  <p:childTnLst>
                                    <p:set>
                                      <p:cBhvr>
                                        <p:cTn id="69" dur="1" fill="hold">
                                          <p:stCondLst>
                                            <p:cond delay="0"/>
                                          </p:stCondLst>
                                        </p:cTn>
                                        <p:tgtEl>
                                          <p:spTgt spid="21"/>
                                        </p:tgtEl>
                                        <p:attrNameLst>
                                          <p:attrName>style.visibility</p:attrName>
                                        </p:attrNameLst>
                                      </p:cBhvr>
                                      <p:to>
                                        <p:strVal val="visible"/>
                                      </p:to>
                                    </p:set>
                                    <p:animEffect transition="in" filter="wipe(down)">
                                      <p:cBhvr>
                                        <p:cTn id="70" dur="500"/>
                                        <p:tgtEl>
                                          <p:spTgt spid="21"/>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16" presetClass="entr" presetSubtype="21" fill="hold" nodeType="clickEffect">
                                  <p:stCondLst>
                                    <p:cond delay="0"/>
                                  </p:stCondLst>
                                  <p:childTnLst>
                                    <p:set>
                                      <p:cBhvr>
                                        <p:cTn id="74" dur="1" fill="hold">
                                          <p:stCondLst>
                                            <p:cond delay="0"/>
                                          </p:stCondLst>
                                        </p:cTn>
                                        <p:tgtEl>
                                          <p:spTgt spid="22"/>
                                        </p:tgtEl>
                                        <p:attrNameLst>
                                          <p:attrName>style.visibility</p:attrName>
                                        </p:attrNameLst>
                                      </p:cBhvr>
                                      <p:to>
                                        <p:strVal val="visible"/>
                                      </p:to>
                                    </p:set>
                                    <p:animEffect transition="in" filter="barn(inVertical)">
                                      <p:cBhvr>
                                        <p:cTn id="75" dur="500"/>
                                        <p:tgtEl>
                                          <p:spTgt spid="22"/>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6" presetClass="entr" presetSubtype="16" fill="hold" nodeType="clickEffect">
                                  <p:stCondLst>
                                    <p:cond delay="0"/>
                                  </p:stCondLst>
                                  <p:childTnLst>
                                    <p:set>
                                      <p:cBhvr>
                                        <p:cTn id="79" dur="1" fill="hold">
                                          <p:stCondLst>
                                            <p:cond delay="0"/>
                                          </p:stCondLst>
                                        </p:cTn>
                                        <p:tgtEl>
                                          <p:spTgt spid="23"/>
                                        </p:tgtEl>
                                        <p:attrNameLst>
                                          <p:attrName>style.visibility</p:attrName>
                                        </p:attrNameLst>
                                      </p:cBhvr>
                                      <p:to>
                                        <p:strVal val="visible"/>
                                      </p:to>
                                    </p:set>
                                    <p:animEffect transition="in" filter="circle(in)">
                                      <p:cBhvr>
                                        <p:cTn id="80" dur="2000"/>
                                        <p:tgtEl>
                                          <p:spTgt spid="23"/>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1" presetClass="entr" presetSubtype="1" fill="hold" nodeType="clickEffect">
                                  <p:stCondLst>
                                    <p:cond delay="0"/>
                                  </p:stCondLst>
                                  <p:childTnLst>
                                    <p:set>
                                      <p:cBhvr>
                                        <p:cTn id="84" dur="1" fill="hold">
                                          <p:stCondLst>
                                            <p:cond delay="0"/>
                                          </p:stCondLst>
                                        </p:cTn>
                                        <p:tgtEl>
                                          <p:spTgt spid="24"/>
                                        </p:tgtEl>
                                        <p:attrNameLst>
                                          <p:attrName>style.visibility</p:attrName>
                                        </p:attrNameLst>
                                      </p:cBhvr>
                                      <p:to>
                                        <p:strVal val="visible"/>
                                      </p:to>
                                    </p:set>
                                    <p:animEffect transition="in" filter="wheel(1)">
                                      <p:cBhvr>
                                        <p:cTn id="85" dur="2000"/>
                                        <p:tgtEl>
                                          <p:spTgt spid="24"/>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6" presetClass="entr" presetSubtype="16" fill="hold" grpId="0" nodeType="clickEffect">
                                  <p:stCondLst>
                                    <p:cond delay="0"/>
                                  </p:stCondLst>
                                  <p:childTnLst>
                                    <p:set>
                                      <p:cBhvr>
                                        <p:cTn id="89" dur="1" fill="hold">
                                          <p:stCondLst>
                                            <p:cond delay="0"/>
                                          </p:stCondLst>
                                        </p:cTn>
                                        <p:tgtEl>
                                          <p:spTgt spid="25"/>
                                        </p:tgtEl>
                                        <p:attrNameLst>
                                          <p:attrName>style.visibility</p:attrName>
                                        </p:attrNameLst>
                                      </p:cBhvr>
                                      <p:to>
                                        <p:strVal val="visible"/>
                                      </p:to>
                                    </p:set>
                                    <p:animEffect transition="in" filter="circle(in)">
                                      <p:cBhvr>
                                        <p:cTn id="90" dur="2000"/>
                                        <p:tgtEl>
                                          <p:spTgt spid="25"/>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6" presetClass="entr" presetSubtype="16" fill="hold" grpId="0" nodeType="clickEffect">
                                  <p:stCondLst>
                                    <p:cond delay="0"/>
                                  </p:stCondLst>
                                  <p:childTnLst>
                                    <p:set>
                                      <p:cBhvr>
                                        <p:cTn id="94" dur="1" fill="hold">
                                          <p:stCondLst>
                                            <p:cond delay="0"/>
                                          </p:stCondLst>
                                        </p:cTn>
                                        <p:tgtEl>
                                          <p:spTgt spid="26"/>
                                        </p:tgtEl>
                                        <p:attrNameLst>
                                          <p:attrName>style.visibility</p:attrName>
                                        </p:attrNameLst>
                                      </p:cBhvr>
                                      <p:to>
                                        <p:strVal val="visible"/>
                                      </p:to>
                                    </p:set>
                                    <p:animEffect transition="in" filter="circle(in)">
                                      <p:cBhvr>
                                        <p:cTn id="95" dur="2000"/>
                                        <p:tgtEl>
                                          <p:spTgt spid="26"/>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6" presetClass="entr" presetSubtype="16" fill="hold" nodeType="clickEffect">
                                  <p:stCondLst>
                                    <p:cond delay="0"/>
                                  </p:stCondLst>
                                  <p:childTnLst>
                                    <p:set>
                                      <p:cBhvr>
                                        <p:cTn id="99" dur="1" fill="hold">
                                          <p:stCondLst>
                                            <p:cond delay="0"/>
                                          </p:stCondLst>
                                        </p:cTn>
                                        <p:tgtEl>
                                          <p:spTgt spid="27"/>
                                        </p:tgtEl>
                                        <p:attrNameLst>
                                          <p:attrName>style.visibility</p:attrName>
                                        </p:attrNameLst>
                                      </p:cBhvr>
                                      <p:to>
                                        <p:strVal val="visible"/>
                                      </p:to>
                                    </p:set>
                                    <p:animEffect transition="in" filter="circle(in)">
                                      <p:cBhvr>
                                        <p:cTn id="100" dur="2000"/>
                                        <p:tgtEl>
                                          <p:spTgt spid="27"/>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42" presetClass="entr" presetSubtype="0" fill="hold" nodeType="clickEffect">
                                  <p:stCondLst>
                                    <p:cond delay="0"/>
                                  </p:stCondLst>
                                  <p:childTnLst>
                                    <p:set>
                                      <p:cBhvr>
                                        <p:cTn id="104" dur="1" fill="hold">
                                          <p:stCondLst>
                                            <p:cond delay="0"/>
                                          </p:stCondLst>
                                        </p:cTn>
                                        <p:tgtEl>
                                          <p:spTgt spid="28"/>
                                        </p:tgtEl>
                                        <p:attrNameLst>
                                          <p:attrName>style.visibility</p:attrName>
                                        </p:attrNameLst>
                                      </p:cBhvr>
                                      <p:to>
                                        <p:strVal val="visible"/>
                                      </p:to>
                                    </p:set>
                                    <p:animEffect transition="in" filter="fade">
                                      <p:cBhvr>
                                        <p:cTn id="105" dur="1000"/>
                                        <p:tgtEl>
                                          <p:spTgt spid="28"/>
                                        </p:tgtEl>
                                      </p:cBhvr>
                                    </p:animEffect>
                                    <p:anim calcmode="lin" valueType="num">
                                      <p:cBhvr>
                                        <p:cTn id="106" dur="1000" fill="hold"/>
                                        <p:tgtEl>
                                          <p:spTgt spid="28"/>
                                        </p:tgtEl>
                                        <p:attrNameLst>
                                          <p:attrName>ppt_x</p:attrName>
                                        </p:attrNameLst>
                                      </p:cBhvr>
                                      <p:tavLst>
                                        <p:tav tm="0">
                                          <p:val>
                                            <p:strVal val="#ppt_x"/>
                                          </p:val>
                                        </p:tav>
                                        <p:tav tm="100000">
                                          <p:val>
                                            <p:strVal val="#ppt_x"/>
                                          </p:val>
                                        </p:tav>
                                      </p:tavLst>
                                    </p:anim>
                                    <p:anim calcmode="lin" valueType="num">
                                      <p:cBhvr>
                                        <p:cTn id="107"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08" fill="hold" nodeType="clickPar">
                      <p:stCondLst>
                        <p:cond delay="indefinite"/>
                      </p:stCondLst>
                      <p:childTnLst>
                        <p:par>
                          <p:cTn id="109" fill="hold" nodeType="withGroup">
                            <p:stCondLst>
                              <p:cond delay="0"/>
                            </p:stCondLst>
                            <p:childTnLst>
                              <p:par>
                                <p:cTn id="110" presetID="6" presetClass="entr" presetSubtype="16" fill="hold" nodeType="clickEffect">
                                  <p:stCondLst>
                                    <p:cond delay="0"/>
                                  </p:stCondLst>
                                  <p:childTnLst>
                                    <p:set>
                                      <p:cBhvr>
                                        <p:cTn id="111" dur="1" fill="hold">
                                          <p:stCondLst>
                                            <p:cond delay="0"/>
                                          </p:stCondLst>
                                        </p:cTn>
                                        <p:tgtEl>
                                          <p:spTgt spid="29"/>
                                        </p:tgtEl>
                                        <p:attrNameLst>
                                          <p:attrName>style.visibility</p:attrName>
                                        </p:attrNameLst>
                                      </p:cBhvr>
                                      <p:to>
                                        <p:strVal val="visible"/>
                                      </p:to>
                                    </p:set>
                                    <p:animEffect transition="in" filter="circle(in)">
                                      <p:cBhvr>
                                        <p:cTn id="112" dur="2000"/>
                                        <p:tgtEl>
                                          <p:spTgt spid="29"/>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1" presetClass="entr" presetSubtype="1" fill="hold" nodeType="clickEffect">
                                  <p:stCondLst>
                                    <p:cond delay="0"/>
                                  </p:stCondLst>
                                  <p:childTnLst>
                                    <p:set>
                                      <p:cBhvr>
                                        <p:cTn id="116" dur="1" fill="hold">
                                          <p:stCondLst>
                                            <p:cond delay="0"/>
                                          </p:stCondLst>
                                        </p:cTn>
                                        <p:tgtEl>
                                          <p:spTgt spid="30"/>
                                        </p:tgtEl>
                                        <p:attrNameLst>
                                          <p:attrName>style.visibility</p:attrName>
                                        </p:attrNameLst>
                                      </p:cBhvr>
                                      <p:to>
                                        <p:strVal val="visible"/>
                                      </p:to>
                                    </p:set>
                                    <p:animEffect transition="in" filter="wheel(1)">
                                      <p:cBhvr>
                                        <p:cTn id="117" dur="2000"/>
                                        <p:tgtEl>
                                          <p:spTgt spid="30"/>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1" presetClass="entr" presetSubtype="1" fill="hold" nodeType="clickEffect">
                                  <p:stCondLst>
                                    <p:cond delay="0"/>
                                  </p:stCondLst>
                                  <p:childTnLst>
                                    <p:set>
                                      <p:cBhvr>
                                        <p:cTn id="121" dur="1" fill="hold">
                                          <p:stCondLst>
                                            <p:cond delay="0"/>
                                          </p:stCondLst>
                                        </p:cTn>
                                        <p:tgtEl>
                                          <p:spTgt spid="31"/>
                                        </p:tgtEl>
                                        <p:attrNameLst>
                                          <p:attrName>style.visibility</p:attrName>
                                        </p:attrNameLst>
                                      </p:cBhvr>
                                      <p:to>
                                        <p:strVal val="visible"/>
                                      </p:to>
                                    </p:set>
                                    <p:animEffect transition="in" filter="wheel(1)">
                                      <p:cBhvr>
                                        <p:cTn id="122" dur="2000"/>
                                        <p:tgtEl>
                                          <p:spTgt spid="31"/>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2" presetClass="entr" presetSubtype="4" fill="hold" grpId="0" nodeType="clickEffect">
                                  <p:stCondLst>
                                    <p:cond delay="0"/>
                                  </p:stCondLst>
                                  <p:childTnLst>
                                    <p:set>
                                      <p:cBhvr>
                                        <p:cTn id="126" dur="1" fill="hold">
                                          <p:stCondLst>
                                            <p:cond delay="0"/>
                                          </p:stCondLst>
                                        </p:cTn>
                                        <p:tgtEl>
                                          <p:spTgt spid="32"/>
                                        </p:tgtEl>
                                        <p:attrNameLst>
                                          <p:attrName>style.visibility</p:attrName>
                                        </p:attrNameLst>
                                      </p:cBhvr>
                                      <p:to>
                                        <p:strVal val="visible"/>
                                      </p:to>
                                    </p:set>
                                    <p:animEffect transition="in" filter="wipe(down)">
                                      <p:cBhvr>
                                        <p:cTn id="127" dur="500"/>
                                        <p:tgtEl>
                                          <p:spTgt spid="32"/>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16" presetClass="entr" presetSubtype="21" fill="hold" grpId="0" nodeType="clickEffect">
                                  <p:stCondLst>
                                    <p:cond delay="0"/>
                                  </p:stCondLst>
                                  <p:childTnLst>
                                    <p:set>
                                      <p:cBhvr>
                                        <p:cTn id="131" dur="1" fill="hold">
                                          <p:stCondLst>
                                            <p:cond delay="0"/>
                                          </p:stCondLst>
                                        </p:cTn>
                                        <p:tgtEl>
                                          <p:spTgt spid="33"/>
                                        </p:tgtEl>
                                        <p:attrNameLst>
                                          <p:attrName>style.visibility</p:attrName>
                                        </p:attrNameLst>
                                      </p:cBhvr>
                                      <p:to>
                                        <p:strVal val="visible"/>
                                      </p:to>
                                    </p:set>
                                    <p:animEffect transition="in" filter="barn(inVertical)">
                                      <p:cBhvr>
                                        <p:cTn id="132" dur="500"/>
                                        <p:tgtEl>
                                          <p:spTgt spid="33"/>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16" presetClass="entr" presetSubtype="21" fill="hold" nodeType="clickEffect">
                                  <p:stCondLst>
                                    <p:cond delay="0"/>
                                  </p:stCondLst>
                                  <p:childTnLst>
                                    <p:set>
                                      <p:cBhvr>
                                        <p:cTn id="136" dur="1" fill="hold">
                                          <p:stCondLst>
                                            <p:cond delay="0"/>
                                          </p:stCondLst>
                                        </p:cTn>
                                        <p:tgtEl>
                                          <p:spTgt spid="34"/>
                                        </p:tgtEl>
                                        <p:attrNameLst>
                                          <p:attrName>style.visibility</p:attrName>
                                        </p:attrNameLst>
                                      </p:cBhvr>
                                      <p:to>
                                        <p:strVal val="visible"/>
                                      </p:to>
                                    </p:set>
                                    <p:animEffect transition="in" filter="barn(inVertical)">
                                      <p:cBhvr>
                                        <p:cTn id="137" dur="500"/>
                                        <p:tgtEl>
                                          <p:spTgt spid="34"/>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42" presetClass="entr" presetSubtype="0" fill="hold" nodeType="clickEffect">
                                  <p:stCondLst>
                                    <p:cond delay="0"/>
                                  </p:stCondLst>
                                  <p:childTnLst>
                                    <p:set>
                                      <p:cBhvr>
                                        <p:cTn id="141" dur="1" fill="hold">
                                          <p:stCondLst>
                                            <p:cond delay="0"/>
                                          </p:stCondLst>
                                        </p:cTn>
                                        <p:tgtEl>
                                          <p:spTgt spid="35"/>
                                        </p:tgtEl>
                                        <p:attrNameLst>
                                          <p:attrName>style.visibility</p:attrName>
                                        </p:attrNameLst>
                                      </p:cBhvr>
                                      <p:to>
                                        <p:strVal val="visible"/>
                                      </p:to>
                                    </p:set>
                                    <p:animEffect transition="in" filter="fade">
                                      <p:cBhvr>
                                        <p:cTn id="142" dur="1000"/>
                                        <p:tgtEl>
                                          <p:spTgt spid="35"/>
                                        </p:tgtEl>
                                      </p:cBhvr>
                                    </p:animEffect>
                                    <p:anim calcmode="lin" valueType="num">
                                      <p:cBhvr>
                                        <p:cTn id="143" dur="1000" fill="hold"/>
                                        <p:tgtEl>
                                          <p:spTgt spid="35"/>
                                        </p:tgtEl>
                                        <p:attrNameLst>
                                          <p:attrName>ppt_x</p:attrName>
                                        </p:attrNameLst>
                                      </p:cBhvr>
                                      <p:tavLst>
                                        <p:tav tm="0">
                                          <p:val>
                                            <p:strVal val="#ppt_x"/>
                                          </p:val>
                                        </p:tav>
                                        <p:tav tm="100000">
                                          <p:val>
                                            <p:strVal val="#ppt_x"/>
                                          </p:val>
                                        </p:tav>
                                      </p:tavLst>
                                    </p:anim>
                                    <p:anim calcmode="lin" valueType="num">
                                      <p:cBhvr>
                                        <p:cTn id="144"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145" fill="hold" nodeType="clickPar">
                      <p:stCondLst>
                        <p:cond delay="indefinite"/>
                      </p:stCondLst>
                      <p:childTnLst>
                        <p:par>
                          <p:cTn id="146" fill="hold" nodeType="withGroup">
                            <p:stCondLst>
                              <p:cond delay="0"/>
                            </p:stCondLst>
                            <p:childTnLst>
                              <p:par>
                                <p:cTn id="147" presetID="42" presetClass="entr" presetSubtype="0" fill="hold" grpId="0" nodeType="clickEffect">
                                  <p:stCondLst>
                                    <p:cond delay="0"/>
                                  </p:stCondLst>
                                  <p:childTnLst>
                                    <p:set>
                                      <p:cBhvr>
                                        <p:cTn id="148" dur="1" fill="hold">
                                          <p:stCondLst>
                                            <p:cond delay="0"/>
                                          </p:stCondLst>
                                        </p:cTn>
                                        <p:tgtEl>
                                          <p:spTgt spid="40"/>
                                        </p:tgtEl>
                                        <p:attrNameLst>
                                          <p:attrName>style.visibility</p:attrName>
                                        </p:attrNameLst>
                                      </p:cBhvr>
                                      <p:to>
                                        <p:strVal val="visible"/>
                                      </p:to>
                                    </p:set>
                                    <p:animEffect transition="in" filter="fade">
                                      <p:cBhvr>
                                        <p:cTn id="149" dur="1000"/>
                                        <p:tgtEl>
                                          <p:spTgt spid="40"/>
                                        </p:tgtEl>
                                      </p:cBhvr>
                                    </p:animEffect>
                                    <p:anim calcmode="lin" valueType="num">
                                      <p:cBhvr>
                                        <p:cTn id="150" dur="1000" fill="hold"/>
                                        <p:tgtEl>
                                          <p:spTgt spid="40"/>
                                        </p:tgtEl>
                                        <p:attrNameLst>
                                          <p:attrName>ppt_x</p:attrName>
                                        </p:attrNameLst>
                                      </p:cBhvr>
                                      <p:tavLst>
                                        <p:tav tm="0">
                                          <p:val>
                                            <p:strVal val="#ppt_x"/>
                                          </p:val>
                                        </p:tav>
                                        <p:tav tm="100000">
                                          <p:val>
                                            <p:strVal val="#ppt_x"/>
                                          </p:val>
                                        </p:tav>
                                      </p:tavLst>
                                    </p:anim>
                                    <p:anim calcmode="lin" valueType="num">
                                      <p:cBhvr>
                                        <p:cTn id="151"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152" fill="hold" nodeType="clickPar">
                      <p:stCondLst>
                        <p:cond delay="indefinite"/>
                      </p:stCondLst>
                      <p:childTnLst>
                        <p:par>
                          <p:cTn id="153" fill="hold" nodeType="withGroup">
                            <p:stCondLst>
                              <p:cond delay="0"/>
                            </p:stCondLst>
                            <p:childTnLst>
                              <p:par>
                                <p:cTn id="154" presetID="16" presetClass="entr" presetSubtype="21" fill="hold" grpId="0" nodeType="clickEffect">
                                  <p:stCondLst>
                                    <p:cond delay="0"/>
                                  </p:stCondLst>
                                  <p:childTnLst>
                                    <p:set>
                                      <p:cBhvr>
                                        <p:cTn id="155" dur="1" fill="hold">
                                          <p:stCondLst>
                                            <p:cond delay="0"/>
                                          </p:stCondLst>
                                        </p:cTn>
                                        <p:tgtEl>
                                          <p:spTgt spid="37"/>
                                        </p:tgtEl>
                                        <p:attrNameLst>
                                          <p:attrName>style.visibility</p:attrName>
                                        </p:attrNameLst>
                                      </p:cBhvr>
                                      <p:to>
                                        <p:strVal val="visible"/>
                                      </p:to>
                                    </p:set>
                                    <p:animEffect transition="in" filter="barn(inVertical)">
                                      <p:cBhvr>
                                        <p:cTn id="156" dur="500"/>
                                        <p:tgtEl>
                                          <p:spTgt spid="37"/>
                                        </p:tgtEl>
                                      </p:cBhvr>
                                    </p:animEffect>
                                  </p:childTnLst>
                                </p:cTn>
                              </p:par>
                            </p:childTnLst>
                          </p:cTn>
                        </p:par>
                      </p:childTnLst>
                    </p:cTn>
                  </p:par>
                  <p:par>
                    <p:cTn id="157" fill="hold" nodeType="clickPar">
                      <p:stCondLst>
                        <p:cond delay="indefinite"/>
                      </p:stCondLst>
                      <p:childTnLst>
                        <p:par>
                          <p:cTn id="158" fill="hold" nodeType="withGroup">
                            <p:stCondLst>
                              <p:cond delay="0"/>
                            </p:stCondLst>
                            <p:childTnLst>
                              <p:par>
                                <p:cTn id="159" presetID="22" presetClass="entr" presetSubtype="4" fill="hold" grpId="0" nodeType="clickEffect">
                                  <p:stCondLst>
                                    <p:cond delay="0"/>
                                  </p:stCondLst>
                                  <p:childTnLst>
                                    <p:set>
                                      <p:cBhvr>
                                        <p:cTn id="160" dur="1" fill="hold">
                                          <p:stCondLst>
                                            <p:cond delay="0"/>
                                          </p:stCondLst>
                                        </p:cTn>
                                        <p:tgtEl>
                                          <p:spTgt spid="39"/>
                                        </p:tgtEl>
                                        <p:attrNameLst>
                                          <p:attrName>style.visibility</p:attrName>
                                        </p:attrNameLst>
                                      </p:cBhvr>
                                      <p:to>
                                        <p:strVal val="visible"/>
                                      </p:to>
                                    </p:set>
                                    <p:animEffect transition="in" filter="wipe(down)">
                                      <p:cBhvr>
                                        <p:cTn id="161" dur="500"/>
                                        <p:tgtEl>
                                          <p:spTgt spid="39"/>
                                        </p:tgtEl>
                                      </p:cBhvr>
                                    </p:animEffect>
                                  </p:childTnLst>
                                </p:cTn>
                              </p:par>
                            </p:childTnLst>
                          </p:cTn>
                        </p:par>
                      </p:childTnLst>
                    </p:cTn>
                  </p:par>
                  <p:par>
                    <p:cTn id="162" fill="hold" nodeType="clickPar">
                      <p:stCondLst>
                        <p:cond delay="indefinite"/>
                      </p:stCondLst>
                      <p:childTnLst>
                        <p:par>
                          <p:cTn id="163" fill="hold" nodeType="withGroup">
                            <p:stCondLst>
                              <p:cond delay="0"/>
                            </p:stCondLst>
                            <p:childTnLst>
                              <p:par>
                                <p:cTn id="164" presetID="22" presetClass="entr" presetSubtype="4" fill="hold" grpId="0" nodeType="clickEffect">
                                  <p:stCondLst>
                                    <p:cond delay="0"/>
                                  </p:stCondLst>
                                  <p:childTnLst>
                                    <p:set>
                                      <p:cBhvr>
                                        <p:cTn id="165" dur="1" fill="hold">
                                          <p:stCondLst>
                                            <p:cond delay="0"/>
                                          </p:stCondLst>
                                        </p:cTn>
                                        <p:tgtEl>
                                          <p:spTgt spid="36"/>
                                        </p:tgtEl>
                                        <p:attrNameLst>
                                          <p:attrName>style.visibility</p:attrName>
                                        </p:attrNameLst>
                                      </p:cBhvr>
                                      <p:to>
                                        <p:strVal val="visible"/>
                                      </p:to>
                                    </p:set>
                                    <p:animEffect transition="in" filter="wipe(down)">
                                      <p:cBhvr>
                                        <p:cTn id="166" dur="500"/>
                                        <p:tgtEl>
                                          <p:spTgt spid="36"/>
                                        </p:tgtEl>
                                      </p:cBhvr>
                                    </p:animEffect>
                                  </p:childTnLst>
                                </p:cTn>
                              </p:par>
                            </p:childTnLst>
                          </p:cTn>
                        </p:par>
                      </p:childTnLst>
                    </p:cTn>
                  </p:par>
                  <p:par>
                    <p:cTn id="167" fill="hold" nodeType="clickPar">
                      <p:stCondLst>
                        <p:cond delay="indefinite"/>
                      </p:stCondLst>
                      <p:childTnLst>
                        <p:par>
                          <p:cTn id="168" fill="hold" nodeType="withGroup">
                            <p:stCondLst>
                              <p:cond delay="0"/>
                            </p:stCondLst>
                            <p:childTnLst>
                              <p:par>
                                <p:cTn id="169" presetID="16" presetClass="entr" presetSubtype="21" fill="hold" nodeType="clickEffect">
                                  <p:stCondLst>
                                    <p:cond delay="0"/>
                                  </p:stCondLst>
                                  <p:childTnLst>
                                    <p:set>
                                      <p:cBhvr>
                                        <p:cTn id="170" dur="1" fill="hold">
                                          <p:stCondLst>
                                            <p:cond delay="0"/>
                                          </p:stCondLst>
                                        </p:cTn>
                                        <p:tgtEl>
                                          <p:spTgt spid="42"/>
                                        </p:tgtEl>
                                        <p:attrNameLst>
                                          <p:attrName>style.visibility</p:attrName>
                                        </p:attrNameLst>
                                      </p:cBhvr>
                                      <p:to>
                                        <p:strVal val="visible"/>
                                      </p:to>
                                    </p:set>
                                    <p:animEffect transition="in" filter="barn(inVertical)">
                                      <p:cBhvr>
                                        <p:cTn id="171" dur="500"/>
                                        <p:tgtEl>
                                          <p:spTgt spid="42"/>
                                        </p:tgtEl>
                                      </p:cBhvr>
                                    </p:animEffect>
                                  </p:childTnLst>
                                </p:cTn>
                              </p:par>
                            </p:childTnLst>
                          </p:cTn>
                        </p:par>
                      </p:childTnLst>
                    </p:cTn>
                  </p:par>
                  <p:par>
                    <p:cTn id="172" fill="hold" nodeType="clickPar">
                      <p:stCondLst>
                        <p:cond delay="indefinite"/>
                      </p:stCondLst>
                      <p:childTnLst>
                        <p:par>
                          <p:cTn id="173" fill="hold" nodeType="withGroup">
                            <p:stCondLst>
                              <p:cond delay="0"/>
                            </p:stCondLst>
                            <p:childTnLst>
                              <p:par>
                                <p:cTn id="174" presetID="16" presetClass="entr" presetSubtype="21" fill="hold" nodeType="clickEffect">
                                  <p:stCondLst>
                                    <p:cond delay="0"/>
                                  </p:stCondLst>
                                  <p:childTnLst>
                                    <p:set>
                                      <p:cBhvr>
                                        <p:cTn id="175" dur="1" fill="hold">
                                          <p:stCondLst>
                                            <p:cond delay="0"/>
                                          </p:stCondLst>
                                        </p:cTn>
                                        <p:tgtEl>
                                          <p:spTgt spid="43"/>
                                        </p:tgtEl>
                                        <p:attrNameLst>
                                          <p:attrName>style.visibility</p:attrName>
                                        </p:attrNameLst>
                                      </p:cBhvr>
                                      <p:to>
                                        <p:strVal val="visible"/>
                                      </p:to>
                                    </p:set>
                                    <p:animEffect transition="in" filter="barn(inVertical)">
                                      <p:cBhvr>
                                        <p:cTn id="176" dur="500"/>
                                        <p:tgtEl>
                                          <p:spTgt spid="43"/>
                                        </p:tgtEl>
                                      </p:cBhvr>
                                    </p:animEffect>
                                  </p:childTnLst>
                                </p:cTn>
                              </p:par>
                            </p:childTnLst>
                          </p:cTn>
                        </p:par>
                      </p:childTnLst>
                    </p:cTn>
                  </p:par>
                  <p:par>
                    <p:cTn id="177" fill="hold" nodeType="clickPar">
                      <p:stCondLst>
                        <p:cond delay="indefinite"/>
                      </p:stCondLst>
                      <p:childTnLst>
                        <p:par>
                          <p:cTn id="178" fill="hold" nodeType="withGroup">
                            <p:stCondLst>
                              <p:cond delay="0"/>
                            </p:stCondLst>
                            <p:childTnLst>
                              <p:par>
                                <p:cTn id="179" presetID="16" presetClass="entr" presetSubtype="21" fill="hold" nodeType="clickEffect">
                                  <p:stCondLst>
                                    <p:cond delay="0"/>
                                  </p:stCondLst>
                                  <p:childTnLst>
                                    <p:set>
                                      <p:cBhvr>
                                        <p:cTn id="180" dur="1" fill="hold">
                                          <p:stCondLst>
                                            <p:cond delay="0"/>
                                          </p:stCondLst>
                                        </p:cTn>
                                        <p:tgtEl>
                                          <p:spTgt spid="45"/>
                                        </p:tgtEl>
                                        <p:attrNameLst>
                                          <p:attrName>style.visibility</p:attrName>
                                        </p:attrNameLst>
                                      </p:cBhvr>
                                      <p:to>
                                        <p:strVal val="visible"/>
                                      </p:to>
                                    </p:set>
                                    <p:animEffect transition="in" filter="barn(inVertical)">
                                      <p:cBhvr>
                                        <p:cTn id="181" dur="500"/>
                                        <p:tgtEl>
                                          <p:spTgt spid="45"/>
                                        </p:tgtEl>
                                      </p:cBhvr>
                                    </p:animEffect>
                                  </p:childTnLst>
                                </p:cTn>
                              </p:par>
                            </p:childTnLst>
                          </p:cTn>
                        </p:par>
                      </p:childTnLst>
                    </p:cTn>
                  </p:par>
                  <p:par>
                    <p:cTn id="182" fill="hold" nodeType="clickPar">
                      <p:stCondLst>
                        <p:cond delay="indefinite"/>
                      </p:stCondLst>
                      <p:childTnLst>
                        <p:par>
                          <p:cTn id="183" fill="hold" nodeType="withGroup">
                            <p:stCondLst>
                              <p:cond delay="0"/>
                            </p:stCondLst>
                            <p:childTnLst>
                              <p:par>
                                <p:cTn id="184" presetID="16" presetClass="entr" presetSubtype="21" fill="hold" nodeType="clickEffect">
                                  <p:stCondLst>
                                    <p:cond delay="0"/>
                                  </p:stCondLst>
                                  <p:childTnLst>
                                    <p:set>
                                      <p:cBhvr>
                                        <p:cTn id="185" dur="1" fill="hold">
                                          <p:stCondLst>
                                            <p:cond delay="0"/>
                                          </p:stCondLst>
                                        </p:cTn>
                                        <p:tgtEl>
                                          <p:spTgt spid="46"/>
                                        </p:tgtEl>
                                        <p:attrNameLst>
                                          <p:attrName>style.visibility</p:attrName>
                                        </p:attrNameLst>
                                      </p:cBhvr>
                                      <p:to>
                                        <p:strVal val="visible"/>
                                      </p:to>
                                    </p:set>
                                    <p:animEffect transition="in" filter="barn(inVertical)">
                                      <p:cBhvr>
                                        <p:cTn id="186" dur="500"/>
                                        <p:tgtEl>
                                          <p:spTgt spid="46"/>
                                        </p:tgtEl>
                                      </p:cBhvr>
                                    </p:animEffect>
                                  </p:childTnLst>
                                </p:cTn>
                              </p:par>
                            </p:childTnLst>
                          </p:cTn>
                        </p:par>
                      </p:childTnLst>
                    </p:cTn>
                  </p:par>
                  <p:par>
                    <p:cTn id="187" fill="hold" nodeType="clickPar">
                      <p:stCondLst>
                        <p:cond delay="indefinite"/>
                      </p:stCondLst>
                      <p:childTnLst>
                        <p:par>
                          <p:cTn id="188" fill="hold" nodeType="withGroup">
                            <p:stCondLst>
                              <p:cond delay="0"/>
                            </p:stCondLst>
                            <p:childTnLst>
                              <p:par>
                                <p:cTn id="189" presetID="16" presetClass="entr" presetSubtype="21" fill="hold" nodeType="clickEffect">
                                  <p:stCondLst>
                                    <p:cond delay="0"/>
                                  </p:stCondLst>
                                  <p:childTnLst>
                                    <p:set>
                                      <p:cBhvr>
                                        <p:cTn id="190" dur="1" fill="hold">
                                          <p:stCondLst>
                                            <p:cond delay="0"/>
                                          </p:stCondLst>
                                        </p:cTn>
                                        <p:tgtEl>
                                          <p:spTgt spid="47"/>
                                        </p:tgtEl>
                                        <p:attrNameLst>
                                          <p:attrName>style.visibility</p:attrName>
                                        </p:attrNameLst>
                                      </p:cBhvr>
                                      <p:to>
                                        <p:strVal val="visible"/>
                                      </p:to>
                                    </p:set>
                                    <p:animEffect transition="in" filter="barn(inVertical)">
                                      <p:cBhvr>
                                        <p:cTn id="191" dur="500"/>
                                        <p:tgtEl>
                                          <p:spTgt spid="47"/>
                                        </p:tgtEl>
                                      </p:cBhvr>
                                    </p:animEffect>
                                  </p:childTnLst>
                                </p:cTn>
                              </p:par>
                            </p:childTnLst>
                          </p:cTn>
                        </p:par>
                      </p:childTnLst>
                    </p:cTn>
                  </p:par>
                  <p:par>
                    <p:cTn id="192" fill="hold" nodeType="clickPar">
                      <p:stCondLst>
                        <p:cond delay="indefinite"/>
                      </p:stCondLst>
                      <p:childTnLst>
                        <p:par>
                          <p:cTn id="193" fill="hold" nodeType="withGroup">
                            <p:stCondLst>
                              <p:cond delay="0"/>
                            </p:stCondLst>
                            <p:childTnLst>
                              <p:par>
                                <p:cTn id="194" presetID="16" presetClass="entr" presetSubtype="21" fill="hold" nodeType="clickEffect">
                                  <p:stCondLst>
                                    <p:cond delay="0"/>
                                  </p:stCondLst>
                                  <p:childTnLst>
                                    <p:set>
                                      <p:cBhvr>
                                        <p:cTn id="195" dur="1" fill="hold">
                                          <p:stCondLst>
                                            <p:cond delay="0"/>
                                          </p:stCondLst>
                                        </p:cTn>
                                        <p:tgtEl>
                                          <p:spTgt spid="38"/>
                                        </p:tgtEl>
                                        <p:attrNameLst>
                                          <p:attrName>style.visibility</p:attrName>
                                        </p:attrNameLst>
                                      </p:cBhvr>
                                      <p:to>
                                        <p:strVal val="visible"/>
                                      </p:to>
                                    </p:set>
                                    <p:animEffect transition="in" filter="barn(inVertical)">
                                      <p:cBhvr>
                                        <p:cTn id="196"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4" grpId="0" animBg="1"/>
      <p:bldP spid="19" grpId="0" animBg="1"/>
      <p:bldP spid="20" grpId="0" animBg="1"/>
      <p:bldP spid="25" grpId="0" animBg="1"/>
      <p:bldP spid="26" grpId="0" animBg="1"/>
      <p:bldP spid="32" grpId="0"/>
      <p:bldP spid="33" grpId="0"/>
      <p:bldP spid="36" grpId="0"/>
      <p:bldP spid="37" grpId="0"/>
      <p:bldP spid="39" grpId="0"/>
      <p:bldP spid="4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BFD334A9-A60C-46A7-B61C-36829475B4B9}"/>
              </a:ext>
            </a:extLst>
          </p:cNvPr>
          <p:cNvSpPr/>
          <p:nvPr/>
        </p:nvSpPr>
        <p:spPr>
          <a:xfrm>
            <a:off x="5105400" y="685800"/>
            <a:ext cx="9906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rgbClr val="FF0000"/>
                </a:solidFill>
              </a:rPr>
              <a:t>AND</a:t>
            </a:r>
          </a:p>
        </p:txBody>
      </p:sp>
      <p:sp>
        <p:nvSpPr>
          <p:cNvPr id="7" name="TextBox 6">
            <a:extLst>
              <a:ext uri="{FF2B5EF4-FFF2-40B4-BE49-F238E27FC236}">
                <a16:creationId xmlns:a16="http://schemas.microsoft.com/office/drawing/2014/main" id="{866AA940-A238-42D7-A322-17C8C93C5E8C}"/>
              </a:ext>
            </a:extLst>
          </p:cNvPr>
          <p:cNvSpPr txBox="1">
            <a:spLocks noChangeArrowheads="1"/>
          </p:cNvSpPr>
          <p:nvPr/>
        </p:nvSpPr>
        <p:spPr bwMode="auto">
          <a:xfrm>
            <a:off x="5791200" y="381000"/>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1600">
                <a:latin typeface="Times New Roman" panose="02020603050405020304" pitchFamily="18" charset="0"/>
              </a:rPr>
              <a:t>h =7</a:t>
            </a:r>
          </a:p>
        </p:txBody>
      </p:sp>
      <p:cxnSp>
        <p:nvCxnSpPr>
          <p:cNvPr id="9" name="Straight Arrow Connector 8">
            <a:extLst>
              <a:ext uri="{FF2B5EF4-FFF2-40B4-BE49-F238E27FC236}">
                <a16:creationId xmlns:a16="http://schemas.microsoft.com/office/drawing/2014/main" id="{4FE693A8-47BE-4707-8322-7BBDF404CFCD}"/>
              </a:ext>
            </a:extLst>
          </p:cNvPr>
          <p:cNvCxnSpPr>
            <a:stCxn id="6" idx="3"/>
          </p:cNvCxnSpPr>
          <p:nvPr/>
        </p:nvCxnSpPr>
        <p:spPr>
          <a:xfrm flipH="1">
            <a:off x="4648201" y="1466850"/>
            <a:ext cx="601663" cy="104775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id="{DC7FDCEE-034B-4B5E-9458-F0DC44F5767E}"/>
              </a:ext>
            </a:extLst>
          </p:cNvPr>
          <p:cNvCxnSpPr/>
          <p:nvPr/>
        </p:nvCxnSpPr>
        <p:spPr>
          <a:xfrm>
            <a:off x="6019800" y="1333500"/>
            <a:ext cx="533400" cy="12192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Oval 11">
            <a:extLst>
              <a:ext uri="{FF2B5EF4-FFF2-40B4-BE49-F238E27FC236}">
                <a16:creationId xmlns:a16="http://schemas.microsoft.com/office/drawing/2014/main" id="{97BF2A3F-D322-4151-A01D-BDAFF0526952}"/>
              </a:ext>
            </a:extLst>
          </p:cNvPr>
          <p:cNvSpPr/>
          <p:nvPr/>
        </p:nvSpPr>
        <p:spPr>
          <a:xfrm>
            <a:off x="3921125" y="2457450"/>
            <a:ext cx="947738" cy="819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rgbClr val="FF0000"/>
                </a:solidFill>
              </a:rPr>
              <a:t>OR</a:t>
            </a:r>
          </a:p>
        </p:txBody>
      </p:sp>
      <p:sp>
        <p:nvSpPr>
          <p:cNvPr id="13" name="Oval 12">
            <a:extLst>
              <a:ext uri="{FF2B5EF4-FFF2-40B4-BE49-F238E27FC236}">
                <a16:creationId xmlns:a16="http://schemas.microsoft.com/office/drawing/2014/main" id="{FDA8CC4F-6F22-41A4-96ED-56A6FA9A6E9B}"/>
              </a:ext>
            </a:extLst>
          </p:cNvPr>
          <p:cNvSpPr/>
          <p:nvPr/>
        </p:nvSpPr>
        <p:spPr>
          <a:xfrm>
            <a:off x="6286501" y="2505076"/>
            <a:ext cx="830263" cy="7715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rgbClr val="FF0000"/>
                </a:solidFill>
              </a:rPr>
              <a:t>OR</a:t>
            </a:r>
          </a:p>
        </p:txBody>
      </p:sp>
      <p:sp>
        <p:nvSpPr>
          <p:cNvPr id="16" name="Block Arc 15">
            <a:extLst>
              <a:ext uri="{FF2B5EF4-FFF2-40B4-BE49-F238E27FC236}">
                <a16:creationId xmlns:a16="http://schemas.microsoft.com/office/drawing/2014/main" id="{76DD15D4-02D7-4A06-8731-B2CE58BF279C}"/>
              </a:ext>
            </a:extLst>
          </p:cNvPr>
          <p:cNvSpPr/>
          <p:nvPr/>
        </p:nvSpPr>
        <p:spPr>
          <a:xfrm rot="10800000">
            <a:off x="5153026" y="1333501"/>
            <a:ext cx="982663" cy="633413"/>
          </a:xfrm>
          <a:prstGeom prst="blockArc">
            <a:avLst>
              <a:gd name="adj1" fmla="val 10220406"/>
              <a:gd name="adj2" fmla="val 0"/>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chemeClr val="tx1"/>
              </a:solidFill>
            </a:endParaRPr>
          </a:p>
        </p:txBody>
      </p:sp>
      <p:sp>
        <p:nvSpPr>
          <p:cNvPr id="17" name="TextBox 16">
            <a:extLst>
              <a:ext uri="{FF2B5EF4-FFF2-40B4-BE49-F238E27FC236}">
                <a16:creationId xmlns:a16="http://schemas.microsoft.com/office/drawing/2014/main" id="{D6087ED2-4514-40E7-9D24-2BD8ABAD940F}"/>
              </a:ext>
            </a:extLst>
          </p:cNvPr>
          <p:cNvSpPr txBox="1">
            <a:spLocks noChangeArrowheads="1"/>
          </p:cNvSpPr>
          <p:nvPr/>
        </p:nvSpPr>
        <p:spPr bwMode="auto">
          <a:xfrm>
            <a:off x="3497263" y="2344739"/>
            <a:ext cx="7620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1600">
                <a:latin typeface="Times New Roman" panose="02020603050405020304" pitchFamily="18" charset="0"/>
              </a:rPr>
              <a:t>h =4</a:t>
            </a:r>
          </a:p>
        </p:txBody>
      </p:sp>
      <p:sp>
        <p:nvSpPr>
          <p:cNvPr id="18" name="TextBox 17">
            <a:extLst>
              <a:ext uri="{FF2B5EF4-FFF2-40B4-BE49-F238E27FC236}">
                <a16:creationId xmlns:a16="http://schemas.microsoft.com/office/drawing/2014/main" id="{197B4E06-9EE9-4B02-8902-AFD4BE637299}"/>
              </a:ext>
            </a:extLst>
          </p:cNvPr>
          <p:cNvSpPr txBox="1">
            <a:spLocks noChangeArrowheads="1"/>
          </p:cNvSpPr>
          <p:nvPr/>
        </p:nvSpPr>
        <p:spPr bwMode="auto">
          <a:xfrm>
            <a:off x="6819900" y="2214564"/>
            <a:ext cx="7620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1600">
                <a:latin typeface="Times New Roman" panose="02020603050405020304" pitchFamily="18" charset="0"/>
              </a:rPr>
              <a:t>h =3</a:t>
            </a:r>
          </a:p>
        </p:txBody>
      </p:sp>
      <p:sp>
        <p:nvSpPr>
          <p:cNvPr id="19" name="TextBox 18">
            <a:extLst>
              <a:ext uri="{FF2B5EF4-FFF2-40B4-BE49-F238E27FC236}">
                <a16:creationId xmlns:a16="http://schemas.microsoft.com/office/drawing/2014/main" id="{BCC00FBC-B1A3-4E3E-911C-B0E4A001BDDC}"/>
              </a:ext>
            </a:extLst>
          </p:cNvPr>
          <p:cNvSpPr txBox="1">
            <a:spLocks noChangeArrowheads="1"/>
          </p:cNvSpPr>
          <p:nvPr/>
        </p:nvSpPr>
        <p:spPr bwMode="auto">
          <a:xfrm>
            <a:off x="4452938" y="1690689"/>
            <a:ext cx="7620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1600">
                <a:latin typeface="Times New Roman" panose="02020603050405020304" pitchFamily="18" charset="0"/>
              </a:rPr>
              <a:t>      2</a:t>
            </a:r>
          </a:p>
        </p:txBody>
      </p:sp>
      <p:sp>
        <p:nvSpPr>
          <p:cNvPr id="20" name="TextBox 19">
            <a:extLst>
              <a:ext uri="{FF2B5EF4-FFF2-40B4-BE49-F238E27FC236}">
                <a16:creationId xmlns:a16="http://schemas.microsoft.com/office/drawing/2014/main" id="{2C03236E-8981-4AE6-B41A-000611D98AAC}"/>
              </a:ext>
            </a:extLst>
          </p:cNvPr>
          <p:cNvSpPr txBox="1">
            <a:spLocks noChangeArrowheads="1"/>
          </p:cNvSpPr>
          <p:nvPr/>
        </p:nvSpPr>
        <p:spPr bwMode="auto">
          <a:xfrm>
            <a:off x="6240463" y="1652589"/>
            <a:ext cx="7620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1600">
                <a:latin typeface="Times New Roman" panose="02020603050405020304" pitchFamily="18" charset="0"/>
              </a:rPr>
              <a:t>1</a:t>
            </a:r>
          </a:p>
        </p:txBody>
      </p:sp>
      <p:cxnSp>
        <p:nvCxnSpPr>
          <p:cNvPr id="22" name="Straight Connector 21">
            <a:extLst>
              <a:ext uri="{FF2B5EF4-FFF2-40B4-BE49-F238E27FC236}">
                <a16:creationId xmlns:a16="http://schemas.microsoft.com/office/drawing/2014/main" id="{9EAFE167-2D2E-447C-850E-F15A4A0E3DFC}"/>
              </a:ext>
            </a:extLst>
          </p:cNvPr>
          <p:cNvCxnSpPr/>
          <p:nvPr/>
        </p:nvCxnSpPr>
        <p:spPr>
          <a:xfrm flipH="1">
            <a:off x="4911726" y="1651000"/>
            <a:ext cx="498475" cy="901700"/>
          </a:xfrm>
          <a:prstGeom prst="line">
            <a:avLst/>
          </a:prstGeom>
        </p:spPr>
        <p:style>
          <a:lnRef idx="3">
            <a:schemeClr val="dk1"/>
          </a:lnRef>
          <a:fillRef idx="0">
            <a:schemeClr val="dk1"/>
          </a:fillRef>
          <a:effectRef idx="2">
            <a:schemeClr val="dk1"/>
          </a:effectRef>
          <a:fontRef idx="minor">
            <a:schemeClr val="tx1"/>
          </a:fontRef>
        </p:style>
      </p:cxnSp>
      <p:cxnSp>
        <p:nvCxnSpPr>
          <p:cNvPr id="25" name="Straight Connector 24">
            <a:extLst>
              <a:ext uri="{FF2B5EF4-FFF2-40B4-BE49-F238E27FC236}">
                <a16:creationId xmlns:a16="http://schemas.microsoft.com/office/drawing/2014/main" id="{C1896AB8-D431-44C4-8CBE-F61AA922337A}"/>
              </a:ext>
            </a:extLst>
          </p:cNvPr>
          <p:cNvCxnSpPr/>
          <p:nvPr/>
        </p:nvCxnSpPr>
        <p:spPr>
          <a:xfrm>
            <a:off x="5859463" y="1719263"/>
            <a:ext cx="495300" cy="862012"/>
          </a:xfrm>
          <a:prstGeom prst="line">
            <a:avLst/>
          </a:prstGeom>
        </p:spPr>
        <p:style>
          <a:lnRef idx="3">
            <a:schemeClr val="dk1"/>
          </a:lnRef>
          <a:fillRef idx="0">
            <a:schemeClr val="dk1"/>
          </a:fillRef>
          <a:effectRef idx="2">
            <a:schemeClr val="dk1"/>
          </a:effectRef>
          <a:fontRef idx="minor">
            <a:schemeClr val="tx1"/>
          </a:fontRef>
        </p:style>
      </p:cxnSp>
      <p:sp>
        <p:nvSpPr>
          <p:cNvPr id="26" name="TextBox 25">
            <a:extLst>
              <a:ext uri="{FF2B5EF4-FFF2-40B4-BE49-F238E27FC236}">
                <a16:creationId xmlns:a16="http://schemas.microsoft.com/office/drawing/2014/main" id="{00723DB8-B2BB-475C-852D-3D72D600BAD5}"/>
              </a:ext>
            </a:extLst>
          </p:cNvPr>
          <p:cNvSpPr txBox="1">
            <a:spLocks noChangeArrowheads="1"/>
          </p:cNvSpPr>
          <p:nvPr/>
        </p:nvSpPr>
        <p:spPr bwMode="auto">
          <a:xfrm>
            <a:off x="6354763" y="395289"/>
            <a:ext cx="7620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1600">
                <a:latin typeface="Times New Roman" panose="02020603050405020304" pitchFamily="18" charset="0"/>
              </a:rPr>
              <a:t>h =10</a:t>
            </a:r>
          </a:p>
        </p:txBody>
      </p:sp>
      <p:cxnSp>
        <p:nvCxnSpPr>
          <p:cNvPr id="30" name="Straight Connector 29">
            <a:extLst>
              <a:ext uri="{FF2B5EF4-FFF2-40B4-BE49-F238E27FC236}">
                <a16:creationId xmlns:a16="http://schemas.microsoft.com/office/drawing/2014/main" id="{68E722E4-9A2C-4BD7-B605-53541C17ED3F}"/>
              </a:ext>
            </a:extLst>
          </p:cNvPr>
          <p:cNvCxnSpPr/>
          <p:nvPr/>
        </p:nvCxnSpPr>
        <p:spPr>
          <a:xfrm>
            <a:off x="5810251" y="552450"/>
            <a:ext cx="449263" cy="0"/>
          </a:xfrm>
          <a:prstGeom prst="line">
            <a:avLst/>
          </a:prstGeom>
        </p:spPr>
        <p:style>
          <a:lnRef idx="2">
            <a:schemeClr val="dk1"/>
          </a:lnRef>
          <a:fillRef idx="0">
            <a:schemeClr val="dk1"/>
          </a:fillRef>
          <a:effectRef idx="1">
            <a:schemeClr val="dk1"/>
          </a:effectRef>
          <a:fontRef idx="minor">
            <a:schemeClr val="tx1"/>
          </a:fontRef>
        </p:style>
      </p:cxnSp>
      <p:cxnSp>
        <p:nvCxnSpPr>
          <p:cNvPr id="31" name="Straight Arrow Connector 30">
            <a:extLst>
              <a:ext uri="{FF2B5EF4-FFF2-40B4-BE49-F238E27FC236}">
                <a16:creationId xmlns:a16="http://schemas.microsoft.com/office/drawing/2014/main" id="{9952EA5C-ACF1-40C3-B9A5-4925F8668DFE}"/>
              </a:ext>
            </a:extLst>
          </p:cNvPr>
          <p:cNvCxnSpPr/>
          <p:nvPr/>
        </p:nvCxnSpPr>
        <p:spPr>
          <a:xfrm flipH="1">
            <a:off x="6134101" y="3252788"/>
            <a:ext cx="601663" cy="104775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2" name="Straight Arrow Connector 31">
            <a:extLst>
              <a:ext uri="{FF2B5EF4-FFF2-40B4-BE49-F238E27FC236}">
                <a16:creationId xmlns:a16="http://schemas.microsoft.com/office/drawing/2014/main" id="{D4140F8E-DF71-4BB2-9B2A-5D9853D025AE}"/>
              </a:ext>
            </a:extLst>
          </p:cNvPr>
          <p:cNvCxnSpPr/>
          <p:nvPr/>
        </p:nvCxnSpPr>
        <p:spPr>
          <a:xfrm>
            <a:off x="7078663" y="3081338"/>
            <a:ext cx="533400" cy="12192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3" name="Oval 32">
            <a:extLst>
              <a:ext uri="{FF2B5EF4-FFF2-40B4-BE49-F238E27FC236}">
                <a16:creationId xmlns:a16="http://schemas.microsoft.com/office/drawing/2014/main" id="{4B0C2192-4152-49B2-9DA3-57B3ED208421}"/>
              </a:ext>
            </a:extLst>
          </p:cNvPr>
          <p:cNvSpPr/>
          <p:nvPr/>
        </p:nvSpPr>
        <p:spPr>
          <a:xfrm>
            <a:off x="5634039" y="4300538"/>
            <a:ext cx="947737" cy="819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solidFill>
                <a:srgbClr val="FF0000"/>
              </a:solidFill>
            </a:endParaRPr>
          </a:p>
        </p:txBody>
      </p:sp>
      <p:sp>
        <p:nvSpPr>
          <p:cNvPr id="34" name="Oval 33">
            <a:extLst>
              <a:ext uri="{FF2B5EF4-FFF2-40B4-BE49-F238E27FC236}">
                <a16:creationId xmlns:a16="http://schemas.microsoft.com/office/drawing/2014/main" id="{6F771967-FA5A-417A-B6BB-D3659CF1CA68}"/>
              </a:ext>
            </a:extLst>
          </p:cNvPr>
          <p:cNvSpPr/>
          <p:nvPr/>
        </p:nvSpPr>
        <p:spPr>
          <a:xfrm>
            <a:off x="7345364" y="4300538"/>
            <a:ext cx="949325" cy="819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solidFill>
                <a:srgbClr val="FF0000"/>
              </a:solidFill>
            </a:endParaRPr>
          </a:p>
        </p:txBody>
      </p:sp>
      <p:sp>
        <p:nvSpPr>
          <p:cNvPr id="35" name="Oval 34">
            <a:extLst>
              <a:ext uri="{FF2B5EF4-FFF2-40B4-BE49-F238E27FC236}">
                <a16:creationId xmlns:a16="http://schemas.microsoft.com/office/drawing/2014/main" id="{0F0327B0-54D1-42F0-B9D3-8BCF2118AF68}"/>
              </a:ext>
            </a:extLst>
          </p:cNvPr>
          <p:cNvSpPr/>
          <p:nvPr/>
        </p:nvSpPr>
        <p:spPr>
          <a:xfrm>
            <a:off x="5859463" y="4495800"/>
            <a:ext cx="495300" cy="4572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r>
              <a:rPr lang="en-US" dirty="0"/>
              <a:t>9</a:t>
            </a:r>
          </a:p>
        </p:txBody>
      </p:sp>
      <p:sp>
        <p:nvSpPr>
          <p:cNvPr id="36" name="Oval 35">
            <a:extLst>
              <a:ext uri="{FF2B5EF4-FFF2-40B4-BE49-F238E27FC236}">
                <a16:creationId xmlns:a16="http://schemas.microsoft.com/office/drawing/2014/main" id="{9888A873-BDC8-4C7A-B8F9-C652A9F76240}"/>
              </a:ext>
            </a:extLst>
          </p:cNvPr>
          <p:cNvSpPr/>
          <p:nvPr/>
        </p:nvSpPr>
        <p:spPr>
          <a:xfrm>
            <a:off x="7572375" y="4486275"/>
            <a:ext cx="495300" cy="4572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r>
              <a:rPr lang="en-US" dirty="0"/>
              <a:t>7</a:t>
            </a:r>
          </a:p>
        </p:txBody>
      </p:sp>
      <p:sp>
        <p:nvSpPr>
          <p:cNvPr id="37" name="TextBox 36">
            <a:extLst>
              <a:ext uri="{FF2B5EF4-FFF2-40B4-BE49-F238E27FC236}">
                <a16:creationId xmlns:a16="http://schemas.microsoft.com/office/drawing/2014/main" id="{AE63736F-34AE-4851-9E4F-551408909924}"/>
              </a:ext>
            </a:extLst>
          </p:cNvPr>
          <p:cNvSpPr txBox="1">
            <a:spLocks noChangeArrowheads="1"/>
          </p:cNvSpPr>
          <p:nvPr/>
        </p:nvSpPr>
        <p:spPr bwMode="auto">
          <a:xfrm>
            <a:off x="5810250" y="3514725"/>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1600">
                <a:latin typeface="Times New Roman" panose="02020603050405020304" pitchFamily="18" charset="0"/>
              </a:rPr>
              <a:t>      0</a:t>
            </a:r>
          </a:p>
        </p:txBody>
      </p:sp>
      <p:sp>
        <p:nvSpPr>
          <p:cNvPr id="38" name="TextBox 37">
            <a:extLst>
              <a:ext uri="{FF2B5EF4-FFF2-40B4-BE49-F238E27FC236}">
                <a16:creationId xmlns:a16="http://schemas.microsoft.com/office/drawing/2014/main" id="{F7966AF7-3F78-4184-BC26-F2D1C84EA107}"/>
              </a:ext>
            </a:extLst>
          </p:cNvPr>
          <p:cNvSpPr txBox="1">
            <a:spLocks noChangeArrowheads="1"/>
          </p:cNvSpPr>
          <p:nvPr/>
        </p:nvSpPr>
        <p:spPr bwMode="auto">
          <a:xfrm>
            <a:off x="7062788" y="3433764"/>
            <a:ext cx="7620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1600">
                <a:latin typeface="Times New Roman" panose="02020603050405020304" pitchFamily="18" charset="0"/>
              </a:rPr>
              <a:t>      0</a:t>
            </a:r>
          </a:p>
        </p:txBody>
      </p:sp>
      <p:cxnSp>
        <p:nvCxnSpPr>
          <p:cNvPr id="40" name="Straight Connector 39">
            <a:extLst>
              <a:ext uri="{FF2B5EF4-FFF2-40B4-BE49-F238E27FC236}">
                <a16:creationId xmlns:a16="http://schemas.microsoft.com/office/drawing/2014/main" id="{8D19AC7D-696A-4EA5-95A8-E71DDEC3DC8A}"/>
              </a:ext>
            </a:extLst>
          </p:cNvPr>
          <p:cNvCxnSpPr/>
          <p:nvPr/>
        </p:nvCxnSpPr>
        <p:spPr>
          <a:xfrm>
            <a:off x="7002464" y="3276600"/>
            <a:ext cx="441325" cy="1023938"/>
          </a:xfrm>
          <a:prstGeom prst="line">
            <a:avLst/>
          </a:prstGeom>
        </p:spPr>
        <p:style>
          <a:lnRef idx="3">
            <a:schemeClr val="dk1"/>
          </a:lnRef>
          <a:fillRef idx="0">
            <a:schemeClr val="dk1"/>
          </a:fillRef>
          <a:effectRef idx="2">
            <a:schemeClr val="dk1"/>
          </a:effectRef>
          <a:fontRef idx="minor">
            <a:schemeClr val="tx1"/>
          </a:fontRef>
        </p:style>
      </p:cxnSp>
      <p:cxnSp>
        <p:nvCxnSpPr>
          <p:cNvPr id="41" name="Straight Connector 40">
            <a:extLst>
              <a:ext uri="{FF2B5EF4-FFF2-40B4-BE49-F238E27FC236}">
                <a16:creationId xmlns:a16="http://schemas.microsoft.com/office/drawing/2014/main" id="{8172533B-0B9C-4A15-8D0B-2F9EF7BAA750}"/>
              </a:ext>
            </a:extLst>
          </p:cNvPr>
          <p:cNvCxnSpPr/>
          <p:nvPr/>
        </p:nvCxnSpPr>
        <p:spPr>
          <a:xfrm>
            <a:off x="6896101" y="2382838"/>
            <a:ext cx="449263" cy="0"/>
          </a:xfrm>
          <a:prstGeom prst="line">
            <a:avLst/>
          </a:prstGeom>
        </p:spPr>
        <p:style>
          <a:lnRef idx="2">
            <a:schemeClr val="dk1"/>
          </a:lnRef>
          <a:fillRef idx="0">
            <a:schemeClr val="dk1"/>
          </a:fillRef>
          <a:effectRef idx="1">
            <a:schemeClr val="dk1"/>
          </a:effectRef>
          <a:fontRef idx="minor">
            <a:schemeClr val="tx1"/>
          </a:fontRef>
        </p:style>
      </p:cxnSp>
      <p:cxnSp>
        <p:nvCxnSpPr>
          <p:cNvPr id="43" name="Straight Connector 42">
            <a:extLst>
              <a:ext uri="{FF2B5EF4-FFF2-40B4-BE49-F238E27FC236}">
                <a16:creationId xmlns:a16="http://schemas.microsoft.com/office/drawing/2014/main" id="{31041969-39DE-4A77-B17C-AE7814CA1933}"/>
              </a:ext>
            </a:extLst>
          </p:cNvPr>
          <p:cNvCxnSpPr/>
          <p:nvPr/>
        </p:nvCxnSpPr>
        <p:spPr>
          <a:xfrm>
            <a:off x="6477001" y="584200"/>
            <a:ext cx="449263" cy="0"/>
          </a:xfrm>
          <a:prstGeom prst="line">
            <a:avLst/>
          </a:prstGeom>
        </p:spPr>
        <p:style>
          <a:lnRef idx="2">
            <a:schemeClr val="dk1"/>
          </a:lnRef>
          <a:fillRef idx="0">
            <a:schemeClr val="dk1"/>
          </a:fillRef>
          <a:effectRef idx="1">
            <a:schemeClr val="dk1"/>
          </a:effectRef>
          <a:fontRef idx="minor">
            <a:schemeClr val="tx1"/>
          </a:fontRef>
        </p:style>
      </p:cxnSp>
      <p:sp>
        <p:nvSpPr>
          <p:cNvPr id="44" name="TextBox 43">
            <a:extLst>
              <a:ext uri="{FF2B5EF4-FFF2-40B4-BE49-F238E27FC236}">
                <a16:creationId xmlns:a16="http://schemas.microsoft.com/office/drawing/2014/main" id="{930D3B9F-FF0B-4D5B-966E-4CC3E9133546}"/>
              </a:ext>
            </a:extLst>
          </p:cNvPr>
          <p:cNvSpPr txBox="1">
            <a:spLocks noChangeArrowheads="1"/>
          </p:cNvSpPr>
          <p:nvPr/>
        </p:nvSpPr>
        <p:spPr bwMode="auto">
          <a:xfrm>
            <a:off x="7065963" y="431800"/>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1600">
                <a:latin typeface="Times New Roman" panose="02020603050405020304" pitchFamily="18" charset="0"/>
              </a:rPr>
              <a:t>h =14</a:t>
            </a:r>
          </a:p>
        </p:txBody>
      </p:sp>
      <p:cxnSp>
        <p:nvCxnSpPr>
          <p:cNvPr id="45" name="Straight Arrow Connector 44">
            <a:extLst>
              <a:ext uri="{FF2B5EF4-FFF2-40B4-BE49-F238E27FC236}">
                <a16:creationId xmlns:a16="http://schemas.microsoft.com/office/drawing/2014/main" id="{F06C7C63-5A9F-49CA-8449-68D0F0DD5F68}"/>
              </a:ext>
            </a:extLst>
          </p:cNvPr>
          <p:cNvCxnSpPr/>
          <p:nvPr/>
        </p:nvCxnSpPr>
        <p:spPr>
          <a:xfrm flipH="1">
            <a:off x="3406776" y="3116264"/>
            <a:ext cx="601663" cy="104933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6" name="Straight Arrow Connector 45">
            <a:extLst>
              <a:ext uri="{FF2B5EF4-FFF2-40B4-BE49-F238E27FC236}">
                <a16:creationId xmlns:a16="http://schemas.microsoft.com/office/drawing/2014/main" id="{BED83865-4231-4B8F-91B0-DB21F7B137A6}"/>
              </a:ext>
            </a:extLst>
          </p:cNvPr>
          <p:cNvCxnSpPr/>
          <p:nvPr/>
        </p:nvCxnSpPr>
        <p:spPr>
          <a:xfrm>
            <a:off x="4535488" y="3286125"/>
            <a:ext cx="533400" cy="12192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7" name="Oval 46">
            <a:extLst>
              <a:ext uri="{FF2B5EF4-FFF2-40B4-BE49-F238E27FC236}">
                <a16:creationId xmlns:a16="http://schemas.microsoft.com/office/drawing/2014/main" id="{401D907C-E21E-4BBD-8DB7-7B76E9924D93}"/>
              </a:ext>
            </a:extLst>
          </p:cNvPr>
          <p:cNvSpPr/>
          <p:nvPr/>
        </p:nvSpPr>
        <p:spPr>
          <a:xfrm>
            <a:off x="2589214" y="4076700"/>
            <a:ext cx="949325" cy="819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rgbClr val="FF0000"/>
                </a:solidFill>
              </a:rPr>
              <a:t>AND</a:t>
            </a:r>
          </a:p>
        </p:txBody>
      </p:sp>
      <p:sp>
        <p:nvSpPr>
          <p:cNvPr id="48" name="Oval 47">
            <a:extLst>
              <a:ext uri="{FF2B5EF4-FFF2-40B4-BE49-F238E27FC236}">
                <a16:creationId xmlns:a16="http://schemas.microsoft.com/office/drawing/2014/main" id="{90A5B4B0-B962-4F50-BE40-47354C4AF8AC}"/>
              </a:ext>
            </a:extLst>
          </p:cNvPr>
          <p:cNvSpPr/>
          <p:nvPr/>
        </p:nvSpPr>
        <p:spPr>
          <a:xfrm>
            <a:off x="4475164" y="4494213"/>
            <a:ext cx="949325" cy="819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rgbClr val="FF0000"/>
                </a:solidFill>
              </a:rPr>
              <a:t>AND</a:t>
            </a:r>
          </a:p>
        </p:txBody>
      </p:sp>
      <p:sp>
        <p:nvSpPr>
          <p:cNvPr id="49" name="TextBox 48">
            <a:extLst>
              <a:ext uri="{FF2B5EF4-FFF2-40B4-BE49-F238E27FC236}">
                <a16:creationId xmlns:a16="http://schemas.microsoft.com/office/drawing/2014/main" id="{045853AA-BD5B-4860-8EFE-6464F6FB59B6}"/>
              </a:ext>
            </a:extLst>
          </p:cNvPr>
          <p:cNvSpPr txBox="1">
            <a:spLocks noChangeArrowheads="1"/>
          </p:cNvSpPr>
          <p:nvPr/>
        </p:nvSpPr>
        <p:spPr bwMode="auto">
          <a:xfrm>
            <a:off x="2546350" y="3746500"/>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1600">
                <a:latin typeface="Times New Roman" panose="02020603050405020304" pitchFamily="18" charset="0"/>
              </a:rPr>
              <a:t>h =2</a:t>
            </a:r>
          </a:p>
        </p:txBody>
      </p:sp>
      <p:sp>
        <p:nvSpPr>
          <p:cNvPr id="50" name="TextBox 49">
            <a:extLst>
              <a:ext uri="{FF2B5EF4-FFF2-40B4-BE49-F238E27FC236}">
                <a16:creationId xmlns:a16="http://schemas.microsoft.com/office/drawing/2014/main" id="{8E1572C5-37A0-4C36-B340-AC44A6EEE764}"/>
              </a:ext>
            </a:extLst>
          </p:cNvPr>
          <p:cNvSpPr txBox="1">
            <a:spLocks noChangeArrowheads="1"/>
          </p:cNvSpPr>
          <p:nvPr/>
        </p:nvSpPr>
        <p:spPr bwMode="auto">
          <a:xfrm>
            <a:off x="4259263" y="4229101"/>
            <a:ext cx="7620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1600">
                <a:latin typeface="Times New Roman" panose="02020603050405020304" pitchFamily="18" charset="0"/>
              </a:rPr>
              <a:t>h =5</a:t>
            </a:r>
          </a:p>
        </p:txBody>
      </p:sp>
      <p:sp>
        <p:nvSpPr>
          <p:cNvPr id="51" name="TextBox 50">
            <a:extLst>
              <a:ext uri="{FF2B5EF4-FFF2-40B4-BE49-F238E27FC236}">
                <a16:creationId xmlns:a16="http://schemas.microsoft.com/office/drawing/2014/main" id="{671750F8-0985-4248-9EC9-08E1FE7F3BE8}"/>
              </a:ext>
            </a:extLst>
          </p:cNvPr>
          <p:cNvSpPr txBox="1">
            <a:spLocks noChangeArrowheads="1"/>
          </p:cNvSpPr>
          <p:nvPr/>
        </p:nvSpPr>
        <p:spPr bwMode="auto">
          <a:xfrm>
            <a:off x="3124200" y="3352800"/>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1600">
                <a:latin typeface="Times New Roman" panose="02020603050405020304" pitchFamily="18" charset="0"/>
              </a:rPr>
              <a:t>      2</a:t>
            </a:r>
          </a:p>
        </p:txBody>
      </p:sp>
      <p:sp>
        <p:nvSpPr>
          <p:cNvPr id="52" name="TextBox 51">
            <a:extLst>
              <a:ext uri="{FF2B5EF4-FFF2-40B4-BE49-F238E27FC236}">
                <a16:creationId xmlns:a16="http://schemas.microsoft.com/office/drawing/2014/main" id="{324F381E-D543-4CB4-83C9-24C82915425C}"/>
              </a:ext>
            </a:extLst>
          </p:cNvPr>
          <p:cNvSpPr txBox="1">
            <a:spLocks noChangeArrowheads="1"/>
          </p:cNvSpPr>
          <p:nvPr/>
        </p:nvSpPr>
        <p:spPr bwMode="auto">
          <a:xfrm>
            <a:off x="4419600" y="3581400"/>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1600">
                <a:latin typeface="Times New Roman" panose="02020603050405020304" pitchFamily="18" charset="0"/>
              </a:rPr>
              <a:t>      1</a:t>
            </a:r>
          </a:p>
        </p:txBody>
      </p:sp>
      <p:cxnSp>
        <p:nvCxnSpPr>
          <p:cNvPr id="53" name="Straight Connector 52">
            <a:extLst>
              <a:ext uri="{FF2B5EF4-FFF2-40B4-BE49-F238E27FC236}">
                <a16:creationId xmlns:a16="http://schemas.microsoft.com/office/drawing/2014/main" id="{689519B3-18E5-47DD-A269-254D995BFA88}"/>
              </a:ext>
            </a:extLst>
          </p:cNvPr>
          <p:cNvCxnSpPr/>
          <p:nvPr/>
        </p:nvCxnSpPr>
        <p:spPr>
          <a:xfrm flipH="1">
            <a:off x="3598864" y="3295650"/>
            <a:ext cx="498475" cy="901700"/>
          </a:xfrm>
          <a:prstGeom prst="line">
            <a:avLst/>
          </a:prstGeom>
        </p:spPr>
        <p:style>
          <a:lnRef idx="3">
            <a:schemeClr val="dk1"/>
          </a:lnRef>
          <a:fillRef idx="0">
            <a:schemeClr val="dk1"/>
          </a:fillRef>
          <a:effectRef idx="2">
            <a:schemeClr val="dk1"/>
          </a:effectRef>
          <a:fontRef idx="minor">
            <a:schemeClr val="tx1"/>
          </a:fontRef>
        </p:style>
      </p:cxnSp>
      <p:cxnSp>
        <p:nvCxnSpPr>
          <p:cNvPr id="54" name="Straight Arrow Connector 53">
            <a:extLst>
              <a:ext uri="{FF2B5EF4-FFF2-40B4-BE49-F238E27FC236}">
                <a16:creationId xmlns:a16="http://schemas.microsoft.com/office/drawing/2014/main" id="{9B27819F-57B8-4244-BD1B-72F43131A311}"/>
              </a:ext>
            </a:extLst>
          </p:cNvPr>
          <p:cNvCxnSpPr/>
          <p:nvPr/>
        </p:nvCxnSpPr>
        <p:spPr>
          <a:xfrm flipH="1">
            <a:off x="2193926" y="4789488"/>
            <a:ext cx="601663" cy="104775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5" name="Straight Arrow Connector 54">
            <a:extLst>
              <a:ext uri="{FF2B5EF4-FFF2-40B4-BE49-F238E27FC236}">
                <a16:creationId xmlns:a16="http://schemas.microsoft.com/office/drawing/2014/main" id="{B2CA27B0-9E11-49D9-A6DD-AD87FE5E0917}"/>
              </a:ext>
            </a:extLst>
          </p:cNvPr>
          <p:cNvCxnSpPr/>
          <p:nvPr/>
        </p:nvCxnSpPr>
        <p:spPr>
          <a:xfrm>
            <a:off x="3290888" y="4818063"/>
            <a:ext cx="533400" cy="12192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6" name="Oval 55">
            <a:extLst>
              <a:ext uri="{FF2B5EF4-FFF2-40B4-BE49-F238E27FC236}">
                <a16:creationId xmlns:a16="http://schemas.microsoft.com/office/drawing/2014/main" id="{D9DA4155-D365-4272-88A0-EC3E17603082}"/>
              </a:ext>
            </a:extLst>
          </p:cNvPr>
          <p:cNvSpPr/>
          <p:nvPr/>
        </p:nvSpPr>
        <p:spPr>
          <a:xfrm>
            <a:off x="1597026" y="5846763"/>
            <a:ext cx="949325" cy="819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solidFill>
                <a:srgbClr val="FF0000"/>
              </a:solidFill>
            </a:endParaRPr>
          </a:p>
        </p:txBody>
      </p:sp>
      <p:sp>
        <p:nvSpPr>
          <p:cNvPr id="57" name="Oval 56">
            <a:extLst>
              <a:ext uri="{FF2B5EF4-FFF2-40B4-BE49-F238E27FC236}">
                <a16:creationId xmlns:a16="http://schemas.microsoft.com/office/drawing/2014/main" id="{F997CA1D-4B77-4C82-B218-3228F26928F7}"/>
              </a:ext>
            </a:extLst>
          </p:cNvPr>
          <p:cNvSpPr/>
          <p:nvPr/>
        </p:nvSpPr>
        <p:spPr>
          <a:xfrm>
            <a:off x="3286126" y="6097589"/>
            <a:ext cx="949325" cy="73818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solidFill>
                <a:srgbClr val="FF0000"/>
              </a:solidFill>
            </a:endParaRPr>
          </a:p>
        </p:txBody>
      </p:sp>
      <p:sp>
        <p:nvSpPr>
          <p:cNvPr id="58" name="TextBox 57">
            <a:extLst>
              <a:ext uri="{FF2B5EF4-FFF2-40B4-BE49-F238E27FC236}">
                <a16:creationId xmlns:a16="http://schemas.microsoft.com/office/drawing/2014/main" id="{FCF8553C-E6E6-4475-BD01-D9A103231C95}"/>
              </a:ext>
            </a:extLst>
          </p:cNvPr>
          <p:cNvSpPr txBox="1">
            <a:spLocks noChangeArrowheads="1"/>
          </p:cNvSpPr>
          <p:nvPr/>
        </p:nvSpPr>
        <p:spPr bwMode="auto">
          <a:xfrm>
            <a:off x="1597025" y="5549900"/>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1600">
                <a:latin typeface="Times New Roman" panose="02020603050405020304" pitchFamily="18" charset="0"/>
              </a:rPr>
              <a:t>h =3</a:t>
            </a:r>
          </a:p>
        </p:txBody>
      </p:sp>
      <p:sp>
        <p:nvSpPr>
          <p:cNvPr id="59" name="Oval 58">
            <a:extLst>
              <a:ext uri="{FF2B5EF4-FFF2-40B4-BE49-F238E27FC236}">
                <a16:creationId xmlns:a16="http://schemas.microsoft.com/office/drawing/2014/main" id="{D76469F1-D5A6-4CD8-9067-6E3B27025048}"/>
              </a:ext>
            </a:extLst>
          </p:cNvPr>
          <p:cNvSpPr/>
          <p:nvPr/>
        </p:nvSpPr>
        <p:spPr>
          <a:xfrm>
            <a:off x="3452813" y="6215063"/>
            <a:ext cx="628650" cy="4572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r>
              <a:rPr lang="en-US" dirty="0"/>
              <a:t>10</a:t>
            </a:r>
          </a:p>
        </p:txBody>
      </p:sp>
      <p:sp>
        <p:nvSpPr>
          <p:cNvPr id="60" name="TextBox 59">
            <a:extLst>
              <a:ext uri="{FF2B5EF4-FFF2-40B4-BE49-F238E27FC236}">
                <a16:creationId xmlns:a16="http://schemas.microsoft.com/office/drawing/2014/main" id="{0F6D6222-7CDE-45D2-BE9A-F1B71405AF70}"/>
              </a:ext>
            </a:extLst>
          </p:cNvPr>
          <p:cNvSpPr txBox="1">
            <a:spLocks noChangeArrowheads="1"/>
          </p:cNvSpPr>
          <p:nvPr/>
        </p:nvSpPr>
        <p:spPr bwMode="auto">
          <a:xfrm>
            <a:off x="3290888" y="5235575"/>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1600">
                <a:latin typeface="Times New Roman" panose="02020603050405020304" pitchFamily="18" charset="0"/>
              </a:rPr>
              <a:t>      0</a:t>
            </a:r>
          </a:p>
        </p:txBody>
      </p:sp>
      <p:sp>
        <p:nvSpPr>
          <p:cNvPr id="61" name="TextBox 60">
            <a:extLst>
              <a:ext uri="{FF2B5EF4-FFF2-40B4-BE49-F238E27FC236}">
                <a16:creationId xmlns:a16="http://schemas.microsoft.com/office/drawing/2014/main" id="{C995A740-506D-4D60-A49F-6B53FD131A7B}"/>
              </a:ext>
            </a:extLst>
          </p:cNvPr>
          <p:cNvSpPr txBox="1">
            <a:spLocks noChangeArrowheads="1"/>
          </p:cNvSpPr>
          <p:nvPr/>
        </p:nvSpPr>
        <p:spPr bwMode="auto">
          <a:xfrm>
            <a:off x="1863725" y="4975225"/>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1600">
                <a:latin typeface="Times New Roman" panose="02020603050405020304" pitchFamily="18" charset="0"/>
              </a:rPr>
              <a:t>      1</a:t>
            </a:r>
          </a:p>
        </p:txBody>
      </p:sp>
      <p:sp>
        <p:nvSpPr>
          <p:cNvPr id="62" name="Block Arc 61">
            <a:extLst>
              <a:ext uri="{FF2B5EF4-FFF2-40B4-BE49-F238E27FC236}">
                <a16:creationId xmlns:a16="http://schemas.microsoft.com/office/drawing/2014/main" id="{BC9C5AE7-CEB5-410A-8F81-AA471E8A0FC2}"/>
              </a:ext>
            </a:extLst>
          </p:cNvPr>
          <p:cNvSpPr/>
          <p:nvPr/>
        </p:nvSpPr>
        <p:spPr>
          <a:xfrm rot="10800000">
            <a:off x="2593975" y="4884739"/>
            <a:ext cx="858838" cy="484187"/>
          </a:xfrm>
          <a:prstGeom prst="blockArc">
            <a:avLst>
              <a:gd name="adj1" fmla="val 10220406"/>
              <a:gd name="adj2" fmla="val 0"/>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chemeClr val="tx1"/>
              </a:solidFill>
            </a:endParaRPr>
          </a:p>
        </p:txBody>
      </p:sp>
      <p:cxnSp>
        <p:nvCxnSpPr>
          <p:cNvPr id="63" name="Straight Connector 62">
            <a:extLst>
              <a:ext uri="{FF2B5EF4-FFF2-40B4-BE49-F238E27FC236}">
                <a16:creationId xmlns:a16="http://schemas.microsoft.com/office/drawing/2014/main" id="{E9E164BC-59B9-47F5-8686-02509F49830E}"/>
              </a:ext>
            </a:extLst>
          </p:cNvPr>
          <p:cNvCxnSpPr/>
          <p:nvPr/>
        </p:nvCxnSpPr>
        <p:spPr>
          <a:xfrm>
            <a:off x="2622551" y="3916363"/>
            <a:ext cx="449263" cy="0"/>
          </a:xfrm>
          <a:prstGeom prst="line">
            <a:avLst/>
          </a:prstGeom>
        </p:spPr>
        <p:style>
          <a:lnRef idx="2">
            <a:schemeClr val="dk1"/>
          </a:lnRef>
          <a:fillRef idx="0">
            <a:schemeClr val="dk1"/>
          </a:fillRef>
          <a:effectRef idx="1">
            <a:schemeClr val="dk1"/>
          </a:effectRef>
          <a:fontRef idx="minor">
            <a:schemeClr val="tx1"/>
          </a:fontRef>
        </p:style>
      </p:cxnSp>
      <p:sp>
        <p:nvSpPr>
          <p:cNvPr id="64" name="TextBox 63">
            <a:extLst>
              <a:ext uri="{FF2B5EF4-FFF2-40B4-BE49-F238E27FC236}">
                <a16:creationId xmlns:a16="http://schemas.microsoft.com/office/drawing/2014/main" id="{A756A60D-C3E0-496A-978E-88CE14B4FC25}"/>
              </a:ext>
            </a:extLst>
          </p:cNvPr>
          <p:cNvSpPr txBox="1">
            <a:spLocks noChangeArrowheads="1"/>
          </p:cNvSpPr>
          <p:nvPr/>
        </p:nvSpPr>
        <p:spPr bwMode="auto">
          <a:xfrm>
            <a:off x="2524125" y="3484564"/>
            <a:ext cx="7620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1600">
                <a:latin typeface="Times New Roman" panose="02020603050405020304" pitchFamily="18" charset="0"/>
              </a:rPr>
              <a:t>h =14</a:t>
            </a:r>
          </a:p>
        </p:txBody>
      </p:sp>
      <p:cxnSp>
        <p:nvCxnSpPr>
          <p:cNvPr id="65" name="Straight Connector 64">
            <a:extLst>
              <a:ext uri="{FF2B5EF4-FFF2-40B4-BE49-F238E27FC236}">
                <a16:creationId xmlns:a16="http://schemas.microsoft.com/office/drawing/2014/main" id="{D571DCFC-1589-4BBE-A104-AD93B80F3275}"/>
              </a:ext>
            </a:extLst>
          </p:cNvPr>
          <p:cNvCxnSpPr/>
          <p:nvPr/>
        </p:nvCxnSpPr>
        <p:spPr>
          <a:xfrm flipH="1">
            <a:off x="2400301" y="4984750"/>
            <a:ext cx="498475" cy="901700"/>
          </a:xfrm>
          <a:prstGeom prst="line">
            <a:avLst/>
          </a:prstGeom>
        </p:spPr>
        <p:style>
          <a:lnRef idx="3">
            <a:schemeClr val="dk1"/>
          </a:lnRef>
          <a:fillRef idx="0">
            <a:schemeClr val="dk1"/>
          </a:fillRef>
          <a:effectRef idx="2">
            <a:schemeClr val="dk1"/>
          </a:effectRef>
          <a:fontRef idx="minor">
            <a:schemeClr val="tx1"/>
          </a:fontRef>
        </p:style>
      </p:cxnSp>
      <p:cxnSp>
        <p:nvCxnSpPr>
          <p:cNvPr id="66" name="Straight Connector 65">
            <a:extLst>
              <a:ext uri="{FF2B5EF4-FFF2-40B4-BE49-F238E27FC236}">
                <a16:creationId xmlns:a16="http://schemas.microsoft.com/office/drawing/2014/main" id="{29ACC009-C4AC-4E45-A86D-21F67861345A}"/>
              </a:ext>
            </a:extLst>
          </p:cNvPr>
          <p:cNvCxnSpPr/>
          <p:nvPr/>
        </p:nvCxnSpPr>
        <p:spPr>
          <a:xfrm>
            <a:off x="3181351" y="5091114"/>
            <a:ext cx="441325" cy="1023937"/>
          </a:xfrm>
          <a:prstGeom prst="line">
            <a:avLst/>
          </a:prstGeom>
        </p:spPr>
        <p:style>
          <a:lnRef idx="3">
            <a:schemeClr val="dk1"/>
          </a:lnRef>
          <a:fillRef idx="0">
            <a:schemeClr val="dk1"/>
          </a:fillRef>
          <a:effectRef idx="2">
            <a:schemeClr val="dk1"/>
          </a:effectRef>
          <a:fontRef idx="minor">
            <a:schemeClr val="tx1"/>
          </a:fontRef>
        </p:style>
      </p:cxnSp>
      <p:cxnSp>
        <p:nvCxnSpPr>
          <p:cNvPr id="67" name="Straight Connector 66">
            <a:extLst>
              <a:ext uri="{FF2B5EF4-FFF2-40B4-BE49-F238E27FC236}">
                <a16:creationId xmlns:a16="http://schemas.microsoft.com/office/drawing/2014/main" id="{4DE6FAE2-2F60-4A92-82DD-DEB23E96178B}"/>
              </a:ext>
            </a:extLst>
          </p:cNvPr>
          <p:cNvCxnSpPr/>
          <p:nvPr/>
        </p:nvCxnSpPr>
        <p:spPr>
          <a:xfrm>
            <a:off x="3557588" y="2514600"/>
            <a:ext cx="449262" cy="0"/>
          </a:xfrm>
          <a:prstGeom prst="line">
            <a:avLst/>
          </a:prstGeom>
        </p:spPr>
        <p:style>
          <a:lnRef idx="2">
            <a:schemeClr val="dk1"/>
          </a:lnRef>
          <a:fillRef idx="0">
            <a:schemeClr val="dk1"/>
          </a:fillRef>
          <a:effectRef idx="1">
            <a:schemeClr val="dk1"/>
          </a:effectRef>
          <a:fontRef idx="minor">
            <a:schemeClr val="tx1"/>
          </a:fontRef>
        </p:style>
      </p:cxnSp>
      <p:sp>
        <p:nvSpPr>
          <p:cNvPr id="68" name="TextBox 67">
            <a:extLst>
              <a:ext uri="{FF2B5EF4-FFF2-40B4-BE49-F238E27FC236}">
                <a16:creationId xmlns:a16="http://schemas.microsoft.com/office/drawing/2014/main" id="{D4414166-C5AF-4886-BA9F-040BE6F66961}"/>
              </a:ext>
            </a:extLst>
          </p:cNvPr>
          <p:cNvSpPr txBox="1">
            <a:spLocks noChangeArrowheads="1"/>
          </p:cNvSpPr>
          <p:nvPr/>
        </p:nvSpPr>
        <p:spPr bwMode="auto">
          <a:xfrm>
            <a:off x="3535363" y="2062164"/>
            <a:ext cx="7620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1600">
                <a:latin typeface="Times New Roman" panose="02020603050405020304" pitchFamily="18" charset="0"/>
              </a:rPr>
              <a:t>h =16</a:t>
            </a:r>
          </a:p>
        </p:txBody>
      </p:sp>
      <p:cxnSp>
        <p:nvCxnSpPr>
          <p:cNvPr id="70" name="Straight Arrow Connector 69">
            <a:extLst>
              <a:ext uri="{FF2B5EF4-FFF2-40B4-BE49-F238E27FC236}">
                <a16:creationId xmlns:a16="http://schemas.microsoft.com/office/drawing/2014/main" id="{068F7F21-8E42-435B-BB79-42DB7DDA9E8A}"/>
              </a:ext>
            </a:extLst>
          </p:cNvPr>
          <p:cNvCxnSpPr/>
          <p:nvPr/>
        </p:nvCxnSpPr>
        <p:spPr>
          <a:xfrm flipV="1">
            <a:off x="3214689" y="2976563"/>
            <a:ext cx="422275" cy="46196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71" name="TextBox 70">
            <a:extLst>
              <a:ext uri="{FF2B5EF4-FFF2-40B4-BE49-F238E27FC236}">
                <a16:creationId xmlns:a16="http://schemas.microsoft.com/office/drawing/2014/main" id="{2C546B84-6018-41DB-B86A-7E734DB2A21C}"/>
              </a:ext>
            </a:extLst>
          </p:cNvPr>
          <p:cNvSpPr txBox="1">
            <a:spLocks noChangeArrowheads="1"/>
          </p:cNvSpPr>
          <p:nvPr/>
        </p:nvSpPr>
        <p:spPr bwMode="auto">
          <a:xfrm>
            <a:off x="2709863" y="2962276"/>
            <a:ext cx="7620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1600">
                <a:latin typeface="Times New Roman" panose="02020603050405020304" pitchFamily="18" charset="0"/>
              </a:rPr>
              <a:t>      16</a:t>
            </a:r>
          </a:p>
        </p:txBody>
      </p:sp>
      <p:cxnSp>
        <p:nvCxnSpPr>
          <p:cNvPr id="73" name="Straight Arrow Connector 72">
            <a:extLst>
              <a:ext uri="{FF2B5EF4-FFF2-40B4-BE49-F238E27FC236}">
                <a16:creationId xmlns:a16="http://schemas.microsoft.com/office/drawing/2014/main" id="{9364C993-33DB-449F-92A2-093AD3712975}"/>
              </a:ext>
            </a:extLst>
          </p:cNvPr>
          <p:cNvCxnSpPr/>
          <p:nvPr/>
        </p:nvCxnSpPr>
        <p:spPr>
          <a:xfrm flipH="1" flipV="1">
            <a:off x="4800600" y="3352800"/>
            <a:ext cx="381000" cy="60960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74" name="TextBox 73">
            <a:extLst>
              <a:ext uri="{FF2B5EF4-FFF2-40B4-BE49-F238E27FC236}">
                <a16:creationId xmlns:a16="http://schemas.microsoft.com/office/drawing/2014/main" id="{9C0B508A-0833-47BA-AF29-9EBB80C77529}"/>
              </a:ext>
            </a:extLst>
          </p:cNvPr>
          <p:cNvSpPr txBox="1">
            <a:spLocks noChangeArrowheads="1"/>
          </p:cNvSpPr>
          <p:nvPr/>
        </p:nvSpPr>
        <p:spPr bwMode="auto">
          <a:xfrm>
            <a:off x="4724400" y="3471864"/>
            <a:ext cx="7620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1600">
                <a:latin typeface="Times New Roman" panose="02020603050405020304" pitchFamily="18" charset="0"/>
              </a:rPr>
              <a:t>      6</a:t>
            </a:r>
          </a:p>
        </p:txBody>
      </p:sp>
      <p:cxnSp>
        <p:nvCxnSpPr>
          <p:cNvPr id="75" name="Straight Connector 74">
            <a:extLst>
              <a:ext uri="{FF2B5EF4-FFF2-40B4-BE49-F238E27FC236}">
                <a16:creationId xmlns:a16="http://schemas.microsoft.com/office/drawing/2014/main" id="{CDCABD73-546D-4885-B534-D5C53E13D9FA}"/>
              </a:ext>
            </a:extLst>
          </p:cNvPr>
          <p:cNvCxnSpPr/>
          <p:nvPr/>
        </p:nvCxnSpPr>
        <p:spPr>
          <a:xfrm>
            <a:off x="3622676" y="2232025"/>
            <a:ext cx="449263" cy="0"/>
          </a:xfrm>
          <a:prstGeom prst="line">
            <a:avLst/>
          </a:prstGeom>
        </p:spPr>
        <p:style>
          <a:lnRef idx="2">
            <a:schemeClr val="dk1"/>
          </a:lnRef>
          <a:fillRef idx="0">
            <a:schemeClr val="dk1"/>
          </a:fillRef>
          <a:effectRef idx="1">
            <a:schemeClr val="dk1"/>
          </a:effectRef>
          <a:fontRef idx="minor">
            <a:schemeClr val="tx1"/>
          </a:fontRef>
        </p:style>
      </p:cxnSp>
      <p:sp>
        <p:nvSpPr>
          <p:cNvPr id="76" name="TextBox 75">
            <a:extLst>
              <a:ext uri="{FF2B5EF4-FFF2-40B4-BE49-F238E27FC236}">
                <a16:creationId xmlns:a16="http://schemas.microsoft.com/office/drawing/2014/main" id="{F1F46191-0270-421E-B5ED-D823106AD9FE}"/>
              </a:ext>
            </a:extLst>
          </p:cNvPr>
          <p:cNvSpPr txBox="1">
            <a:spLocks noChangeArrowheads="1"/>
          </p:cNvSpPr>
          <p:nvPr/>
        </p:nvSpPr>
        <p:spPr bwMode="auto">
          <a:xfrm>
            <a:off x="2922588" y="2044700"/>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1600">
                <a:latin typeface="Times New Roman" panose="02020603050405020304" pitchFamily="18" charset="0"/>
              </a:rPr>
              <a:t>h =6</a:t>
            </a:r>
          </a:p>
        </p:txBody>
      </p:sp>
      <p:cxnSp>
        <p:nvCxnSpPr>
          <p:cNvPr id="77" name="Straight Connector 76">
            <a:extLst>
              <a:ext uri="{FF2B5EF4-FFF2-40B4-BE49-F238E27FC236}">
                <a16:creationId xmlns:a16="http://schemas.microsoft.com/office/drawing/2014/main" id="{2EC03367-0896-4ABA-8B2A-6F98E39FF42A}"/>
              </a:ext>
            </a:extLst>
          </p:cNvPr>
          <p:cNvCxnSpPr/>
          <p:nvPr/>
        </p:nvCxnSpPr>
        <p:spPr>
          <a:xfrm>
            <a:off x="7162801" y="633413"/>
            <a:ext cx="449263" cy="0"/>
          </a:xfrm>
          <a:prstGeom prst="line">
            <a:avLst/>
          </a:prstGeom>
        </p:spPr>
        <p:style>
          <a:lnRef idx="2">
            <a:schemeClr val="dk1"/>
          </a:lnRef>
          <a:fillRef idx="0">
            <a:schemeClr val="dk1"/>
          </a:fillRef>
          <a:effectRef idx="1">
            <a:schemeClr val="dk1"/>
          </a:effectRef>
          <a:fontRef idx="minor">
            <a:schemeClr val="tx1"/>
          </a:fontRef>
        </p:style>
      </p:cxnSp>
      <p:cxnSp>
        <p:nvCxnSpPr>
          <p:cNvPr id="80" name="Straight Connector 79">
            <a:extLst>
              <a:ext uri="{FF2B5EF4-FFF2-40B4-BE49-F238E27FC236}">
                <a16:creationId xmlns:a16="http://schemas.microsoft.com/office/drawing/2014/main" id="{BD88FDEB-576B-436A-B2CE-8D5FE3C11793}"/>
              </a:ext>
            </a:extLst>
          </p:cNvPr>
          <p:cNvCxnSpPr/>
          <p:nvPr/>
        </p:nvCxnSpPr>
        <p:spPr>
          <a:xfrm>
            <a:off x="4395788" y="3352800"/>
            <a:ext cx="404812" cy="947738"/>
          </a:xfrm>
          <a:prstGeom prst="line">
            <a:avLst/>
          </a:prstGeom>
          <a:ln>
            <a:solidFill>
              <a:srgbClr val="FF0000"/>
            </a:solidFill>
          </a:ln>
        </p:spPr>
        <p:style>
          <a:lnRef idx="3">
            <a:schemeClr val="accent2"/>
          </a:lnRef>
          <a:fillRef idx="0">
            <a:schemeClr val="accent2"/>
          </a:fillRef>
          <a:effectRef idx="2">
            <a:schemeClr val="accent2"/>
          </a:effectRef>
          <a:fontRef idx="minor">
            <a:schemeClr val="tx1"/>
          </a:fontRef>
        </p:style>
      </p:cxnSp>
      <p:sp>
        <p:nvSpPr>
          <p:cNvPr id="81" name="Curved Up Arrow 80">
            <a:extLst>
              <a:ext uri="{FF2B5EF4-FFF2-40B4-BE49-F238E27FC236}">
                <a16:creationId xmlns:a16="http://schemas.microsoft.com/office/drawing/2014/main" id="{BF1DCA55-D605-40A0-9886-128ECBC058FF}"/>
              </a:ext>
            </a:extLst>
          </p:cNvPr>
          <p:cNvSpPr/>
          <p:nvPr/>
        </p:nvSpPr>
        <p:spPr>
          <a:xfrm rot="1022329">
            <a:off x="3930651" y="3751264"/>
            <a:ext cx="536575" cy="371475"/>
          </a:xfrm>
          <a:prstGeom prst="curvedUpArrow">
            <a:avLst/>
          </a:prstGeom>
          <a:ln/>
        </p:spPr>
        <p:style>
          <a:lnRef idx="3">
            <a:schemeClr val="lt1"/>
          </a:lnRef>
          <a:fillRef idx="1">
            <a:schemeClr val="accent2"/>
          </a:fillRef>
          <a:effectRef idx="1">
            <a:schemeClr val="accent2"/>
          </a:effectRef>
          <a:fontRef idx="minor">
            <a:schemeClr val="lt1"/>
          </a:fontRef>
        </p:style>
        <p:txBody>
          <a:bodyPr anchor="ctr"/>
          <a:lstStyle/>
          <a:p>
            <a:pPr algn="ctr" eaLnBrk="1" hangingPunct="1">
              <a:defRPr/>
            </a:pPr>
            <a:endParaRPr lang="en-US">
              <a:solidFill>
                <a:schemeClr val="tx1"/>
              </a:solidFill>
            </a:endParaRPr>
          </a:p>
        </p:txBody>
      </p:sp>
      <p:sp>
        <p:nvSpPr>
          <p:cNvPr id="82" name="TextBox 81">
            <a:extLst>
              <a:ext uri="{FF2B5EF4-FFF2-40B4-BE49-F238E27FC236}">
                <a16:creationId xmlns:a16="http://schemas.microsoft.com/office/drawing/2014/main" id="{1F34DEF7-C6A5-4ECD-B661-71A0A3402BAC}"/>
              </a:ext>
            </a:extLst>
          </p:cNvPr>
          <p:cNvSpPr txBox="1">
            <a:spLocks noChangeArrowheads="1"/>
          </p:cNvSpPr>
          <p:nvPr/>
        </p:nvSpPr>
        <p:spPr bwMode="auto">
          <a:xfrm>
            <a:off x="7705725" y="466726"/>
            <a:ext cx="7620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1600">
                <a:latin typeface="Times New Roman" panose="02020603050405020304" pitchFamily="18" charset="0"/>
              </a:rPr>
              <a:t>h =16</a:t>
            </a:r>
          </a:p>
        </p:txBody>
      </p:sp>
      <p:sp>
        <p:nvSpPr>
          <p:cNvPr id="83" name="TextBox 82">
            <a:extLst>
              <a:ext uri="{FF2B5EF4-FFF2-40B4-BE49-F238E27FC236}">
                <a16:creationId xmlns:a16="http://schemas.microsoft.com/office/drawing/2014/main" id="{481D98F0-4A12-40F0-A181-258670B03B2E}"/>
              </a:ext>
            </a:extLst>
          </p:cNvPr>
          <p:cNvSpPr txBox="1">
            <a:spLocks noChangeArrowheads="1"/>
          </p:cNvSpPr>
          <p:nvPr/>
        </p:nvSpPr>
        <p:spPr bwMode="auto">
          <a:xfrm>
            <a:off x="7442200" y="2232025"/>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1600">
                <a:latin typeface="Times New Roman" panose="02020603050405020304" pitchFamily="18" charset="0"/>
              </a:rPr>
              <a:t>h =7</a:t>
            </a:r>
          </a:p>
        </p:txBody>
      </p:sp>
      <p:cxnSp>
        <p:nvCxnSpPr>
          <p:cNvPr id="84" name="Straight Arrow Connector 83">
            <a:extLst>
              <a:ext uri="{FF2B5EF4-FFF2-40B4-BE49-F238E27FC236}">
                <a16:creationId xmlns:a16="http://schemas.microsoft.com/office/drawing/2014/main" id="{869C2FBA-DFE3-4F0A-8833-954ACA600D54}"/>
              </a:ext>
            </a:extLst>
          </p:cNvPr>
          <p:cNvCxnSpPr/>
          <p:nvPr/>
        </p:nvCxnSpPr>
        <p:spPr>
          <a:xfrm flipH="1">
            <a:off x="4730750" y="5305426"/>
            <a:ext cx="374650" cy="80327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6" name="Straight Arrow Connector 85">
            <a:extLst>
              <a:ext uri="{FF2B5EF4-FFF2-40B4-BE49-F238E27FC236}">
                <a16:creationId xmlns:a16="http://schemas.microsoft.com/office/drawing/2014/main" id="{B9DF225B-6573-49E7-A952-047CDE7F4747}"/>
              </a:ext>
            </a:extLst>
          </p:cNvPr>
          <p:cNvCxnSpPr/>
          <p:nvPr/>
        </p:nvCxnSpPr>
        <p:spPr>
          <a:xfrm>
            <a:off x="5410201" y="5059364"/>
            <a:ext cx="468313" cy="89693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88" name="Oval 87">
            <a:extLst>
              <a:ext uri="{FF2B5EF4-FFF2-40B4-BE49-F238E27FC236}">
                <a16:creationId xmlns:a16="http://schemas.microsoft.com/office/drawing/2014/main" id="{F8DB19C2-E07B-40BD-8308-597FCB631F85}"/>
              </a:ext>
            </a:extLst>
          </p:cNvPr>
          <p:cNvSpPr/>
          <p:nvPr/>
        </p:nvSpPr>
        <p:spPr>
          <a:xfrm>
            <a:off x="4365626" y="6116638"/>
            <a:ext cx="739775" cy="5762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solidFill>
                <a:srgbClr val="FF0000"/>
              </a:solidFill>
            </a:endParaRPr>
          </a:p>
        </p:txBody>
      </p:sp>
      <p:sp>
        <p:nvSpPr>
          <p:cNvPr id="89" name="Oval 88">
            <a:extLst>
              <a:ext uri="{FF2B5EF4-FFF2-40B4-BE49-F238E27FC236}">
                <a16:creationId xmlns:a16="http://schemas.microsoft.com/office/drawing/2014/main" id="{242FB9AF-23A2-4765-8B46-BB21ED015E51}"/>
              </a:ext>
            </a:extLst>
          </p:cNvPr>
          <p:cNvSpPr/>
          <p:nvPr/>
        </p:nvSpPr>
        <p:spPr>
          <a:xfrm>
            <a:off x="5716589" y="5862638"/>
            <a:ext cx="949325" cy="819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solidFill>
                <a:srgbClr val="FF0000"/>
              </a:solidFill>
            </a:endParaRPr>
          </a:p>
        </p:txBody>
      </p:sp>
      <p:sp>
        <p:nvSpPr>
          <p:cNvPr id="90" name="Oval 89">
            <a:extLst>
              <a:ext uri="{FF2B5EF4-FFF2-40B4-BE49-F238E27FC236}">
                <a16:creationId xmlns:a16="http://schemas.microsoft.com/office/drawing/2014/main" id="{D8473638-5877-4EB4-AF48-D57903B60E27}"/>
              </a:ext>
            </a:extLst>
          </p:cNvPr>
          <p:cNvSpPr/>
          <p:nvPr/>
        </p:nvSpPr>
        <p:spPr>
          <a:xfrm>
            <a:off x="4492625" y="6175375"/>
            <a:ext cx="495300" cy="4572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r>
              <a:rPr lang="en-US" dirty="0"/>
              <a:t>3</a:t>
            </a:r>
          </a:p>
        </p:txBody>
      </p:sp>
      <p:sp>
        <p:nvSpPr>
          <p:cNvPr id="91" name="Oval 90">
            <a:extLst>
              <a:ext uri="{FF2B5EF4-FFF2-40B4-BE49-F238E27FC236}">
                <a16:creationId xmlns:a16="http://schemas.microsoft.com/office/drawing/2014/main" id="{C876C59B-9D89-4500-8920-BD4C562CBED8}"/>
              </a:ext>
            </a:extLst>
          </p:cNvPr>
          <p:cNvSpPr/>
          <p:nvPr/>
        </p:nvSpPr>
        <p:spPr>
          <a:xfrm>
            <a:off x="5924550" y="6097588"/>
            <a:ext cx="495300" cy="4572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r>
              <a:rPr lang="en-US" dirty="0"/>
              <a:t>4</a:t>
            </a:r>
          </a:p>
        </p:txBody>
      </p:sp>
      <p:sp>
        <p:nvSpPr>
          <p:cNvPr id="92" name="TextBox 91">
            <a:extLst>
              <a:ext uri="{FF2B5EF4-FFF2-40B4-BE49-F238E27FC236}">
                <a16:creationId xmlns:a16="http://schemas.microsoft.com/office/drawing/2014/main" id="{23C90BD8-D186-4C31-899F-EC69CBE2B16C}"/>
              </a:ext>
            </a:extLst>
          </p:cNvPr>
          <p:cNvSpPr txBox="1">
            <a:spLocks noChangeArrowheads="1"/>
          </p:cNvSpPr>
          <p:nvPr/>
        </p:nvSpPr>
        <p:spPr bwMode="auto">
          <a:xfrm>
            <a:off x="4314825" y="5521325"/>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1600">
                <a:latin typeface="Times New Roman" panose="02020603050405020304" pitchFamily="18" charset="0"/>
              </a:rPr>
              <a:t>      0</a:t>
            </a:r>
          </a:p>
        </p:txBody>
      </p:sp>
      <p:sp>
        <p:nvSpPr>
          <p:cNvPr id="93" name="TextBox 92">
            <a:extLst>
              <a:ext uri="{FF2B5EF4-FFF2-40B4-BE49-F238E27FC236}">
                <a16:creationId xmlns:a16="http://schemas.microsoft.com/office/drawing/2014/main" id="{A3724660-4C0A-420E-BFC3-A52BB389725B}"/>
              </a:ext>
            </a:extLst>
          </p:cNvPr>
          <p:cNvSpPr txBox="1">
            <a:spLocks noChangeArrowheads="1"/>
          </p:cNvSpPr>
          <p:nvPr/>
        </p:nvSpPr>
        <p:spPr bwMode="auto">
          <a:xfrm>
            <a:off x="5457825" y="5268914"/>
            <a:ext cx="7620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1600">
                <a:latin typeface="Times New Roman" panose="02020603050405020304" pitchFamily="18" charset="0"/>
              </a:rPr>
              <a:t>      0</a:t>
            </a:r>
          </a:p>
        </p:txBody>
      </p:sp>
      <p:sp>
        <p:nvSpPr>
          <p:cNvPr id="94" name="Block Arc 93">
            <a:extLst>
              <a:ext uri="{FF2B5EF4-FFF2-40B4-BE49-F238E27FC236}">
                <a16:creationId xmlns:a16="http://schemas.microsoft.com/office/drawing/2014/main" id="{DAF29FD3-7E46-484F-A222-500136AA9F01}"/>
              </a:ext>
            </a:extLst>
          </p:cNvPr>
          <p:cNvSpPr/>
          <p:nvPr/>
        </p:nvSpPr>
        <p:spPr>
          <a:xfrm rot="10800000">
            <a:off x="4999038" y="5360989"/>
            <a:ext cx="666750" cy="312737"/>
          </a:xfrm>
          <a:prstGeom prst="blockArc">
            <a:avLst>
              <a:gd name="adj1" fmla="val 10220406"/>
              <a:gd name="adj2" fmla="val 0"/>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chemeClr val="tx1"/>
              </a:solidFill>
            </a:endParaRPr>
          </a:p>
        </p:txBody>
      </p:sp>
      <p:cxnSp>
        <p:nvCxnSpPr>
          <p:cNvPr id="95" name="Straight Connector 94">
            <a:extLst>
              <a:ext uri="{FF2B5EF4-FFF2-40B4-BE49-F238E27FC236}">
                <a16:creationId xmlns:a16="http://schemas.microsoft.com/office/drawing/2014/main" id="{65A95B05-F875-4D88-A7A9-2ACE4B28B9B0}"/>
              </a:ext>
            </a:extLst>
          </p:cNvPr>
          <p:cNvCxnSpPr/>
          <p:nvPr/>
        </p:nvCxnSpPr>
        <p:spPr>
          <a:xfrm>
            <a:off x="4297363" y="4419600"/>
            <a:ext cx="449262" cy="0"/>
          </a:xfrm>
          <a:prstGeom prst="line">
            <a:avLst/>
          </a:prstGeom>
        </p:spPr>
        <p:style>
          <a:lnRef idx="2">
            <a:schemeClr val="dk1"/>
          </a:lnRef>
          <a:fillRef idx="0">
            <a:schemeClr val="dk1"/>
          </a:fillRef>
          <a:effectRef idx="1">
            <a:schemeClr val="dk1"/>
          </a:effectRef>
          <a:fontRef idx="minor">
            <a:schemeClr val="tx1"/>
          </a:fontRef>
        </p:style>
      </p:cxnSp>
      <p:sp>
        <p:nvSpPr>
          <p:cNvPr id="96" name="TextBox 95">
            <a:extLst>
              <a:ext uri="{FF2B5EF4-FFF2-40B4-BE49-F238E27FC236}">
                <a16:creationId xmlns:a16="http://schemas.microsoft.com/office/drawing/2014/main" id="{304D88EB-E00B-40EF-B043-ADCE359275FC}"/>
              </a:ext>
            </a:extLst>
          </p:cNvPr>
          <p:cNvSpPr txBox="1">
            <a:spLocks noChangeArrowheads="1"/>
          </p:cNvSpPr>
          <p:nvPr/>
        </p:nvSpPr>
        <p:spPr bwMode="auto">
          <a:xfrm>
            <a:off x="3748088" y="4279900"/>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1600">
                <a:latin typeface="Times New Roman" panose="02020603050405020304" pitchFamily="18" charset="0"/>
              </a:rPr>
              <a:t>h =7</a:t>
            </a:r>
          </a:p>
        </p:txBody>
      </p:sp>
      <p:cxnSp>
        <p:nvCxnSpPr>
          <p:cNvPr id="97" name="Straight Connector 96">
            <a:extLst>
              <a:ext uri="{FF2B5EF4-FFF2-40B4-BE49-F238E27FC236}">
                <a16:creationId xmlns:a16="http://schemas.microsoft.com/office/drawing/2014/main" id="{171B7DCF-F706-45A1-B71E-62FFEF2C3902}"/>
              </a:ext>
            </a:extLst>
          </p:cNvPr>
          <p:cNvCxnSpPr/>
          <p:nvPr/>
        </p:nvCxnSpPr>
        <p:spPr>
          <a:xfrm>
            <a:off x="2974975" y="2232025"/>
            <a:ext cx="450850" cy="0"/>
          </a:xfrm>
          <a:prstGeom prst="line">
            <a:avLst/>
          </a:prstGeom>
        </p:spPr>
        <p:style>
          <a:lnRef idx="2">
            <a:schemeClr val="dk1"/>
          </a:lnRef>
          <a:fillRef idx="0">
            <a:schemeClr val="dk1"/>
          </a:fillRef>
          <a:effectRef idx="1">
            <a:schemeClr val="dk1"/>
          </a:effectRef>
          <a:fontRef idx="minor">
            <a:schemeClr val="tx1"/>
          </a:fontRef>
        </p:style>
      </p:cxnSp>
      <p:sp>
        <p:nvSpPr>
          <p:cNvPr id="98" name="TextBox 97">
            <a:extLst>
              <a:ext uri="{FF2B5EF4-FFF2-40B4-BE49-F238E27FC236}">
                <a16:creationId xmlns:a16="http://schemas.microsoft.com/office/drawing/2014/main" id="{6C0CDF84-EE43-45A0-914D-C96DC747DB2B}"/>
              </a:ext>
            </a:extLst>
          </p:cNvPr>
          <p:cNvSpPr txBox="1">
            <a:spLocks noChangeArrowheads="1"/>
          </p:cNvSpPr>
          <p:nvPr/>
        </p:nvSpPr>
        <p:spPr bwMode="auto">
          <a:xfrm>
            <a:off x="2308225" y="2054225"/>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1600">
                <a:latin typeface="Times New Roman" panose="02020603050405020304" pitchFamily="18" charset="0"/>
              </a:rPr>
              <a:t>h =8</a:t>
            </a:r>
          </a:p>
        </p:txBody>
      </p:sp>
      <p:cxnSp>
        <p:nvCxnSpPr>
          <p:cNvPr id="99" name="Straight Connector 98">
            <a:extLst>
              <a:ext uri="{FF2B5EF4-FFF2-40B4-BE49-F238E27FC236}">
                <a16:creationId xmlns:a16="http://schemas.microsoft.com/office/drawing/2014/main" id="{FD3D645D-79DA-4782-9D20-A2974441D6E9}"/>
              </a:ext>
            </a:extLst>
          </p:cNvPr>
          <p:cNvCxnSpPr/>
          <p:nvPr/>
        </p:nvCxnSpPr>
        <p:spPr>
          <a:xfrm>
            <a:off x="5037139" y="3640139"/>
            <a:ext cx="295275" cy="14287"/>
          </a:xfrm>
          <a:prstGeom prst="line">
            <a:avLst/>
          </a:prstGeom>
        </p:spPr>
        <p:style>
          <a:lnRef idx="2">
            <a:schemeClr val="dk1"/>
          </a:lnRef>
          <a:fillRef idx="0">
            <a:schemeClr val="dk1"/>
          </a:fillRef>
          <a:effectRef idx="1">
            <a:schemeClr val="dk1"/>
          </a:effectRef>
          <a:fontRef idx="minor">
            <a:schemeClr val="tx1"/>
          </a:fontRef>
        </p:style>
      </p:cxnSp>
      <p:sp>
        <p:nvSpPr>
          <p:cNvPr id="101" name="TextBox 100">
            <a:extLst>
              <a:ext uri="{FF2B5EF4-FFF2-40B4-BE49-F238E27FC236}">
                <a16:creationId xmlns:a16="http://schemas.microsoft.com/office/drawing/2014/main" id="{6CF3DDB0-BF21-46AD-B564-39C45DF74907}"/>
              </a:ext>
            </a:extLst>
          </p:cNvPr>
          <p:cNvSpPr txBox="1">
            <a:spLocks noChangeArrowheads="1"/>
          </p:cNvSpPr>
          <p:nvPr/>
        </p:nvSpPr>
        <p:spPr bwMode="auto">
          <a:xfrm>
            <a:off x="4648200" y="3200400"/>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1600">
                <a:latin typeface="Times New Roman" panose="02020603050405020304" pitchFamily="18" charset="0"/>
              </a:rPr>
              <a:t>      8</a:t>
            </a:r>
          </a:p>
        </p:txBody>
      </p:sp>
      <p:cxnSp>
        <p:nvCxnSpPr>
          <p:cNvPr id="102" name="Straight Connector 101">
            <a:extLst>
              <a:ext uri="{FF2B5EF4-FFF2-40B4-BE49-F238E27FC236}">
                <a16:creationId xmlns:a16="http://schemas.microsoft.com/office/drawing/2014/main" id="{C09577E9-C6E9-4C6F-BF66-61916A030062}"/>
              </a:ext>
            </a:extLst>
          </p:cNvPr>
          <p:cNvCxnSpPr/>
          <p:nvPr/>
        </p:nvCxnSpPr>
        <p:spPr>
          <a:xfrm>
            <a:off x="7820025" y="636588"/>
            <a:ext cx="450850" cy="0"/>
          </a:xfrm>
          <a:prstGeom prst="line">
            <a:avLst/>
          </a:prstGeom>
        </p:spPr>
        <p:style>
          <a:lnRef idx="2">
            <a:schemeClr val="dk1"/>
          </a:lnRef>
          <a:fillRef idx="0">
            <a:schemeClr val="dk1"/>
          </a:fillRef>
          <a:effectRef idx="1">
            <a:schemeClr val="dk1"/>
          </a:effectRef>
          <a:fontRef idx="minor">
            <a:schemeClr val="tx1"/>
          </a:fontRef>
        </p:style>
      </p:cxnSp>
      <p:sp>
        <p:nvSpPr>
          <p:cNvPr id="103" name="TextBox 102">
            <a:extLst>
              <a:ext uri="{FF2B5EF4-FFF2-40B4-BE49-F238E27FC236}">
                <a16:creationId xmlns:a16="http://schemas.microsoft.com/office/drawing/2014/main" id="{4138AFC4-83BA-4C7D-9E62-9E979C9C6B96}"/>
              </a:ext>
            </a:extLst>
          </p:cNvPr>
          <p:cNvSpPr txBox="1">
            <a:spLocks noChangeArrowheads="1"/>
          </p:cNvSpPr>
          <p:nvPr/>
        </p:nvSpPr>
        <p:spPr bwMode="auto">
          <a:xfrm>
            <a:off x="8378825" y="503239"/>
            <a:ext cx="7620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1600">
                <a:latin typeface="Times New Roman" panose="02020603050405020304" pitchFamily="18" charset="0"/>
              </a:rPr>
              <a:t>h =18</a:t>
            </a:r>
          </a:p>
        </p:txBody>
      </p:sp>
      <p:cxnSp>
        <p:nvCxnSpPr>
          <p:cNvPr id="104" name="Straight Connector 103">
            <a:extLst>
              <a:ext uri="{FF2B5EF4-FFF2-40B4-BE49-F238E27FC236}">
                <a16:creationId xmlns:a16="http://schemas.microsoft.com/office/drawing/2014/main" id="{D59DA077-E7B6-4676-9B61-F3F2CE77AD44}"/>
              </a:ext>
            </a:extLst>
          </p:cNvPr>
          <p:cNvCxnSpPr/>
          <p:nvPr/>
        </p:nvCxnSpPr>
        <p:spPr>
          <a:xfrm flipH="1">
            <a:off x="4897438" y="5356226"/>
            <a:ext cx="387350" cy="766763"/>
          </a:xfrm>
          <a:prstGeom prst="line">
            <a:avLst/>
          </a:prstGeom>
        </p:spPr>
        <p:style>
          <a:lnRef idx="3">
            <a:schemeClr val="dk1"/>
          </a:lnRef>
          <a:fillRef idx="0">
            <a:schemeClr val="dk1"/>
          </a:fillRef>
          <a:effectRef idx="2">
            <a:schemeClr val="dk1"/>
          </a:effectRef>
          <a:fontRef idx="minor">
            <a:schemeClr val="tx1"/>
          </a:fontRef>
        </p:style>
      </p:cxnSp>
      <p:cxnSp>
        <p:nvCxnSpPr>
          <p:cNvPr id="106" name="Straight Connector 105">
            <a:extLst>
              <a:ext uri="{FF2B5EF4-FFF2-40B4-BE49-F238E27FC236}">
                <a16:creationId xmlns:a16="http://schemas.microsoft.com/office/drawing/2014/main" id="{C268B6B0-7F92-4990-8971-C3EEDB30C28F}"/>
              </a:ext>
            </a:extLst>
          </p:cNvPr>
          <p:cNvCxnSpPr/>
          <p:nvPr/>
        </p:nvCxnSpPr>
        <p:spPr>
          <a:xfrm>
            <a:off x="5397500" y="5292726"/>
            <a:ext cx="331788" cy="703263"/>
          </a:xfrm>
          <a:prstGeom prst="line">
            <a:avLst/>
          </a:prstGeom>
        </p:spPr>
        <p:style>
          <a:lnRef idx="3">
            <a:schemeClr val="dk1"/>
          </a:lnRef>
          <a:fillRef idx="0">
            <a:schemeClr val="dk1"/>
          </a:fillRef>
          <a:effectRef idx="2">
            <a:schemeClr val="dk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42"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16" presetClass="entr" presetSubtype="21" fill="hold"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barn(inVertical)">
                                      <p:cBhvr>
                                        <p:cTn id="26" dur="500"/>
                                        <p:tgtEl>
                                          <p:spTgt spid="11"/>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42" presetClass="entr" presetSubtype="0"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1000"/>
                                        <p:tgtEl>
                                          <p:spTgt spid="16"/>
                                        </p:tgtEl>
                                      </p:cBhvr>
                                    </p:animEffect>
                                    <p:anim calcmode="lin" valueType="num">
                                      <p:cBhvr>
                                        <p:cTn id="32" dur="1000" fill="hold"/>
                                        <p:tgtEl>
                                          <p:spTgt spid="16"/>
                                        </p:tgtEl>
                                        <p:attrNameLst>
                                          <p:attrName>ppt_x</p:attrName>
                                        </p:attrNameLst>
                                      </p:cBhvr>
                                      <p:tavLst>
                                        <p:tav tm="0">
                                          <p:val>
                                            <p:strVal val="#ppt_x"/>
                                          </p:val>
                                        </p:tav>
                                        <p:tav tm="100000">
                                          <p:val>
                                            <p:strVal val="#ppt_x"/>
                                          </p:val>
                                        </p:tav>
                                      </p:tavLst>
                                    </p:anim>
                                    <p:anim calcmode="lin" valueType="num">
                                      <p:cBhvr>
                                        <p:cTn id="33"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ipe(down)">
                                      <p:cBhvr>
                                        <p:cTn id="38" dur="500"/>
                                        <p:tgtEl>
                                          <p:spTgt spid="12"/>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6" presetClass="entr" presetSubtype="16"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circle(in)">
                                      <p:cBhvr>
                                        <p:cTn id="43" dur="2000"/>
                                        <p:tgtEl>
                                          <p:spTgt spid="13"/>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6" presetClass="entr" presetSubtype="16" fill="hold" grpId="0" nodeType="click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circle(in)">
                                      <p:cBhvr>
                                        <p:cTn id="48" dur="2000"/>
                                        <p:tgtEl>
                                          <p:spTgt spid="17"/>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1" presetClass="entr" presetSubtype="1" fill="hold" grpId="0" nodeType="click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wheel(1)">
                                      <p:cBhvr>
                                        <p:cTn id="53" dur="2000"/>
                                        <p:tgtEl>
                                          <p:spTgt spid="18"/>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1000"/>
                                        <p:tgtEl>
                                          <p:spTgt spid="19"/>
                                        </p:tgtEl>
                                      </p:cBhvr>
                                    </p:animEffect>
                                    <p:anim calcmode="lin" valueType="num">
                                      <p:cBhvr>
                                        <p:cTn id="59" dur="1000" fill="hold"/>
                                        <p:tgtEl>
                                          <p:spTgt spid="19"/>
                                        </p:tgtEl>
                                        <p:attrNameLst>
                                          <p:attrName>ppt_x</p:attrName>
                                        </p:attrNameLst>
                                      </p:cBhvr>
                                      <p:tavLst>
                                        <p:tav tm="0">
                                          <p:val>
                                            <p:strVal val="#ppt_x"/>
                                          </p:val>
                                        </p:tav>
                                        <p:tav tm="100000">
                                          <p:val>
                                            <p:strVal val="#ppt_x"/>
                                          </p:val>
                                        </p:tav>
                                      </p:tavLst>
                                    </p:anim>
                                    <p:anim calcmode="lin" valueType="num">
                                      <p:cBhvr>
                                        <p:cTn id="60"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4" fill="hold" grpId="0" nodeType="clickEffect">
                                  <p:stCondLst>
                                    <p:cond delay="0"/>
                                  </p:stCondLst>
                                  <p:childTnLst>
                                    <p:set>
                                      <p:cBhvr>
                                        <p:cTn id="64" dur="1" fill="hold">
                                          <p:stCondLst>
                                            <p:cond delay="0"/>
                                          </p:stCondLst>
                                        </p:cTn>
                                        <p:tgtEl>
                                          <p:spTgt spid="20"/>
                                        </p:tgtEl>
                                        <p:attrNameLst>
                                          <p:attrName>style.visibility</p:attrName>
                                        </p:attrNameLst>
                                      </p:cBhvr>
                                      <p:to>
                                        <p:strVal val="visible"/>
                                      </p:to>
                                    </p:set>
                                    <p:animEffect transition="in" filter="wipe(down)">
                                      <p:cBhvr>
                                        <p:cTn id="65" dur="500"/>
                                        <p:tgtEl>
                                          <p:spTgt spid="20"/>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 presetClass="entr" presetSubtype="4" fill="hold" nodeType="clickEffect">
                                  <p:stCondLst>
                                    <p:cond delay="0"/>
                                  </p:stCondLst>
                                  <p:childTnLst>
                                    <p:set>
                                      <p:cBhvr>
                                        <p:cTn id="69" dur="1" fill="hold">
                                          <p:stCondLst>
                                            <p:cond delay="0"/>
                                          </p:stCondLst>
                                        </p:cTn>
                                        <p:tgtEl>
                                          <p:spTgt spid="22"/>
                                        </p:tgtEl>
                                        <p:attrNameLst>
                                          <p:attrName>style.visibility</p:attrName>
                                        </p:attrNameLst>
                                      </p:cBhvr>
                                      <p:to>
                                        <p:strVal val="visible"/>
                                      </p:to>
                                    </p:set>
                                    <p:anim calcmode="lin" valueType="num">
                                      <p:cBhvr additive="base">
                                        <p:cTn id="70" dur="500" fill="hold"/>
                                        <p:tgtEl>
                                          <p:spTgt spid="22"/>
                                        </p:tgtEl>
                                        <p:attrNameLst>
                                          <p:attrName>ppt_x</p:attrName>
                                        </p:attrNameLst>
                                      </p:cBhvr>
                                      <p:tavLst>
                                        <p:tav tm="0">
                                          <p:val>
                                            <p:strVal val="#ppt_x"/>
                                          </p:val>
                                        </p:tav>
                                        <p:tav tm="100000">
                                          <p:val>
                                            <p:strVal val="#ppt_x"/>
                                          </p:val>
                                        </p:tav>
                                      </p:tavLst>
                                    </p:anim>
                                    <p:anim calcmode="lin" valueType="num">
                                      <p:cBhvr additive="base">
                                        <p:cTn id="71"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72" fill="hold" nodeType="clickPar">
                      <p:stCondLst>
                        <p:cond delay="indefinite"/>
                      </p:stCondLst>
                      <p:childTnLst>
                        <p:par>
                          <p:cTn id="73" fill="hold" nodeType="withGroup">
                            <p:stCondLst>
                              <p:cond delay="0"/>
                            </p:stCondLst>
                            <p:childTnLst>
                              <p:par>
                                <p:cTn id="74" presetID="42" presetClass="entr" presetSubtype="0" fill="hold" nodeType="clickEffect">
                                  <p:stCondLst>
                                    <p:cond delay="0"/>
                                  </p:stCondLst>
                                  <p:childTnLst>
                                    <p:set>
                                      <p:cBhvr>
                                        <p:cTn id="75" dur="1" fill="hold">
                                          <p:stCondLst>
                                            <p:cond delay="0"/>
                                          </p:stCondLst>
                                        </p:cTn>
                                        <p:tgtEl>
                                          <p:spTgt spid="25"/>
                                        </p:tgtEl>
                                        <p:attrNameLst>
                                          <p:attrName>style.visibility</p:attrName>
                                        </p:attrNameLst>
                                      </p:cBhvr>
                                      <p:to>
                                        <p:strVal val="visible"/>
                                      </p:to>
                                    </p:set>
                                    <p:animEffect transition="in" filter="fade">
                                      <p:cBhvr>
                                        <p:cTn id="76" dur="1000"/>
                                        <p:tgtEl>
                                          <p:spTgt spid="25"/>
                                        </p:tgtEl>
                                      </p:cBhvr>
                                    </p:animEffect>
                                    <p:anim calcmode="lin" valueType="num">
                                      <p:cBhvr>
                                        <p:cTn id="77" dur="1000" fill="hold"/>
                                        <p:tgtEl>
                                          <p:spTgt spid="25"/>
                                        </p:tgtEl>
                                        <p:attrNameLst>
                                          <p:attrName>ppt_x</p:attrName>
                                        </p:attrNameLst>
                                      </p:cBhvr>
                                      <p:tavLst>
                                        <p:tav tm="0">
                                          <p:val>
                                            <p:strVal val="#ppt_x"/>
                                          </p:val>
                                        </p:tav>
                                        <p:tav tm="100000">
                                          <p:val>
                                            <p:strVal val="#ppt_x"/>
                                          </p:val>
                                        </p:tav>
                                      </p:tavLst>
                                    </p:anim>
                                    <p:anim calcmode="lin" valueType="num">
                                      <p:cBhvr>
                                        <p:cTn id="78"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79" fill="hold" nodeType="clickPar">
                      <p:stCondLst>
                        <p:cond delay="indefinite"/>
                      </p:stCondLst>
                      <p:childTnLst>
                        <p:par>
                          <p:cTn id="80" fill="hold" nodeType="withGroup">
                            <p:stCondLst>
                              <p:cond delay="0"/>
                            </p:stCondLst>
                            <p:childTnLst>
                              <p:par>
                                <p:cTn id="81" presetID="16" presetClass="entr" presetSubtype="21" fill="hold" grpId="0" nodeType="clickEffect">
                                  <p:stCondLst>
                                    <p:cond delay="0"/>
                                  </p:stCondLst>
                                  <p:childTnLst>
                                    <p:set>
                                      <p:cBhvr>
                                        <p:cTn id="82" dur="1" fill="hold">
                                          <p:stCondLst>
                                            <p:cond delay="0"/>
                                          </p:stCondLst>
                                        </p:cTn>
                                        <p:tgtEl>
                                          <p:spTgt spid="26"/>
                                        </p:tgtEl>
                                        <p:attrNameLst>
                                          <p:attrName>style.visibility</p:attrName>
                                        </p:attrNameLst>
                                      </p:cBhvr>
                                      <p:to>
                                        <p:strVal val="visible"/>
                                      </p:to>
                                    </p:set>
                                    <p:animEffect transition="in" filter="barn(inVertical)">
                                      <p:cBhvr>
                                        <p:cTn id="83" dur="500"/>
                                        <p:tgtEl>
                                          <p:spTgt spid="26"/>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 presetClass="entr" presetSubtype="4" fill="hold" nodeType="clickEffect">
                                  <p:stCondLst>
                                    <p:cond delay="0"/>
                                  </p:stCondLst>
                                  <p:childTnLst>
                                    <p:set>
                                      <p:cBhvr>
                                        <p:cTn id="87" dur="1" fill="hold">
                                          <p:stCondLst>
                                            <p:cond delay="0"/>
                                          </p:stCondLst>
                                        </p:cTn>
                                        <p:tgtEl>
                                          <p:spTgt spid="30"/>
                                        </p:tgtEl>
                                        <p:attrNameLst>
                                          <p:attrName>style.visibility</p:attrName>
                                        </p:attrNameLst>
                                      </p:cBhvr>
                                      <p:to>
                                        <p:strVal val="visible"/>
                                      </p:to>
                                    </p:set>
                                    <p:anim calcmode="lin" valueType="num">
                                      <p:cBhvr additive="base">
                                        <p:cTn id="88" dur="500" fill="hold"/>
                                        <p:tgtEl>
                                          <p:spTgt spid="30"/>
                                        </p:tgtEl>
                                        <p:attrNameLst>
                                          <p:attrName>ppt_x</p:attrName>
                                        </p:attrNameLst>
                                      </p:cBhvr>
                                      <p:tavLst>
                                        <p:tav tm="0">
                                          <p:val>
                                            <p:strVal val="#ppt_x"/>
                                          </p:val>
                                        </p:tav>
                                        <p:tav tm="100000">
                                          <p:val>
                                            <p:strVal val="#ppt_x"/>
                                          </p:val>
                                        </p:tav>
                                      </p:tavLst>
                                    </p:anim>
                                    <p:anim calcmode="lin" valueType="num">
                                      <p:cBhvr additive="base">
                                        <p:cTn id="89"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4" fill="hold" nodeType="clickEffect">
                                  <p:stCondLst>
                                    <p:cond delay="0"/>
                                  </p:stCondLst>
                                  <p:childTnLst>
                                    <p:set>
                                      <p:cBhvr>
                                        <p:cTn id="93" dur="1" fill="hold">
                                          <p:stCondLst>
                                            <p:cond delay="0"/>
                                          </p:stCondLst>
                                        </p:cTn>
                                        <p:tgtEl>
                                          <p:spTgt spid="13">
                                            <p:txEl>
                                              <p:pRg st="0" end="0"/>
                                            </p:txEl>
                                          </p:spTgt>
                                        </p:tgtEl>
                                        <p:attrNameLst>
                                          <p:attrName>style.visibility</p:attrName>
                                        </p:attrNameLst>
                                      </p:cBhvr>
                                      <p:to>
                                        <p:strVal val="visible"/>
                                      </p:to>
                                    </p:set>
                                    <p:animEffect transition="in" filter="wipe(down)">
                                      <p:cBhvr>
                                        <p:cTn id="94" dur="500"/>
                                        <p:tgtEl>
                                          <p:spTgt spid="13">
                                            <p:txEl>
                                              <p:pRg st="0" end="0"/>
                                            </p:txEl>
                                          </p:spTgt>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42" presetClass="entr" presetSubtype="0" fill="hold" nodeType="clickEffect">
                                  <p:stCondLst>
                                    <p:cond delay="0"/>
                                  </p:stCondLst>
                                  <p:childTnLst>
                                    <p:set>
                                      <p:cBhvr>
                                        <p:cTn id="98" dur="1" fill="hold">
                                          <p:stCondLst>
                                            <p:cond delay="0"/>
                                          </p:stCondLst>
                                        </p:cTn>
                                        <p:tgtEl>
                                          <p:spTgt spid="31"/>
                                        </p:tgtEl>
                                        <p:attrNameLst>
                                          <p:attrName>style.visibility</p:attrName>
                                        </p:attrNameLst>
                                      </p:cBhvr>
                                      <p:to>
                                        <p:strVal val="visible"/>
                                      </p:to>
                                    </p:set>
                                    <p:animEffect transition="in" filter="fade">
                                      <p:cBhvr>
                                        <p:cTn id="99" dur="1000"/>
                                        <p:tgtEl>
                                          <p:spTgt spid="31"/>
                                        </p:tgtEl>
                                      </p:cBhvr>
                                    </p:animEffect>
                                    <p:anim calcmode="lin" valueType="num">
                                      <p:cBhvr>
                                        <p:cTn id="100" dur="1000" fill="hold"/>
                                        <p:tgtEl>
                                          <p:spTgt spid="31"/>
                                        </p:tgtEl>
                                        <p:attrNameLst>
                                          <p:attrName>ppt_x</p:attrName>
                                        </p:attrNameLst>
                                      </p:cBhvr>
                                      <p:tavLst>
                                        <p:tav tm="0">
                                          <p:val>
                                            <p:strVal val="#ppt_x"/>
                                          </p:val>
                                        </p:tav>
                                        <p:tav tm="100000">
                                          <p:val>
                                            <p:strVal val="#ppt_x"/>
                                          </p:val>
                                        </p:tav>
                                      </p:tavLst>
                                    </p:anim>
                                    <p:anim calcmode="lin" valueType="num">
                                      <p:cBhvr>
                                        <p:cTn id="101"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102" fill="hold" nodeType="clickPar">
                      <p:stCondLst>
                        <p:cond delay="indefinite"/>
                      </p:stCondLst>
                      <p:childTnLst>
                        <p:par>
                          <p:cTn id="103" fill="hold" nodeType="withGroup">
                            <p:stCondLst>
                              <p:cond delay="0"/>
                            </p:stCondLst>
                            <p:childTnLst>
                              <p:par>
                                <p:cTn id="104" presetID="16" presetClass="entr" presetSubtype="21" fill="hold" nodeType="clickEffect">
                                  <p:stCondLst>
                                    <p:cond delay="0"/>
                                  </p:stCondLst>
                                  <p:childTnLst>
                                    <p:set>
                                      <p:cBhvr>
                                        <p:cTn id="105" dur="1" fill="hold">
                                          <p:stCondLst>
                                            <p:cond delay="0"/>
                                          </p:stCondLst>
                                        </p:cTn>
                                        <p:tgtEl>
                                          <p:spTgt spid="32"/>
                                        </p:tgtEl>
                                        <p:attrNameLst>
                                          <p:attrName>style.visibility</p:attrName>
                                        </p:attrNameLst>
                                      </p:cBhvr>
                                      <p:to>
                                        <p:strVal val="visible"/>
                                      </p:to>
                                    </p:set>
                                    <p:animEffect transition="in" filter="barn(inVertical)">
                                      <p:cBhvr>
                                        <p:cTn id="106" dur="500"/>
                                        <p:tgtEl>
                                          <p:spTgt spid="32"/>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2" presetClass="entr" presetSubtype="4" fill="hold" grpId="0" nodeType="clickEffect">
                                  <p:stCondLst>
                                    <p:cond delay="0"/>
                                  </p:stCondLst>
                                  <p:childTnLst>
                                    <p:set>
                                      <p:cBhvr>
                                        <p:cTn id="110" dur="1" fill="hold">
                                          <p:stCondLst>
                                            <p:cond delay="0"/>
                                          </p:stCondLst>
                                        </p:cTn>
                                        <p:tgtEl>
                                          <p:spTgt spid="33"/>
                                        </p:tgtEl>
                                        <p:attrNameLst>
                                          <p:attrName>style.visibility</p:attrName>
                                        </p:attrNameLst>
                                      </p:cBhvr>
                                      <p:to>
                                        <p:strVal val="visible"/>
                                      </p:to>
                                    </p:set>
                                    <p:animEffect transition="in" filter="wipe(down)">
                                      <p:cBhvr>
                                        <p:cTn id="111" dur="500"/>
                                        <p:tgtEl>
                                          <p:spTgt spid="33"/>
                                        </p:tgtEl>
                                      </p:cBhvr>
                                    </p:animEffec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22" presetClass="entr" presetSubtype="4" fill="hold" grpId="0" nodeType="clickEffect">
                                  <p:stCondLst>
                                    <p:cond delay="0"/>
                                  </p:stCondLst>
                                  <p:childTnLst>
                                    <p:set>
                                      <p:cBhvr>
                                        <p:cTn id="115" dur="1" fill="hold">
                                          <p:stCondLst>
                                            <p:cond delay="0"/>
                                          </p:stCondLst>
                                        </p:cTn>
                                        <p:tgtEl>
                                          <p:spTgt spid="34"/>
                                        </p:tgtEl>
                                        <p:attrNameLst>
                                          <p:attrName>style.visibility</p:attrName>
                                        </p:attrNameLst>
                                      </p:cBhvr>
                                      <p:to>
                                        <p:strVal val="visible"/>
                                      </p:to>
                                    </p:set>
                                    <p:animEffect transition="in" filter="wipe(down)">
                                      <p:cBhvr>
                                        <p:cTn id="116" dur="500"/>
                                        <p:tgtEl>
                                          <p:spTgt spid="34"/>
                                        </p:tgtEl>
                                      </p:cBhvr>
                                    </p:animEffec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42" presetClass="entr" presetSubtype="0" fill="hold" grpId="0" nodeType="clickEffect">
                                  <p:stCondLst>
                                    <p:cond delay="0"/>
                                  </p:stCondLst>
                                  <p:childTnLst>
                                    <p:set>
                                      <p:cBhvr>
                                        <p:cTn id="120" dur="1" fill="hold">
                                          <p:stCondLst>
                                            <p:cond delay="0"/>
                                          </p:stCondLst>
                                        </p:cTn>
                                        <p:tgtEl>
                                          <p:spTgt spid="35"/>
                                        </p:tgtEl>
                                        <p:attrNameLst>
                                          <p:attrName>style.visibility</p:attrName>
                                        </p:attrNameLst>
                                      </p:cBhvr>
                                      <p:to>
                                        <p:strVal val="visible"/>
                                      </p:to>
                                    </p:set>
                                    <p:animEffect transition="in" filter="fade">
                                      <p:cBhvr>
                                        <p:cTn id="121" dur="1000"/>
                                        <p:tgtEl>
                                          <p:spTgt spid="35"/>
                                        </p:tgtEl>
                                      </p:cBhvr>
                                    </p:animEffect>
                                    <p:anim calcmode="lin" valueType="num">
                                      <p:cBhvr>
                                        <p:cTn id="122" dur="1000" fill="hold"/>
                                        <p:tgtEl>
                                          <p:spTgt spid="35"/>
                                        </p:tgtEl>
                                        <p:attrNameLst>
                                          <p:attrName>ppt_x</p:attrName>
                                        </p:attrNameLst>
                                      </p:cBhvr>
                                      <p:tavLst>
                                        <p:tav tm="0">
                                          <p:val>
                                            <p:strVal val="#ppt_x"/>
                                          </p:val>
                                        </p:tav>
                                        <p:tav tm="100000">
                                          <p:val>
                                            <p:strVal val="#ppt_x"/>
                                          </p:val>
                                        </p:tav>
                                      </p:tavLst>
                                    </p:anim>
                                    <p:anim calcmode="lin" valueType="num">
                                      <p:cBhvr>
                                        <p:cTn id="123"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124" fill="hold" nodeType="clickPar">
                      <p:stCondLst>
                        <p:cond delay="indefinite"/>
                      </p:stCondLst>
                      <p:childTnLst>
                        <p:par>
                          <p:cTn id="125" fill="hold" nodeType="withGroup">
                            <p:stCondLst>
                              <p:cond delay="0"/>
                            </p:stCondLst>
                            <p:childTnLst>
                              <p:par>
                                <p:cTn id="126" presetID="42" presetClass="entr" presetSubtype="0" fill="hold" grpId="0" nodeType="clickEffect">
                                  <p:stCondLst>
                                    <p:cond delay="0"/>
                                  </p:stCondLst>
                                  <p:childTnLst>
                                    <p:set>
                                      <p:cBhvr>
                                        <p:cTn id="127" dur="1" fill="hold">
                                          <p:stCondLst>
                                            <p:cond delay="0"/>
                                          </p:stCondLst>
                                        </p:cTn>
                                        <p:tgtEl>
                                          <p:spTgt spid="36"/>
                                        </p:tgtEl>
                                        <p:attrNameLst>
                                          <p:attrName>style.visibility</p:attrName>
                                        </p:attrNameLst>
                                      </p:cBhvr>
                                      <p:to>
                                        <p:strVal val="visible"/>
                                      </p:to>
                                    </p:set>
                                    <p:animEffect transition="in" filter="fade">
                                      <p:cBhvr>
                                        <p:cTn id="128" dur="1000"/>
                                        <p:tgtEl>
                                          <p:spTgt spid="36"/>
                                        </p:tgtEl>
                                      </p:cBhvr>
                                    </p:animEffect>
                                    <p:anim calcmode="lin" valueType="num">
                                      <p:cBhvr>
                                        <p:cTn id="129" dur="1000" fill="hold"/>
                                        <p:tgtEl>
                                          <p:spTgt spid="36"/>
                                        </p:tgtEl>
                                        <p:attrNameLst>
                                          <p:attrName>ppt_x</p:attrName>
                                        </p:attrNameLst>
                                      </p:cBhvr>
                                      <p:tavLst>
                                        <p:tav tm="0">
                                          <p:val>
                                            <p:strVal val="#ppt_x"/>
                                          </p:val>
                                        </p:tav>
                                        <p:tav tm="100000">
                                          <p:val>
                                            <p:strVal val="#ppt_x"/>
                                          </p:val>
                                        </p:tav>
                                      </p:tavLst>
                                    </p:anim>
                                    <p:anim calcmode="lin" valueType="num">
                                      <p:cBhvr>
                                        <p:cTn id="130"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131" fill="hold" nodeType="clickPar">
                      <p:stCondLst>
                        <p:cond delay="indefinite"/>
                      </p:stCondLst>
                      <p:childTnLst>
                        <p:par>
                          <p:cTn id="132" fill="hold" nodeType="withGroup">
                            <p:stCondLst>
                              <p:cond delay="0"/>
                            </p:stCondLst>
                            <p:childTnLst>
                              <p:par>
                                <p:cTn id="133" presetID="21" presetClass="entr" presetSubtype="1" fill="hold" nodeType="clickEffect">
                                  <p:stCondLst>
                                    <p:cond delay="0"/>
                                  </p:stCondLst>
                                  <p:childTnLst>
                                    <p:set>
                                      <p:cBhvr>
                                        <p:cTn id="134" dur="1" fill="hold">
                                          <p:stCondLst>
                                            <p:cond delay="0"/>
                                          </p:stCondLst>
                                        </p:cTn>
                                        <p:tgtEl>
                                          <p:spTgt spid="35">
                                            <p:txEl>
                                              <p:pRg st="0" end="0"/>
                                            </p:txEl>
                                          </p:spTgt>
                                        </p:tgtEl>
                                        <p:attrNameLst>
                                          <p:attrName>style.visibility</p:attrName>
                                        </p:attrNameLst>
                                      </p:cBhvr>
                                      <p:to>
                                        <p:strVal val="visible"/>
                                      </p:to>
                                    </p:set>
                                    <p:animEffect transition="in" filter="wheel(1)">
                                      <p:cBhvr>
                                        <p:cTn id="135" dur="2000"/>
                                        <p:tgtEl>
                                          <p:spTgt spid="35">
                                            <p:txEl>
                                              <p:pRg st="0" end="0"/>
                                            </p:txEl>
                                          </p:spTgt>
                                        </p:tgtEl>
                                      </p:cBhvr>
                                    </p:animEffec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6" presetClass="entr" presetSubtype="16" fill="hold" nodeType="clickEffect">
                                  <p:stCondLst>
                                    <p:cond delay="0"/>
                                  </p:stCondLst>
                                  <p:childTnLst>
                                    <p:set>
                                      <p:cBhvr>
                                        <p:cTn id="139" dur="1" fill="hold">
                                          <p:stCondLst>
                                            <p:cond delay="0"/>
                                          </p:stCondLst>
                                        </p:cTn>
                                        <p:tgtEl>
                                          <p:spTgt spid="36">
                                            <p:txEl>
                                              <p:pRg st="0" end="0"/>
                                            </p:txEl>
                                          </p:spTgt>
                                        </p:tgtEl>
                                        <p:attrNameLst>
                                          <p:attrName>style.visibility</p:attrName>
                                        </p:attrNameLst>
                                      </p:cBhvr>
                                      <p:to>
                                        <p:strVal val="visible"/>
                                      </p:to>
                                    </p:set>
                                    <p:animEffect transition="in" filter="circle(in)">
                                      <p:cBhvr>
                                        <p:cTn id="140" dur="2000"/>
                                        <p:tgtEl>
                                          <p:spTgt spid="36">
                                            <p:txEl>
                                              <p:pRg st="0" end="0"/>
                                            </p:txEl>
                                          </p:spTgt>
                                        </p:tgtEl>
                                      </p:cBhvr>
                                    </p:animEffect>
                                  </p:childTnLst>
                                </p:cTn>
                              </p:par>
                            </p:childTnLst>
                          </p:cTn>
                        </p:par>
                      </p:childTnLst>
                    </p:cTn>
                  </p:par>
                  <p:par>
                    <p:cTn id="141" fill="hold" nodeType="clickPar">
                      <p:stCondLst>
                        <p:cond delay="indefinite"/>
                      </p:stCondLst>
                      <p:childTnLst>
                        <p:par>
                          <p:cTn id="142" fill="hold" nodeType="withGroup">
                            <p:stCondLst>
                              <p:cond delay="0"/>
                            </p:stCondLst>
                            <p:childTnLst>
                              <p:par>
                                <p:cTn id="143" presetID="42" presetClass="entr" presetSubtype="0" fill="hold" grpId="0" nodeType="clickEffect">
                                  <p:stCondLst>
                                    <p:cond delay="0"/>
                                  </p:stCondLst>
                                  <p:childTnLst>
                                    <p:set>
                                      <p:cBhvr>
                                        <p:cTn id="144" dur="1" fill="hold">
                                          <p:stCondLst>
                                            <p:cond delay="0"/>
                                          </p:stCondLst>
                                        </p:cTn>
                                        <p:tgtEl>
                                          <p:spTgt spid="37"/>
                                        </p:tgtEl>
                                        <p:attrNameLst>
                                          <p:attrName>style.visibility</p:attrName>
                                        </p:attrNameLst>
                                      </p:cBhvr>
                                      <p:to>
                                        <p:strVal val="visible"/>
                                      </p:to>
                                    </p:set>
                                    <p:animEffect transition="in" filter="fade">
                                      <p:cBhvr>
                                        <p:cTn id="145" dur="1000"/>
                                        <p:tgtEl>
                                          <p:spTgt spid="37"/>
                                        </p:tgtEl>
                                      </p:cBhvr>
                                    </p:animEffect>
                                    <p:anim calcmode="lin" valueType="num">
                                      <p:cBhvr>
                                        <p:cTn id="146" dur="1000" fill="hold"/>
                                        <p:tgtEl>
                                          <p:spTgt spid="37"/>
                                        </p:tgtEl>
                                        <p:attrNameLst>
                                          <p:attrName>ppt_x</p:attrName>
                                        </p:attrNameLst>
                                      </p:cBhvr>
                                      <p:tavLst>
                                        <p:tav tm="0">
                                          <p:val>
                                            <p:strVal val="#ppt_x"/>
                                          </p:val>
                                        </p:tav>
                                        <p:tav tm="100000">
                                          <p:val>
                                            <p:strVal val="#ppt_x"/>
                                          </p:val>
                                        </p:tav>
                                      </p:tavLst>
                                    </p:anim>
                                    <p:anim calcmode="lin" valueType="num">
                                      <p:cBhvr>
                                        <p:cTn id="147"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148" fill="hold" nodeType="clickPar">
                      <p:stCondLst>
                        <p:cond delay="indefinite"/>
                      </p:stCondLst>
                      <p:childTnLst>
                        <p:par>
                          <p:cTn id="149" fill="hold" nodeType="withGroup">
                            <p:stCondLst>
                              <p:cond delay="0"/>
                            </p:stCondLst>
                            <p:childTnLst>
                              <p:par>
                                <p:cTn id="150" presetID="42" presetClass="entr" presetSubtype="0" fill="hold" grpId="0" nodeType="clickEffect">
                                  <p:stCondLst>
                                    <p:cond delay="0"/>
                                  </p:stCondLst>
                                  <p:childTnLst>
                                    <p:set>
                                      <p:cBhvr>
                                        <p:cTn id="151" dur="1" fill="hold">
                                          <p:stCondLst>
                                            <p:cond delay="0"/>
                                          </p:stCondLst>
                                        </p:cTn>
                                        <p:tgtEl>
                                          <p:spTgt spid="38"/>
                                        </p:tgtEl>
                                        <p:attrNameLst>
                                          <p:attrName>style.visibility</p:attrName>
                                        </p:attrNameLst>
                                      </p:cBhvr>
                                      <p:to>
                                        <p:strVal val="visible"/>
                                      </p:to>
                                    </p:set>
                                    <p:animEffect transition="in" filter="fade">
                                      <p:cBhvr>
                                        <p:cTn id="152" dur="1000"/>
                                        <p:tgtEl>
                                          <p:spTgt spid="38"/>
                                        </p:tgtEl>
                                      </p:cBhvr>
                                    </p:animEffect>
                                    <p:anim calcmode="lin" valueType="num">
                                      <p:cBhvr>
                                        <p:cTn id="153" dur="1000" fill="hold"/>
                                        <p:tgtEl>
                                          <p:spTgt spid="38"/>
                                        </p:tgtEl>
                                        <p:attrNameLst>
                                          <p:attrName>ppt_x</p:attrName>
                                        </p:attrNameLst>
                                      </p:cBhvr>
                                      <p:tavLst>
                                        <p:tav tm="0">
                                          <p:val>
                                            <p:strVal val="#ppt_x"/>
                                          </p:val>
                                        </p:tav>
                                        <p:tav tm="100000">
                                          <p:val>
                                            <p:strVal val="#ppt_x"/>
                                          </p:val>
                                        </p:tav>
                                      </p:tavLst>
                                    </p:anim>
                                    <p:anim calcmode="lin" valueType="num">
                                      <p:cBhvr>
                                        <p:cTn id="154"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155" fill="hold" nodeType="clickPar">
                      <p:stCondLst>
                        <p:cond delay="indefinite"/>
                      </p:stCondLst>
                      <p:childTnLst>
                        <p:par>
                          <p:cTn id="156" fill="hold" nodeType="withGroup">
                            <p:stCondLst>
                              <p:cond delay="0"/>
                            </p:stCondLst>
                            <p:childTnLst>
                              <p:par>
                                <p:cTn id="157" presetID="2" presetClass="entr" presetSubtype="4" fill="hold" nodeType="clickEffect">
                                  <p:stCondLst>
                                    <p:cond delay="0"/>
                                  </p:stCondLst>
                                  <p:childTnLst>
                                    <p:set>
                                      <p:cBhvr>
                                        <p:cTn id="158" dur="1" fill="hold">
                                          <p:stCondLst>
                                            <p:cond delay="0"/>
                                          </p:stCondLst>
                                        </p:cTn>
                                        <p:tgtEl>
                                          <p:spTgt spid="40"/>
                                        </p:tgtEl>
                                        <p:attrNameLst>
                                          <p:attrName>style.visibility</p:attrName>
                                        </p:attrNameLst>
                                      </p:cBhvr>
                                      <p:to>
                                        <p:strVal val="visible"/>
                                      </p:to>
                                    </p:set>
                                    <p:anim calcmode="lin" valueType="num">
                                      <p:cBhvr additive="base">
                                        <p:cTn id="159" dur="500" fill="hold"/>
                                        <p:tgtEl>
                                          <p:spTgt spid="40"/>
                                        </p:tgtEl>
                                        <p:attrNameLst>
                                          <p:attrName>ppt_x</p:attrName>
                                        </p:attrNameLst>
                                      </p:cBhvr>
                                      <p:tavLst>
                                        <p:tav tm="0">
                                          <p:val>
                                            <p:strVal val="#ppt_x"/>
                                          </p:val>
                                        </p:tav>
                                        <p:tav tm="100000">
                                          <p:val>
                                            <p:strVal val="#ppt_x"/>
                                          </p:val>
                                        </p:tav>
                                      </p:tavLst>
                                    </p:anim>
                                    <p:anim calcmode="lin" valueType="num">
                                      <p:cBhvr additive="base">
                                        <p:cTn id="160"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161" fill="hold" nodeType="clickPar">
                      <p:stCondLst>
                        <p:cond delay="indefinite"/>
                      </p:stCondLst>
                      <p:childTnLst>
                        <p:par>
                          <p:cTn id="162" fill="hold" nodeType="withGroup">
                            <p:stCondLst>
                              <p:cond delay="0"/>
                            </p:stCondLst>
                            <p:childTnLst>
                              <p:par>
                                <p:cTn id="163" presetID="2" presetClass="entr" presetSubtype="4" fill="hold" nodeType="clickEffect">
                                  <p:stCondLst>
                                    <p:cond delay="0"/>
                                  </p:stCondLst>
                                  <p:childTnLst>
                                    <p:set>
                                      <p:cBhvr>
                                        <p:cTn id="164" dur="1" fill="hold">
                                          <p:stCondLst>
                                            <p:cond delay="0"/>
                                          </p:stCondLst>
                                        </p:cTn>
                                        <p:tgtEl>
                                          <p:spTgt spid="41"/>
                                        </p:tgtEl>
                                        <p:attrNameLst>
                                          <p:attrName>style.visibility</p:attrName>
                                        </p:attrNameLst>
                                      </p:cBhvr>
                                      <p:to>
                                        <p:strVal val="visible"/>
                                      </p:to>
                                    </p:set>
                                    <p:anim calcmode="lin" valueType="num">
                                      <p:cBhvr additive="base">
                                        <p:cTn id="165" dur="500" fill="hold"/>
                                        <p:tgtEl>
                                          <p:spTgt spid="41"/>
                                        </p:tgtEl>
                                        <p:attrNameLst>
                                          <p:attrName>ppt_x</p:attrName>
                                        </p:attrNameLst>
                                      </p:cBhvr>
                                      <p:tavLst>
                                        <p:tav tm="0">
                                          <p:val>
                                            <p:strVal val="#ppt_x"/>
                                          </p:val>
                                        </p:tav>
                                        <p:tav tm="100000">
                                          <p:val>
                                            <p:strVal val="#ppt_x"/>
                                          </p:val>
                                        </p:tav>
                                      </p:tavLst>
                                    </p:anim>
                                    <p:anim calcmode="lin" valueType="num">
                                      <p:cBhvr additive="base">
                                        <p:cTn id="166"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167" fill="hold" nodeType="clickPar">
                      <p:stCondLst>
                        <p:cond delay="indefinite"/>
                      </p:stCondLst>
                      <p:childTnLst>
                        <p:par>
                          <p:cTn id="168" fill="hold" nodeType="withGroup">
                            <p:stCondLst>
                              <p:cond delay="0"/>
                            </p:stCondLst>
                            <p:childTnLst>
                              <p:par>
                                <p:cTn id="169" presetID="2" presetClass="entr" presetSubtype="4" fill="hold" nodeType="clickEffect">
                                  <p:stCondLst>
                                    <p:cond delay="0"/>
                                  </p:stCondLst>
                                  <p:childTnLst>
                                    <p:set>
                                      <p:cBhvr>
                                        <p:cTn id="170" dur="1" fill="hold">
                                          <p:stCondLst>
                                            <p:cond delay="0"/>
                                          </p:stCondLst>
                                        </p:cTn>
                                        <p:tgtEl>
                                          <p:spTgt spid="43"/>
                                        </p:tgtEl>
                                        <p:attrNameLst>
                                          <p:attrName>style.visibility</p:attrName>
                                        </p:attrNameLst>
                                      </p:cBhvr>
                                      <p:to>
                                        <p:strVal val="visible"/>
                                      </p:to>
                                    </p:set>
                                    <p:anim calcmode="lin" valueType="num">
                                      <p:cBhvr additive="base">
                                        <p:cTn id="171" dur="500" fill="hold"/>
                                        <p:tgtEl>
                                          <p:spTgt spid="43"/>
                                        </p:tgtEl>
                                        <p:attrNameLst>
                                          <p:attrName>ppt_x</p:attrName>
                                        </p:attrNameLst>
                                      </p:cBhvr>
                                      <p:tavLst>
                                        <p:tav tm="0">
                                          <p:val>
                                            <p:strVal val="#ppt_x"/>
                                          </p:val>
                                        </p:tav>
                                        <p:tav tm="100000">
                                          <p:val>
                                            <p:strVal val="#ppt_x"/>
                                          </p:val>
                                        </p:tav>
                                      </p:tavLst>
                                    </p:anim>
                                    <p:anim calcmode="lin" valueType="num">
                                      <p:cBhvr additive="base">
                                        <p:cTn id="172"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173" fill="hold" nodeType="clickPar">
                      <p:stCondLst>
                        <p:cond delay="indefinite"/>
                      </p:stCondLst>
                      <p:childTnLst>
                        <p:par>
                          <p:cTn id="174" fill="hold" nodeType="withGroup">
                            <p:stCondLst>
                              <p:cond delay="0"/>
                            </p:stCondLst>
                            <p:childTnLst>
                              <p:par>
                                <p:cTn id="175" presetID="16" presetClass="entr" presetSubtype="21" fill="hold" grpId="0" nodeType="clickEffect">
                                  <p:stCondLst>
                                    <p:cond delay="0"/>
                                  </p:stCondLst>
                                  <p:childTnLst>
                                    <p:set>
                                      <p:cBhvr>
                                        <p:cTn id="176" dur="1" fill="hold">
                                          <p:stCondLst>
                                            <p:cond delay="0"/>
                                          </p:stCondLst>
                                        </p:cTn>
                                        <p:tgtEl>
                                          <p:spTgt spid="44"/>
                                        </p:tgtEl>
                                        <p:attrNameLst>
                                          <p:attrName>style.visibility</p:attrName>
                                        </p:attrNameLst>
                                      </p:cBhvr>
                                      <p:to>
                                        <p:strVal val="visible"/>
                                      </p:to>
                                    </p:set>
                                    <p:animEffect transition="in" filter="barn(inVertical)">
                                      <p:cBhvr>
                                        <p:cTn id="177" dur="500"/>
                                        <p:tgtEl>
                                          <p:spTgt spid="44"/>
                                        </p:tgtEl>
                                      </p:cBhvr>
                                    </p:animEffect>
                                  </p:childTnLst>
                                </p:cTn>
                              </p:par>
                            </p:childTnLst>
                          </p:cTn>
                        </p:par>
                      </p:childTnLst>
                    </p:cTn>
                  </p:par>
                  <p:par>
                    <p:cTn id="178" fill="hold" nodeType="clickPar">
                      <p:stCondLst>
                        <p:cond delay="indefinite"/>
                      </p:stCondLst>
                      <p:childTnLst>
                        <p:par>
                          <p:cTn id="179" fill="hold" nodeType="withGroup">
                            <p:stCondLst>
                              <p:cond delay="0"/>
                            </p:stCondLst>
                            <p:childTnLst>
                              <p:par>
                                <p:cTn id="180" presetID="22" presetClass="entr" presetSubtype="4" fill="hold" nodeType="clickEffect">
                                  <p:stCondLst>
                                    <p:cond delay="0"/>
                                  </p:stCondLst>
                                  <p:childTnLst>
                                    <p:set>
                                      <p:cBhvr>
                                        <p:cTn id="181" dur="1" fill="hold">
                                          <p:stCondLst>
                                            <p:cond delay="0"/>
                                          </p:stCondLst>
                                        </p:cTn>
                                        <p:tgtEl>
                                          <p:spTgt spid="12">
                                            <p:txEl>
                                              <p:pRg st="0" end="0"/>
                                            </p:txEl>
                                          </p:spTgt>
                                        </p:tgtEl>
                                        <p:attrNameLst>
                                          <p:attrName>style.visibility</p:attrName>
                                        </p:attrNameLst>
                                      </p:cBhvr>
                                      <p:to>
                                        <p:strVal val="visible"/>
                                      </p:to>
                                    </p:set>
                                    <p:animEffect transition="in" filter="wipe(down)">
                                      <p:cBhvr>
                                        <p:cTn id="182" dur="500"/>
                                        <p:tgtEl>
                                          <p:spTgt spid="12">
                                            <p:txEl>
                                              <p:pRg st="0" end="0"/>
                                            </p:txEl>
                                          </p:spTgt>
                                        </p:tgtEl>
                                      </p:cBhvr>
                                    </p:animEffect>
                                  </p:childTnLst>
                                </p:cTn>
                              </p:par>
                            </p:childTnLst>
                          </p:cTn>
                        </p:par>
                      </p:childTnLst>
                    </p:cTn>
                  </p:par>
                  <p:par>
                    <p:cTn id="183" fill="hold" nodeType="clickPar">
                      <p:stCondLst>
                        <p:cond delay="indefinite"/>
                      </p:stCondLst>
                      <p:childTnLst>
                        <p:par>
                          <p:cTn id="184" fill="hold" nodeType="withGroup">
                            <p:stCondLst>
                              <p:cond delay="0"/>
                            </p:stCondLst>
                            <p:childTnLst>
                              <p:par>
                                <p:cTn id="185" presetID="42" presetClass="entr" presetSubtype="0" fill="hold" nodeType="clickEffect">
                                  <p:stCondLst>
                                    <p:cond delay="0"/>
                                  </p:stCondLst>
                                  <p:childTnLst>
                                    <p:set>
                                      <p:cBhvr>
                                        <p:cTn id="186" dur="1" fill="hold">
                                          <p:stCondLst>
                                            <p:cond delay="0"/>
                                          </p:stCondLst>
                                        </p:cTn>
                                        <p:tgtEl>
                                          <p:spTgt spid="45"/>
                                        </p:tgtEl>
                                        <p:attrNameLst>
                                          <p:attrName>style.visibility</p:attrName>
                                        </p:attrNameLst>
                                      </p:cBhvr>
                                      <p:to>
                                        <p:strVal val="visible"/>
                                      </p:to>
                                    </p:set>
                                    <p:animEffect transition="in" filter="fade">
                                      <p:cBhvr>
                                        <p:cTn id="187" dur="1000"/>
                                        <p:tgtEl>
                                          <p:spTgt spid="45"/>
                                        </p:tgtEl>
                                      </p:cBhvr>
                                    </p:animEffect>
                                    <p:anim calcmode="lin" valueType="num">
                                      <p:cBhvr>
                                        <p:cTn id="188" dur="1000" fill="hold"/>
                                        <p:tgtEl>
                                          <p:spTgt spid="45"/>
                                        </p:tgtEl>
                                        <p:attrNameLst>
                                          <p:attrName>ppt_x</p:attrName>
                                        </p:attrNameLst>
                                      </p:cBhvr>
                                      <p:tavLst>
                                        <p:tav tm="0">
                                          <p:val>
                                            <p:strVal val="#ppt_x"/>
                                          </p:val>
                                        </p:tav>
                                        <p:tav tm="100000">
                                          <p:val>
                                            <p:strVal val="#ppt_x"/>
                                          </p:val>
                                        </p:tav>
                                      </p:tavLst>
                                    </p:anim>
                                    <p:anim calcmode="lin" valueType="num">
                                      <p:cBhvr>
                                        <p:cTn id="189"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190" fill="hold" nodeType="clickPar">
                      <p:stCondLst>
                        <p:cond delay="indefinite"/>
                      </p:stCondLst>
                      <p:childTnLst>
                        <p:par>
                          <p:cTn id="191" fill="hold" nodeType="withGroup">
                            <p:stCondLst>
                              <p:cond delay="0"/>
                            </p:stCondLst>
                            <p:childTnLst>
                              <p:par>
                                <p:cTn id="192" presetID="16" presetClass="entr" presetSubtype="21" fill="hold" nodeType="clickEffect">
                                  <p:stCondLst>
                                    <p:cond delay="0"/>
                                  </p:stCondLst>
                                  <p:childTnLst>
                                    <p:set>
                                      <p:cBhvr>
                                        <p:cTn id="193" dur="1" fill="hold">
                                          <p:stCondLst>
                                            <p:cond delay="0"/>
                                          </p:stCondLst>
                                        </p:cTn>
                                        <p:tgtEl>
                                          <p:spTgt spid="46"/>
                                        </p:tgtEl>
                                        <p:attrNameLst>
                                          <p:attrName>style.visibility</p:attrName>
                                        </p:attrNameLst>
                                      </p:cBhvr>
                                      <p:to>
                                        <p:strVal val="visible"/>
                                      </p:to>
                                    </p:set>
                                    <p:animEffect transition="in" filter="barn(inVertical)">
                                      <p:cBhvr>
                                        <p:cTn id="194" dur="500"/>
                                        <p:tgtEl>
                                          <p:spTgt spid="46"/>
                                        </p:tgtEl>
                                      </p:cBhvr>
                                    </p:animEffect>
                                  </p:childTnLst>
                                </p:cTn>
                              </p:par>
                            </p:childTnLst>
                          </p:cTn>
                        </p:par>
                      </p:childTnLst>
                    </p:cTn>
                  </p:par>
                  <p:par>
                    <p:cTn id="195" fill="hold" nodeType="clickPar">
                      <p:stCondLst>
                        <p:cond delay="indefinite"/>
                      </p:stCondLst>
                      <p:childTnLst>
                        <p:par>
                          <p:cTn id="196" fill="hold" nodeType="withGroup">
                            <p:stCondLst>
                              <p:cond delay="0"/>
                            </p:stCondLst>
                            <p:childTnLst>
                              <p:par>
                                <p:cTn id="197" presetID="22" presetClass="entr" presetSubtype="4" fill="hold" grpId="0" nodeType="clickEffect">
                                  <p:stCondLst>
                                    <p:cond delay="0"/>
                                  </p:stCondLst>
                                  <p:childTnLst>
                                    <p:set>
                                      <p:cBhvr>
                                        <p:cTn id="198" dur="1" fill="hold">
                                          <p:stCondLst>
                                            <p:cond delay="0"/>
                                          </p:stCondLst>
                                        </p:cTn>
                                        <p:tgtEl>
                                          <p:spTgt spid="47"/>
                                        </p:tgtEl>
                                        <p:attrNameLst>
                                          <p:attrName>style.visibility</p:attrName>
                                        </p:attrNameLst>
                                      </p:cBhvr>
                                      <p:to>
                                        <p:strVal val="visible"/>
                                      </p:to>
                                    </p:set>
                                    <p:animEffect transition="in" filter="wipe(down)">
                                      <p:cBhvr>
                                        <p:cTn id="199" dur="500"/>
                                        <p:tgtEl>
                                          <p:spTgt spid="47"/>
                                        </p:tgtEl>
                                      </p:cBhvr>
                                    </p:animEffect>
                                  </p:childTnLst>
                                </p:cTn>
                              </p:par>
                            </p:childTnLst>
                          </p:cTn>
                        </p:par>
                      </p:childTnLst>
                    </p:cTn>
                  </p:par>
                  <p:par>
                    <p:cTn id="200" fill="hold" nodeType="clickPar">
                      <p:stCondLst>
                        <p:cond delay="indefinite"/>
                      </p:stCondLst>
                      <p:childTnLst>
                        <p:par>
                          <p:cTn id="201" fill="hold" nodeType="withGroup">
                            <p:stCondLst>
                              <p:cond delay="0"/>
                            </p:stCondLst>
                            <p:childTnLst>
                              <p:par>
                                <p:cTn id="202" presetID="22" presetClass="entr" presetSubtype="4" fill="hold" grpId="0" nodeType="clickEffect">
                                  <p:stCondLst>
                                    <p:cond delay="0"/>
                                  </p:stCondLst>
                                  <p:childTnLst>
                                    <p:set>
                                      <p:cBhvr>
                                        <p:cTn id="203" dur="1" fill="hold">
                                          <p:stCondLst>
                                            <p:cond delay="0"/>
                                          </p:stCondLst>
                                        </p:cTn>
                                        <p:tgtEl>
                                          <p:spTgt spid="48"/>
                                        </p:tgtEl>
                                        <p:attrNameLst>
                                          <p:attrName>style.visibility</p:attrName>
                                        </p:attrNameLst>
                                      </p:cBhvr>
                                      <p:to>
                                        <p:strVal val="visible"/>
                                      </p:to>
                                    </p:set>
                                    <p:animEffect transition="in" filter="wipe(down)">
                                      <p:cBhvr>
                                        <p:cTn id="204" dur="500"/>
                                        <p:tgtEl>
                                          <p:spTgt spid="48"/>
                                        </p:tgtEl>
                                      </p:cBhvr>
                                    </p:animEffect>
                                  </p:childTnLst>
                                </p:cTn>
                              </p:par>
                            </p:childTnLst>
                          </p:cTn>
                        </p:par>
                      </p:childTnLst>
                    </p:cTn>
                  </p:par>
                  <p:par>
                    <p:cTn id="205" fill="hold" nodeType="clickPar">
                      <p:stCondLst>
                        <p:cond delay="indefinite"/>
                      </p:stCondLst>
                      <p:childTnLst>
                        <p:par>
                          <p:cTn id="206" fill="hold" nodeType="withGroup">
                            <p:stCondLst>
                              <p:cond delay="0"/>
                            </p:stCondLst>
                            <p:childTnLst>
                              <p:par>
                                <p:cTn id="207" presetID="6" presetClass="entr" presetSubtype="16" fill="hold" grpId="0" nodeType="clickEffect">
                                  <p:stCondLst>
                                    <p:cond delay="0"/>
                                  </p:stCondLst>
                                  <p:childTnLst>
                                    <p:set>
                                      <p:cBhvr>
                                        <p:cTn id="208" dur="1" fill="hold">
                                          <p:stCondLst>
                                            <p:cond delay="0"/>
                                          </p:stCondLst>
                                        </p:cTn>
                                        <p:tgtEl>
                                          <p:spTgt spid="49"/>
                                        </p:tgtEl>
                                        <p:attrNameLst>
                                          <p:attrName>style.visibility</p:attrName>
                                        </p:attrNameLst>
                                      </p:cBhvr>
                                      <p:to>
                                        <p:strVal val="visible"/>
                                      </p:to>
                                    </p:set>
                                    <p:animEffect transition="in" filter="circle(in)">
                                      <p:cBhvr>
                                        <p:cTn id="209" dur="2000"/>
                                        <p:tgtEl>
                                          <p:spTgt spid="49"/>
                                        </p:tgtEl>
                                      </p:cBhvr>
                                    </p:animEffect>
                                  </p:childTnLst>
                                </p:cTn>
                              </p:par>
                            </p:childTnLst>
                          </p:cTn>
                        </p:par>
                      </p:childTnLst>
                    </p:cTn>
                  </p:par>
                  <p:par>
                    <p:cTn id="210" fill="hold" nodeType="clickPar">
                      <p:stCondLst>
                        <p:cond delay="indefinite"/>
                      </p:stCondLst>
                      <p:childTnLst>
                        <p:par>
                          <p:cTn id="211" fill="hold" nodeType="withGroup">
                            <p:stCondLst>
                              <p:cond delay="0"/>
                            </p:stCondLst>
                            <p:childTnLst>
                              <p:par>
                                <p:cTn id="212" presetID="6" presetClass="entr" presetSubtype="16" fill="hold" grpId="0" nodeType="clickEffect">
                                  <p:stCondLst>
                                    <p:cond delay="0"/>
                                  </p:stCondLst>
                                  <p:childTnLst>
                                    <p:set>
                                      <p:cBhvr>
                                        <p:cTn id="213" dur="1" fill="hold">
                                          <p:stCondLst>
                                            <p:cond delay="0"/>
                                          </p:stCondLst>
                                        </p:cTn>
                                        <p:tgtEl>
                                          <p:spTgt spid="50"/>
                                        </p:tgtEl>
                                        <p:attrNameLst>
                                          <p:attrName>style.visibility</p:attrName>
                                        </p:attrNameLst>
                                      </p:cBhvr>
                                      <p:to>
                                        <p:strVal val="visible"/>
                                      </p:to>
                                    </p:set>
                                    <p:animEffect transition="in" filter="circle(in)">
                                      <p:cBhvr>
                                        <p:cTn id="214" dur="2000"/>
                                        <p:tgtEl>
                                          <p:spTgt spid="50"/>
                                        </p:tgtEl>
                                      </p:cBhvr>
                                    </p:animEffect>
                                  </p:childTnLst>
                                </p:cTn>
                              </p:par>
                            </p:childTnLst>
                          </p:cTn>
                        </p:par>
                      </p:childTnLst>
                    </p:cTn>
                  </p:par>
                  <p:par>
                    <p:cTn id="215" fill="hold" nodeType="clickPar">
                      <p:stCondLst>
                        <p:cond delay="indefinite"/>
                      </p:stCondLst>
                      <p:childTnLst>
                        <p:par>
                          <p:cTn id="216" fill="hold" nodeType="withGroup">
                            <p:stCondLst>
                              <p:cond delay="0"/>
                            </p:stCondLst>
                            <p:childTnLst>
                              <p:par>
                                <p:cTn id="217" presetID="42" presetClass="entr" presetSubtype="0" fill="hold" grpId="0" nodeType="clickEffect">
                                  <p:stCondLst>
                                    <p:cond delay="0"/>
                                  </p:stCondLst>
                                  <p:childTnLst>
                                    <p:set>
                                      <p:cBhvr>
                                        <p:cTn id="218" dur="1" fill="hold">
                                          <p:stCondLst>
                                            <p:cond delay="0"/>
                                          </p:stCondLst>
                                        </p:cTn>
                                        <p:tgtEl>
                                          <p:spTgt spid="51"/>
                                        </p:tgtEl>
                                        <p:attrNameLst>
                                          <p:attrName>style.visibility</p:attrName>
                                        </p:attrNameLst>
                                      </p:cBhvr>
                                      <p:to>
                                        <p:strVal val="visible"/>
                                      </p:to>
                                    </p:set>
                                    <p:animEffect transition="in" filter="fade">
                                      <p:cBhvr>
                                        <p:cTn id="219" dur="1000"/>
                                        <p:tgtEl>
                                          <p:spTgt spid="51"/>
                                        </p:tgtEl>
                                      </p:cBhvr>
                                    </p:animEffect>
                                    <p:anim calcmode="lin" valueType="num">
                                      <p:cBhvr>
                                        <p:cTn id="220" dur="1000" fill="hold"/>
                                        <p:tgtEl>
                                          <p:spTgt spid="51"/>
                                        </p:tgtEl>
                                        <p:attrNameLst>
                                          <p:attrName>ppt_x</p:attrName>
                                        </p:attrNameLst>
                                      </p:cBhvr>
                                      <p:tavLst>
                                        <p:tav tm="0">
                                          <p:val>
                                            <p:strVal val="#ppt_x"/>
                                          </p:val>
                                        </p:tav>
                                        <p:tav tm="100000">
                                          <p:val>
                                            <p:strVal val="#ppt_x"/>
                                          </p:val>
                                        </p:tav>
                                      </p:tavLst>
                                    </p:anim>
                                    <p:anim calcmode="lin" valueType="num">
                                      <p:cBhvr>
                                        <p:cTn id="221" dur="1000" fill="hold"/>
                                        <p:tgtEl>
                                          <p:spTgt spid="51"/>
                                        </p:tgtEl>
                                        <p:attrNameLst>
                                          <p:attrName>ppt_y</p:attrName>
                                        </p:attrNameLst>
                                      </p:cBhvr>
                                      <p:tavLst>
                                        <p:tav tm="0">
                                          <p:val>
                                            <p:strVal val="#ppt_y+.1"/>
                                          </p:val>
                                        </p:tav>
                                        <p:tav tm="100000">
                                          <p:val>
                                            <p:strVal val="#ppt_y"/>
                                          </p:val>
                                        </p:tav>
                                      </p:tavLst>
                                    </p:anim>
                                  </p:childTnLst>
                                </p:cTn>
                              </p:par>
                            </p:childTnLst>
                          </p:cTn>
                        </p:par>
                      </p:childTnLst>
                    </p:cTn>
                  </p:par>
                  <p:par>
                    <p:cTn id="222" fill="hold" nodeType="clickPar">
                      <p:stCondLst>
                        <p:cond delay="indefinite"/>
                      </p:stCondLst>
                      <p:childTnLst>
                        <p:par>
                          <p:cTn id="223" fill="hold" nodeType="withGroup">
                            <p:stCondLst>
                              <p:cond delay="0"/>
                            </p:stCondLst>
                            <p:childTnLst>
                              <p:par>
                                <p:cTn id="224" presetID="42" presetClass="entr" presetSubtype="0" fill="hold" grpId="0" nodeType="clickEffect">
                                  <p:stCondLst>
                                    <p:cond delay="0"/>
                                  </p:stCondLst>
                                  <p:childTnLst>
                                    <p:set>
                                      <p:cBhvr>
                                        <p:cTn id="225" dur="1" fill="hold">
                                          <p:stCondLst>
                                            <p:cond delay="0"/>
                                          </p:stCondLst>
                                        </p:cTn>
                                        <p:tgtEl>
                                          <p:spTgt spid="52"/>
                                        </p:tgtEl>
                                        <p:attrNameLst>
                                          <p:attrName>style.visibility</p:attrName>
                                        </p:attrNameLst>
                                      </p:cBhvr>
                                      <p:to>
                                        <p:strVal val="visible"/>
                                      </p:to>
                                    </p:set>
                                    <p:animEffect transition="in" filter="fade">
                                      <p:cBhvr>
                                        <p:cTn id="226" dur="1000"/>
                                        <p:tgtEl>
                                          <p:spTgt spid="52"/>
                                        </p:tgtEl>
                                      </p:cBhvr>
                                    </p:animEffect>
                                    <p:anim calcmode="lin" valueType="num">
                                      <p:cBhvr>
                                        <p:cTn id="227" dur="1000" fill="hold"/>
                                        <p:tgtEl>
                                          <p:spTgt spid="52"/>
                                        </p:tgtEl>
                                        <p:attrNameLst>
                                          <p:attrName>ppt_x</p:attrName>
                                        </p:attrNameLst>
                                      </p:cBhvr>
                                      <p:tavLst>
                                        <p:tav tm="0">
                                          <p:val>
                                            <p:strVal val="#ppt_x"/>
                                          </p:val>
                                        </p:tav>
                                        <p:tav tm="100000">
                                          <p:val>
                                            <p:strVal val="#ppt_x"/>
                                          </p:val>
                                        </p:tav>
                                      </p:tavLst>
                                    </p:anim>
                                    <p:anim calcmode="lin" valueType="num">
                                      <p:cBhvr>
                                        <p:cTn id="228"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par>
                    <p:cTn id="229" fill="hold" nodeType="clickPar">
                      <p:stCondLst>
                        <p:cond delay="indefinite"/>
                      </p:stCondLst>
                      <p:childTnLst>
                        <p:par>
                          <p:cTn id="230" fill="hold" nodeType="withGroup">
                            <p:stCondLst>
                              <p:cond delay="0"/>
                            </p:stCondLst>
                            <p:childTnLst>
                              <p:par>
                                <p:cTn id="231" presetID="2" presetClass="entr" presetSubtype="4" fill="hold" nodeType="clickEffect">
                                  <p:stCondLst>
                                    <p:cond delay="0"/>
                                  </p:stCondLst>
                                  <p:childTnLst>
                                    <p:set>
                                      <p:cBhvr>
                                        <p:cTn id="232" dur="1" fill="hold">
                                          <p:stCondLst>
                                            <p:cond delay="0"/>
                                          </p:stCondLst>
                                        </p:cTn>
                                        <p:tgtEl>
                                          <p:spTgt spid="53"/>
                                        </p:tgtEl>
                                        <p:attrNameLst>
                                          <p:attrName>style.visibility</p:attrName>
                                        </p:attrNameLst>
                                      </p:cBhvr>
                                      <p:to>
                                        <p:strVal val="visible"/>
                                      </p:to>
                                    </p:set>
                                    <p:anim calcmode="lin" valueType="num">
                                      <p:cBhvr additive="base">
                                        <p:cTn id="233" dur="500" fill="hold"/>
                                        <p:tgtEl>
                                          <p:spTgt spid="53"/>
                                        </p:tgtEl>
                                        <p:attrNameLst>
                                          <p:attrName>ppt_x</p:attrName>
                                        </p:attrNameLst>
                                      </p:cBhvr>
                                      <p:tavLst>
                                        <p:tav tm="0">
                                          <p:val>
                                            <p:strVal val="#ppt_x"/>
                                          </p:val>
                                        </p:tav>
                                        <p:tav tm="100000">
                                          <p:val>
                                            <p:strVal val="#ppt_x"/>
                                          </p:val>
                                        </p:tav>
                                      </p:tavLst>
                                    </p:anim>
                                    <p:anim calcmode="lin" valueType="num">
                                      <p:cBhvr additive="base">
                                        <p:cTn id="234"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235" fill="hold" nodeType="clickPar">
                      <p:stCondLst>
                        <p:cond delay="indefinite"/>
                      </p:stCondLst>
                      <p:childTnLst>
                        <p:par>
                          <p:cTn id="236" fill="hold" nodeType="withGroup">
                            <p:stCondLst>
                              <p:cond delay="0"/>
                            </p:stCondLst>
                            <p:childTnLst>
                              <p:par>
                                <p:cTn id="237" presetID="42" presetClass="entr" presetSubtype="0" fill="hold" nodeType="clickEffect">
                                  <p:stCondLst>
                                    <p:cond delay="0"/>
                                  </p:stCondLst>
                                  <p:childTnLst>
                                    <p:set>
                                      <p:cBhvr>
                                        <p:cTn id="238" dur="1" fill="hold">
                                          <p:stCondLst>
                                            <p:cond delay="0"/>
                                          </p:stCondLst>
                                        </p:cTn>
                                        <p:tgtEl>
                                          <p:spTgt spid="54"/>
                                        </p:tgtEl>
                                        <p:attrNameLst>
                                          <p:attrName>style.visibility</p:attrName>
                                        </p:attrNameLst>
                                      </p:cBhvr>
                                      <p:to>
                                        <p:strVal val="visible"/>
                                      </p:to>
                                    </p:set>
                                    <p:animEffect transition="in" filter="fade">
                                      <p:cBhvr>
                                        <p:cTn id="239" dur="1000"/>
                                        <p:tgtEl>
                                          <p:spTgt spid="54"/>
                                        </p:tgtEl>
                                      </p:cBhvr>
                                    </p:animEffect>
                                    <p:anim calcmode="lin" valueType="num">
                                      <p:cBhvr>
                                        <p:cTn id="240" dur="1000" fill="hold"/>
                                        <p:tgtEl>
                                          <p:spTgt spid="54"/>
                                        </p:tgtEl>
                                        <p:attrNameLst>
                                          <p:attrName>ppt_x</p:attrName>
                                        </p:attrNameLst>
                                      </p:cBhvr>
                                      <p:tavLst>
                                        <p:tav tm="0">
                                          <p:val>
                                            <p:strVal val="#ppt_x"/>
                                          </p:val>
                                        </p:tav>
                                        <p:tav tm="100000">
                                          <p:val>
                                            <p:strVal val="#ppt_x"/>
                                          </p:val>
                                        </p:tav>
                                      </p:tavLst>
                                    </p:anim>
                                    <p:anim calcmode="lin" valueType="num">
                                      <p:cBhvr>
                                        <p:cTn id="241" dur="1000" fill="hold"/>
                                        <p:tgtEl>
                                          <p:spTgt spid="54"/>
                                        </p:tgtEl>
                                        <p:attrNameLst>
                                          <p:attrName>ppt_y</p:attrName>
                                        </p:attrNameLst>
                                      </p:cBhvr>
                                      <p:tavLst>
                                        <p:tav tm="0">
                                          <p:val>
                                            <p:strVal val="#ppt_y+.1"/>
                                          </p:val>
                                        </p:tav>
                                        <p:tav tm="100000">
                                          <p:val>
                                            <p:strVal val="#ppt_y"/>
                                          </p:val>
                                        </p:tav>
                                      </p:tavLst>
                                    </p:anim>
                                  </p:childTnLst>
                                </p:cTn>
                              </p:par>
                            </p:childTnLst>
                          </p:cTn>
                        </p:par>
                      </p:childTnLst>
                    </p:cTn>
                  </p:par>
                  <p:par>
                    <p:cTn id="242" fill="hold" nodeType="clickPar">
                      <p:stCondLst>
                        <p:cond delay="indefinite"/>
                      </p:stCondLst>
                      <p:childTnLst>
                        <p:par>
                          <p:cTn id="243" fill="hold" nodeType="withGroup">
                            <p:stCondLst>
                              <p:cond delay="0"/>
                            </p:stCondLst>
                            <p:childTnLst>
                              <p:par>
                                <p:cTn id="244" presetID="16" presetClass="entr" presetSubtype="21" fill="hold" nodeType="clickEffect">
                                  <p:stCondLst>
                                    <p:cond delay="0"/>
                                  </p:stCondLst>
                                  <p:childTnLst>
                                    <p:set>
                                      <p:cBhvr>
                                        <p:cTn id="245" dur="1" fill="hold">
                                          <p:stCondLst>
                                            <p:cond delay="0"/>
                                          </p:stCondLst>
                                        </p:cTn>
                                        <p:tgtEl>
                                          <p:spTgt spid="55"/>
                                        </p:tgtEl>
                                        <p:attrNameLst>
                                          <p:attrName>style.visibility</p:attrName>
                                        </p:attrNameLst>
                                      </p:cBhvr>
                                      <p:to>
                                        <p:strVal val="visible"/>
                                      </p:to>
                                    </p:set>
                                    <p:animEffect transition="in" filter="barn(inVertical)">
                                      <p:cBhvr>
                                        <p:cTn id="246" dur="500"/>
                                        <p:tgtEl>
                                          <p:spTgt spid="55"/>
                                        </p:tgtEl>
                                      </p:cBhvr>
                                    </p:animEffect>
                                  </p:childTnLst>
                                </p:cTn>
                              </p:par>
                            </p:childTnLst>
                          </p:cTn>
                        </p:par>
                      </p:childTnLst>
                    </p:cTn>
                  </p:par>
                  <p:par>
                    <p:cTn id="247" fill="hold" nodeType="clickPar">
                      <p:stCondLst>
                        <p:cond delay="indefinite"/>
                      </p:stCondLst>
                      <p:childTnLst>
                        <p:par>
                          <p:cTn id="248" fill="hold" nodeType="withGroup">
                            <p:stCondLst>
                              <p:cond delay="0"/>
                            </p:stCondLst>
                            <p:childTnLst>
                              <p:par>
                                <p:cTn id="249" presetID="22" presetClass="entr" presetSubtype="4" fill="hold" grpId="0" nodeType="clickEffect">
                                  <p:stCondLst>
                                    <p:cond delay="0"/>
                                  </p:stCondLst>
                                  <p:childTnLst>
                                    <p:set>
                                      <p:cBhvr>
                                        <p:cTn id="250" dur="1" fill="hold">
                                          <p:stCondLst>
                                            <p:cond delay="0"/>
                                          </p:stCondLst>
                                        </p:cTn>
                                        <p:tgtEl>
                                          <p:spTgt spid="56"/>
                                        </p:tgtEl>
                                        <p:attrNameLst>
                                          <p:attrName>style.visibility</p:attrName>
                                        </p:attrNameLst>
                                      </p:cBhvr>
                                      <p:to>
                                        <p:strVal val="visible"/>
                                      </p:to>
                                    </p:set>
                                    <p:animEffect transition="in" filter="wipe(down)">
                                      <p:cBhvr>
                                        <p:cTn id="251" dur="500"/>
                                        <p:tgtEl>
                                          <p:spTgt spid="56"/>
                                        </p:tgtEl>
                                      </p:cBhvr>
                                    </p:animEffect>
                                  </p:childTnLst>
                                </p:cTn>
                              </p:par>
                            </p:childTnLst>
                          </p:cTn>
                        </p:par>
                      </p:childTnLst>
                    </p:cTn>
                  </p:par>
                  <p:par>
                    <p:cTn id="252" fill="hold" nodeType="clickPar">
                      <p:stCondLst>
                        <p:cond delay="indefinite"/>
                      </p:stCondLst>
                      <p:childTnLst>
                        <p:par>
                          <p:cTn id="253" fill="hold" nodeType="withGroup">
                            <p:stCondLst>
                              <p:cond delay="0"/>
                            </p:stCondLst>
                            <p:childTnLst>
                              <p:par>
                                <p:cTn id="254" presetID="22" presetClass="entr" presetSubtype="4" fill="hold" grpId="0" nodeType="clickEffect">
                                  <p:stCondLst>
                                    <p:cond delay="0"/>
                                  </p:stCondLst>
                                  <p:childTnLst>
                                    <p:set>
                                      <p:cBhvr>
                                        <p:cTn id="255" dur="1" fill="hold">
                                          <p:stCondLst>
                                            <p:cond delay="0"/>
                                          </p:stCondLst>
                                        </p:cTn>
                                        <p:tgtEl>
                                          <p:spTgt spid="57"/>
                                        </p:tgtEl>
                                        <p:attrNameLst>
                                          <p:attrName>style.visibility</p:attrName>
                                        </p:attrNameLst>
                                      </p:cBhvr>
                                      <p:to>
                                        <p:strVal val="visible"/>
                                      </p:to>
                                    </p:set>
                                    <p:animEffect transition="in" filter="wipe(down)">
                                      <p:cBhvr>
                                        <p:cTn id="256" dur="500"/>
                                        <p:tgtEl>
                                          <p:spTgt spid="57"/>
                                        </p:tgtEl>
                                      </p:cBhvr>
                                    </p:animEffect>
                                  </p:childTnLst>
                                </p:cTn>
                              </p:par>
                            </p:childTnLst>
                          </p:cTn>
                        </p:par>
                      </p:childTnLst>
                    </p:cTn>
                  </p:par>
                  <p:par>
                    <p:cTn id="257" fill="hold" nodeType="clickPar">
                      <p:stCondLst>
                        <p:cond delay="indefinite"/>
                      </p:stCondLst>
                      <p:childTnLst>
                        <p:par>
                          <p:cTn id="258" fill="hold" nodeType="withGroup">
                            <p:stCondLst>
                              <p:cond delay="0"/>
                            </p:stCondLst>
                            <p:childTnLst>
                              <p:par>
                                <p:cTn id="259" presetID="6" presetClass="entr" presetSubtype="16" fill="hold" grpId="0" nodeType="clickEffect">
                                  <p:stCondLst>
                                    <p:cond delay="0"/>
                                  </p:stCondLst>
                                  <p:childTnLst>
                                    <p:set>
                                      <p:cBhvr>
                                        <p:cTn id="260" dur="1" fill="hold">
                                          <p:stCondLst>
                                            <p:cond delay="0"/>
                                          </p:stCondLst>
                                        </p:cTn>
                                        <p:tgtEl>
                                          <p:spTgt spid="58"/>
                                        </p:tgtEl>
                                        <p:attrNameLst>
                                          <p:attrName>style.visibility</p:attrName>
                                        </p:attrNameLst>
                                      </p:cBhvr>
                                      <p:to>
                                        <p:strVal val="visible"/>
                                      </p:to>
                                    </p:set>
                                    <p:animEffect transition="in" filter="circle(in)">
                                      <p:cBhvr>
                                        <p:cTn id="261" dur="2000"/>
                                        <p:tgtEl>
                                          <p:spTgt spid="58"/>
                                        </p:tgtEl>
                                      </p:cBhvr>
                                    </p:animEffect>
                                  </p:childTnLst>
                                </p:cTn>
                              </p:par>
                            </p:childTnLst>
                          </p:cTn>
                        </p:par>
                      </p:childTnLst>
                    </p:cTn>
                  </p:par>
                  <p:par>
                    <p:cTn id="262" fill="hold" nodeType="clickPar">
                      <p:stCondLst>
                        <p:cond delay="indefinite"/>
                      </p:stCondLst>
                      <p:childTnLst>
                        <p:par>
                          <p:cTn id="263" fill="hold" nodeType="withGroup">
                            <p:stCondLst>
                              <p:cond delay="0"/>
                            </p:stCondLst>
                            <p:childTnLst>
                              <p:par>
                                <p:cTn id="264" presetID="42" presetClass="entr" presetSubtype="0" fill="hold" grpId="0" nodeType="clickEffect">
                                  <p:stCondLst>
                                    <p:cond delay="0"/>
                                  </p:stCondLst>
                                  <p:childTnLst>
                                    <p:set>
                                      <p:cBhvr>
                                        <p:cTn id="265" dur="1" fill="hold">
                                          <p:stCondLst>
                                            <p:cond delay="0"/>
                                          </p:stCondLst>
                                        </p:cTn>
                                        <p:tgtEl>
                                          <p:spTgt spid="59"/>
                                        </p:tgtEl>
                                        <p:attrNameLst>
                                          <p:attrName>style.visibility</p:attrName>
                                        </p:attrNameLst>
                                      </p:cBhvr>
                                      <p:to>
                                        <p:strVal val="visible"/>
                                      </p:to>
                                    </p:set>
                                    <p:animEffect transition="in" filter="fade">
                                      <p:cBhvr>
                                        <p:cTn id="266" dur="1000"/>
                                        <p:tgtEl>
                                          <p:spTgt spid="59"/>
                                        </p:tgtEl>
                                      </p:cBhvr>
                                    </p:animEffect>
                                    <p:anim calcmode="lin" valueType="num">
                                      <p:cBhvr>
                                        <p:cTn id="267" dur="1000" fill="hold"/>
                                        <p:tgtEl>
                                          <p:spTgt spid="59"/>
                                        </p:tgtEl>
                                        <p:attrNameLst>
                                          <p:attrName>ppt_x</p:attrName>
                                        </p:attrNameLst>
                                      </p:cBhvr>
                                      <p:tavLst>
                                        <p:tav tm="0">
                                          <p:val>
                                            <p:strVal val="#ppt_x"/>
                                          </p:val>
                                        </p:tav>
                                        <p:tav tm="100000">
                                          <p:val>
                                            <p:strVal val="#ppt_x"/>
                                          </p:val>
                                        </p:tav>
                                      </p:tavLst>
                                    </p:anim>
                                    <p:anim calcmode="lin" valueType="num">
                                      <p:cBhvr>
                                        <p:cTn id="268" dur="1000" fill="hold"/>
                                        <p:tgtEl>
                                          <p:spTgt spid="59"/>
                                        </p:tgtEl>
                                        <p:attrNameLst>
                                          <p:attrName>ppt_y</p:attrName>
                                        </p:attrNameLst>
                                      </p:cBhvr>
                                      <p:tavLst>
                                        <p:tav tm="0">
                                          <p:val>
                                            <p:strVal val="#ppt_y+.1"/>
                                          </p:val>
                                        </p:tav>
                                        <p:tav tm="100000">
                                          <p:val>
                                            <p:strVal val="#ppt_y"/>
                                          </p:val>
                                        </p:tav>
                                      </p:tavLst>
                                    </p:anim>
                                  </p:childTnLst>
                                </p:cTn>
                              </p:par>
                            </p:childTnLst>
                          </p:cTn>
                        </p:par>
                      </p:childTnLst>
                    </p:cTn>
                  </p:par>
                  <p:par>
                    <p:cTn id="269" fill="hold" nodeType="clickPar">
                      <p:stCondLst>
                        <p:cond delay="indefinite"/>
                      </p:stCondLst>
                      <p:childTnLst>
                        <p:par>
                          <p:cTn id="270" fill="hold" nodeType="withGroup">
                            <p:stCondLst>
                              <p:cond delay="0"/>
                            </p:stCondLst>
                            <p:childTnLst>
                              <p:par>
                                <p:cTn id="271" presetID="21" presetClass="entr" presetSubtype="1" fill="hold" nodeType="clickEffect">
                                  <p:stCondLst>
                                    <p:cond delay="0"/>
                                  </p:stCondLst>
                                  <p:childTnLst>
                                    <p:set>
                                      <p:cBhvr>
                                        <p:cTn id="272" dur="1" fill="hold">
                                          <p:stCondLst>
                                            <p:cond delay="0"/>
                                          </p:stCondLst>
                                        </p:cTn>
                                        <p:tgtEl>
                                          <p:spTgt spid="59">
                                            <p:txEl>
                                              <p:pRg st="0" end="0"/>
                                            </p:txEl>
                                          </p:spTgt>
                                        </p:tgtEl>
                                        <p:attrNameLst>
                                          <p:attrName>style.visibility</p:attrName>
                                        </p:attrNameLst>
                                      </p:cBhvr>
                                      <p:to>
                                        <p:strVal val="visible"/>
                                      </p:to>
                                    </p:set>
                                    <p:animEffect transition="in" filter="wheel(1)">
                                      <p:cBhvr>
                                        <p:cTn id="273" dur="2000"/>
                                        <p:tgtEl>
                                          <p:spTgt spid="59">
                                            <p:txEl>
                                              <p:pRg st="0" end="0"/>
                                            </p:txEl>
                                          </p:spTgt>
                                        </p:tgtEl>
                                      </p:cBhvr>
                                    </p:animEffect>
                                  </p:childTnLst>
                                </p:cTn>
                              </p:par>
                            </p:childTnLst>
                          </p:cTn>
                        </p:par>
                      </p:childTnLst>
                    </p:cTn>
                  </p:par>
                  <p:par>
                    <p:cTn id="274" fill="hold" nodeType="clickPar">
                      <p:stCondLst>
                        <p:cond delay="indefinite"/>
                      </p:stCondLst>
                      <p:childTnLst>
                        <p:par>
                          <p:cTn id="275" fill="hold" nodeType="withGroup">
                            <p:stCondLst>
                              <p:cond delay="0"/>
                            </p:stCondLst>
                            <p:childTnLst>
                              <p:par>
                                <p:cTn id="276" presetID="42" presetClass="entr" presetSubtype="0" fill="hold" grpId="0" nodeType="clickEffect">
                                  <p:stCondLst>
                                    <p:cond delay="0"/>
                                  </p:stCondLst>
                                  <p:childTnLst>
                                    <p:set>
                                      <p:cBhvr>
                                        <p:cTn id="277" dur="1" fill="hold">
                                          <p:stCondLst>
                                            <p:cond delay="0"/>
                                          </p:stCondLst>
                                        </p:cTn>
                                        <p:tgtEl>
                                          <p:spTgt spid="60"/>
                                        </p:tgtEl>
                                        <p:attrNameLst>
                                          <p:attrName>style.visibility</p:attrName>
                                        </p:attrNameLst>
                                      </p:cBhvr>
                                      <p:to>
                                        <p:strVal val="visible"/>
                                      </p:to>
                                    </p:set>
                                    <p:animEffect transition="in" filter="fade">
                                      <p:cBhvr>
                                        <p:cTn id="278" dur="1000"/>
                                        <p:tgtEl>
                                          <p:spTgt spid="60"/>
                                        </p:tgtEl>
                                      </p:cBhvr>
                                    </p:animEffect>
                                    <p:anim calcmode="lin" valueType="num">
                                      <p:cBhvr>
                                        <p:cTn id="279" dur="1000" fill="hold"/>
                                        <p:tgtEl>
                                          <p:spTgt spid="60"/>
                                        </p:tgtEl>
                                        <p:attrNameLst>
                                          <p:attrName>ppt_x</p:attrName>
                                        </p:attrNameLst>
                                      </p:cBhvr>
                                      <p:tavLst>
                                        <p:tav tm="0">
                                          <p:val>
                                            <p:strVal val="#ppt_x"/>
                                          </p:val>
                                        </p:tav>
                                        <p:tav tm="100000">
                                          <p:val>
                                            <p:strVal val="#ppt_x"/>
                                          </p:val>
                                        </p:tav>
                                      </p:tavLst>
                                    </p:anim>
                                    <p:anim calcmode="lin" valueType="num">
                                      <p:cBhvr>
                                        <p:cTn id="280" dur="1000" fill="hold"/>
                                        <p:tgtEl>
                                          <p:spTgt spid="60"/>
                                        </p:tgtEl>
                                        <p:attrNameLst>
                                          <p:attrName>ppt_y</p:attrName>
                                        </p:attrNameLst>
                                      </p:cBhvr>
                                      <p:tavLst>
                                        <p:tav tm="0">
                                          <p:val>
                                            <p:strVal val="#ppt_y+.1"/>
                                          </p:val>
                                        </p:tav>
                                        <p:tav tm="100000">
                                          <p:val>
                                            <p:strVal val="#ppt_y"/>
                                          </p:val>
                                        </p:tav>
                                      </p:tavLst>
                                    </p:anim>
                                  </p:childTnLst>
                                </p:cTn>
                              </p:par>
                            </p:childTnLst>
                          </p:cTn>
                        </p:par>
                      </p:childTnLst>
                    </p:cTn>
                  </p:par>
                  <p:par>
                    <p:cTn id="281" fill="hold" nodeType="clickPar">
                      <p:stCondLst>
                        <p:cond delay="indefinite"/>
                      </p:stCondLst>
                      <p:childTnLst>
                        <p:par>
                          <p:cTn id="282" fill="hold" nodeType="withGroup">
                            <p:stCondLst>
                              <p:cond delay="0"/>
                            </p:stCondLst>
                            <p:childTnLst>
                              <p:par>
                                <p:cTn id="283" presetID="42" presetClass="entr" presetSubtype="0" fill="hold" grpId="0" nodeType="clickEffect">
                                  <p:stCondLst>
                                    <p:cond delay="0"/>
                                  </p:stCondLst>
                                  <p:childTnLst>
                                    <p:set>
                                      <p:cBhvr>
                                        <p:cTn id="284" dur="1" fill="hold">
                                          <p:stCondLst>
                                            <p:cond delay="0"/>
                                          </p:stCondLst>
                                        </p:cTn>
                                        <p:tgtEl>
                                          <p:spTgt spid="61"/>
                                        </p:tgtEl>
                                        <p:attrNameLst>
                                          <p:attrName>style.visibility</p:attrName>
                                        </p:attrNameLst>
                                      </p:cBhvr>
                                      <p:to>
                                        <p:strVal val="visible"/>
                                      </p:to>
                                    </p:set>
                                    <p:animEffect transition="in" filter="fade">
                                      <p:cBhvr>
                                        <p:cTn id="285" dur="1000"/>
                                        <p:tgtEl>
                                          <p:spTgt spid="61"/>
                                        </p:tgtEl>
                                      </p:cBhvr>
                                    </p:animEffect>
                                    <p:anim calcmode="lin" valueType="num">
                                      <p:cBhvr>
                                        <p:cTn id="286" dur="1000" fill="hold"/>
                                        <p:tgtEl>
                                          <p:spTgt spid="61"/>
                                        </p:tgtEl>
                                        <p:attrNameLst>
                                          <p:attrName>ppt_x</p:attrName>
                                        </p:attrNameLst>
                                      </p:cBhvr>
                                      <p:tavLst>
                                        <p:tav tm="0">
                                          <p:val>
                                            <p:strVal val="#ppt_x"/>
                                          </p:val>
                                        </p:tav>
                                        <p:tav tm="100000">
                                          <p:val>
                                            <p:strVal val="#ppt_x"/>
                                          </p:val>
                                        </p:tav>
                                      </p:tavLst>
                                    </p:anim>
                                    <p:anim calcmode="lin" valueType="num">
                                      <p:cBhvr>
                                        <p:cTn id="287" dur="1000" fill="hold"/>
                                        <p:tgtEl>
                                          <p:spTgt spid="61"/>
                                        </p:tgtEl>
                                        <p:attrNameLst>
                                          <p:attrName>ppt_y</p:attrName>
                                        </p:attrNameLst>
                                      </p:cBhvr>
                                      <p:tavLst>
                                        <p:tav tm="0">
                                          <p:val>
                                            <p:strVal val="#ppt_y+.1"/>
                                          </p:val>
                                        </p:tav>
                                        <p:tav tm="100000">
                                          <p:val>
                                            <p:strVal val="#ppt_y"/>
                                          </p:val>
                                        </p:tav>
                                      </p:tavLst>
                                    </p:anim>
                                  </p:childTnLst>
                                </p:cTn>
                              </p:par>
                            </p:childTnLst>
                          </p:cTn>
                        </p:par>
                      </p:childTnLst>
                    </p:cTn>
                  </p:par>
                  <p:par>
                    <p:cTn id="288" fill="hold" nodeType="clickPar">
                      <p:stCondLst>
                        <p:cond delay="indefinite"/>
                      </p:stCondLst>
                      <p:childTnLst>
                        <p:par>
                          <p:cTn id="289" fill="hold" nodeType="withGroup">
                            <p:stCondLst>
                              <p:cond delay="0"/>
                            </p:stCondLst>
                            <p:childTnLst>
                              <p:par>
                                <p:cTn id="290" presetID="2" presetClass="entr" presetSubtype="4" fill="hold" nodeType="clickEffect">
                                  <p:stCondLst>
                                    <p:cond delay="0"/>
                                  </p:stCondLst>
                                  <p:childTnLst>
                                    <p:set>
                                      <p:cBhvr>
                                        <p:cTn id="291" dur="1" fill="hold">
                                          <p:stCondLst>
                                            <p:cond delay="0"/>
                                          </p:stCondLst>
                                        </p:cTn>
                                        <p:tgtEl>
                                          <p:spTgt spid="47">
                                            <p:txEl>
                                              <p:pRg st="0" end="0"/>
                                            </p:txEl>
                                          </p:spTgt>
                                        </p:tgtEl>
                                        <p:attrNameLst>
                                          <p:attrName>style.visibility</p:attrName>
                                        </p:attrNameLst>
                                      </p:cBhvr>
                                      <p:to>
                                        <p:strVal val="visible"/>
                                      </p:to>
                                    </p:set>
                                    <p:anim calcmode="lin" valueType="num">
                                      <p:cBhvr additive="base">
                                        <p:cTn id="292" dur="500" fill="hold"/>
                                        <p:tgtEl>
                                          <p:spTgt spid="47">
                                            <p:txEl>
                                              <p:pRg st="0" end="0"/>
                                            </p:txEl>
                                          </p:spTgt>
                                        </p:tgtEl>
                                        <p:attrNameLst>
                                          <p:attrName>ppt_x</p:attrName>
                                        </p:attrNameLst>
                                      </p:cBhvr>
                                      <p:tavLst>
                                        <p:tav tm="0">
                                          <p:val>
                                            <p:strVal val="#ppt_x"/>
                                          </p:val>
                                        </p:tav>
                                        <p:tav tm="100000">
                                          <p:val>
                                            <p:strVal val="#ppt_x"/>
                                          </p:val>
                                        </p:tav>
                                      </p:tavLst>
                                    </p:anim>
                                    <p:anim calcmode="lin" valueType="num">
                                      <p:cBhvr additive="base">
                                        <p:cTn id="293" dur="500" fill="hold"/>
                                        <p:tgtEl>
                                          <p:spTgt spid="4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94" fill="hold" nodeType="clickPar">
                      <p:stCondLst>
                        <p:cond delay="indefinite"/>
                      </p:stCondLst>
                      <p:childTnLst>
                        <p:par>
                          <p:cTn id="295" fill="hold" nodeType="withGroup">
                            <p:stCondLst>
                              <p:cond delay="0"/>
                            </p:stCondLst>
                            <p:childTnLst>
                              <p:par>
                                <p:cTn id="296" presetID="42" presetClass="entr" presetSubtype="0" fill="hold" nodeType="clickEffect">
                                  <p:stCondLst>
                                    <p:cond delay="0"/>
                                  </p:stCondLst>
                                  <p:childTnLst>
                                    <p:set>
                                      <p:cBhvr>
                                        <p:cTn id="297" dur="1" fill="hold">
                                          <p:stCondLst>
                                            <p:cond delay="0"/>
                                          </p:stCondLst>
                                        </p:cTn>
                                        <p:tgtEl>
                                          <p:spTgt spid="62"/>
                                        </p:tgtEl>
                                        <p:attrNameLst>
                                          <p:attrName>style.visibility</p:attrName>
                                        </p:attrNameLst>
                                      </p:cBhvr>
                                      <p:to>
                                        <p:strVal val="visible"/>
                                      </p:to>
                                    </p:set>
                                    <p:animEffect transition="in" filter="fade">
                                      <p:cBhvr>
                                        <p:cTn id="298" dur="1000"/>
                                        <p:tgtEl>
                                          <p:spTgt spid="62"/>
                                        </p:tgtEl>
                                      </p:cBhvr>
                                    </p:animEffect>
                                    <p:anim calcmode="lin" valueType="num">
                                      <p:cBhvr>
                                        <p:cTn id="299" dur="1000" fill="hold"/>
                                        <p:tgtEl>
                                          <p:spTgt spid="62"/>
                                        </p:tgtEl>
                                        <p:attrNameLst>
                                          <p:attrName>ppt_x</p:attrName>
                                        </p:attrNameLst>
                                      </p:cBhvr>
                                      <p:tavLst>
                                        <p:tav tm="0">
                                          <p:val>
                                            <p:strVal val="#ppt_x"/>
                                          </p:val>
                                        </p:tav>
                                        <p:tav tm="100000">
                                          <p:val>
                                            <p:strVal val="#ppt_x"/>
                                          </p:val>
                                        </p:tav>
                                      </p:tavLst>
                                    </p:anim>
                                    <p:anim calcmode="lin" valueType="num">
                                      <p:cBhvr>
                                        <p:cTn id="300" dur="1000" fill="hold"/>
                                        <p:tgtEl>
                                          <p:spTgt spid="62"/>
                                        </p:tgtEl>
                                        <p:attrNameLst>
                                          <p:attrName>ppt_y</p:attrName>
                                        </p:attrNameLst>
                                      </p:cBhvr>
                                      <p:tavLst>
                                        <p:tav tm="0">
                                          <p:val>
                                            <p:strVal val="#ppt_y+.1"/>
                                          </p:val>
                                        </p:tav>
                                        <p:tav tm="100000">
                                          <p:val>
                                            <p:strVal val="#ppt_y"/>
                                          </p:val>
                                        </p:tav>
                                      </p:tavLst>
                                    </p:anim>
                                  </p:childTnLst>
                                </p:cTn>
                              </p:par>
                            </p:childTnLst>
                          </p:cTn>
                        </p:par>
                      </p:childTnLst>
                    </p:cTn>
                  </p:par>
                  <p:par>
                    <p:cTn id="301" fill="hold" nodeType="clickPar">
                      <p:stCondLst>
                        <p:cond delay="indefinite"/>
                      </p:stCondLst>
                      <p:childTnLst>
                        <p:par>
                          <p:cTn id="302" fill="hold" nodeType="withGroup">
                            <p:stCondLst>
                              <p:cond delay="0"/>
                            </p:stCondLst>
                            <p:childTnLst>
                              <p:par>
                                <p:cTn id="303" presetID="2" presetClass="entr" presetSubtype="4" fill="hold" nodeType="clickEffect">
                                  <p:stCondLst>
                                    <p:cond delay="0"/>
                                  </p:stCondLst>
                                  <p:childTnLst>
                                    <p:set>
                                      <p:cBhvr>
                                        <p:cTn id="304" dur="1" fill="hold">
                                          <p:stCondLst>
                                            <p:cond delay="0"/>
                                          </p:stCondLst>
                                        </p:cTn>
                                        <p:tgtEl>
                                          <p:spTgt spid="63"/>
                                        </p:tgtEl>
                                        <p:attrNameLst>
                                          <p:attrName>style.visibility</p:attrName>
                                        </p:attrNameLst>
                                      </p:cBhvr>
                                      <p:to>
                                        <p:strVal val="visible"/>
                                      </p:to>
                                    </p:set>
                                    <p:anim calcmode="lin" valueType="num">
                                      <p:cBhvr additive="base">
                                        <p:cTn id="305" dur="500" fill="hold"/>
                                        <p:tgtEl>
                                          <p:spTgt spid="63"/>
                                        </p:tgtEl>
                                        <p:attrNameLst>
                                          <p:attrName>ppt_x</p:attrName>
                                        </p:attrNameLst>
                                      </p:cBhvr>
                                      <p:tavLst>
                                        <p:tav tm="0">
                                          <p:val>
                                            <p:strVal val="#ppt_x"/>
                                          </p:val>
                                        </p:tav>
                                        <p:tav tm="100000">
                                          <p:val>
                                            <p:strVal val="#ppt_x"/>
                                          </p:val>
                                        </p:tav>
                                      </p:tavLst>
                                    </p:anim>
                                    <p:anim calcmode="lin" valueType="num">
                                      <p:cBhvr additive="base">
                                        <p:cTn id="306" dur="500" fill="hold"/>
                                        <p:tgtEl>
                                          <p:spTgt spid="63"/>
                                        </p:tgtEl>
                                        <p:attrNameLst>
                                          <p:attrName>ppt_y</p:attrName>
                                        </p:attrNameLst>
                                      </p:cBhvr>
                                      <p:tavLst>
                                        <p:tav tm="0">
                                          <p:val>
                                            <p:strVal val="1+#ppt_h/2"/>
                                          </p:val>
                                        </p:tav>
                                        <p:tav tm="100000">
                                          <p:val>
                                            <p:strVal val="#ppt_y"/>
                                          </p:val>
                                        </p:tav>
                                      </p:tavLst>
                                    </p:anim>
                                  </p:childTnLst>
                                </p:cTn>
                              </p:par>
                            </p:childTnLst>
                          </p:cTn>
                        </p:par>
                      </p:childTnLst>
                    </p:cTn>
                  </p:par>
                  <p:par>
                    <p:cTn id="307" fill="hold" nodeType="clickPar">
                      <p:stCondLst>
                        <p:cond delay="indefinite"/>
                      </p:stCondLst>
                      <p:childTnLst>
                        <p:par>
                          <p:cTn id="308" fill="hold" nodeType="withGroup">
                            <p:stCondLst>
                              <p:cond delay="0"/>
                            </p:stCondLst>
                            <p:childTnLst>
                              <p:par>
                                <p:cTn id="309" presetID="16" presetClass="entr" presetSubtype="21" fill="hold" grpId="0" nodeType="clickEffect">
                                  <p:stCondLst>
                                    <p:cond delay="0"/>
                                  </p:stCondLst>
                                  <p:childTnLst>
                                    <p:set>
                                      <p:cBhvr>
                                        <p:cTn id="310" dur="1" fill="hold">
                                          <p:stCondLst>
                                            <p:cond delay="0"/>
                                          </p:stCondLst>
                                        </p:cTn>
                                        <p:tgtEl>
                                          <p:spTgt spid="64"/>
                                        </p:tgtEl>
                                        <p:attrNameLst>
                                          <p:attrName>style.visibility</p:attrName>
                                        </p:attrNameLst>
                                      </p:cBhvr>
                                      <p:to>
                                        <p:strVal val="visible"/>
                                      </p:to>
                                    </p:set>
                                    <p:animEffect transition="in" filter="barn(inVertical)">
                                      <p:cBhvr>
                                        <p:cTn id="311" dur="500"/>
                                        <p:tgtEl>
                                          <p:spTgt spid="64"/>
                                        </p:tgtEl>
                                      </p:cBhvr>
                                    </p:animEffect>
                                  </p:childTnLst>
                                </p:cTn>
                              </p:par>
                            </p:childTnLst>
                          </p:cTn>
                        </p:par>
                      </p:childTnLst>
                    </p:cTn>
                  </p:par>
                  <p:par>
                    <p:cTn id="312" fill="hold" nodeType="clickPar">
                      <p:stCondLst>
                        <p:cond delay="indefinite"/>
                      </p:stCondLst>
                      <p:childTnLst>
                        <p:par>
                          <p:cTn id="313" fill="hold" nodeType="withGroup">
                            <p:stCondLst>
                              <p:cond delay="0"/>
                            </p:stCondLst>
                            <p:childTnLst>
                              <p:par>
                                <p:cTn id="314" presetID="2" presetClass="entr" presetSubtype="4" fill="hold" nodeType="clickEffect">
                                  <p:stCondLst>
                                    <p:cond delay="0"/>
                                  </p:stCondLst>
                                  <p:childTnLst>
                                    <p:set>
                                      <p:cBhvr>
                                        <p:cTn id="315" dur="1" fill="hold">
                                          <p:stCondLst>
                                            <p:cond delay="0"/>
                                          </p:stCondLst>
                                        </p:cTn>
                                        <p:tgtEl>
                                          <p:spTgt spid="65"/>
                                        </p:tgtEl>
                                        <p:attrNameLst>
                                          <p:attrName>style.visibility</p:attrName>
                                        </p:attrNameLst>
                                      </p:cBhvr>
                                      <p:to>
                                        <p:strVal val="visible"/>
                                      </p:to>
                                    </p:set>
                                    <p:anim calcmode="lin" valueType="num">
                                      <p:cBhvr additive="base">
                                        <p:cTn id="316" dur="500" fill="hold"/>
                                        <p:tgtEl>
                                          <p:spTgt spid="65"/>
                                        </p:tgtEl>
                                        <p:attrNameLst>
                                          <p:attrName>ppt_x</p:attrName>
                                        </p:attrNameLst>
                                      </p:cBhvr>
                                      <p:tavLst>
                                        <p:tav tm="0">
                                          <p:val>
                                            <p:strVal val="#ppt_x"/>
                                          </p:val>
                                        </p:tav>
                                        <p:tav tm="100000">
                                          <p:val>
                                            <p:strVal val="#ppt_x"/>
                                          </p:val>
                                        </p:tav>
                                      </p:tavLst>
                                    </p:anim>
                                    <p:anim calcmode="lin" valueType="num">
                                      <p:cBhvr additive="base">
                                        <p:cTn id="317" dur="500" fill="hold"/>
                                        <p:tgtEl>
                                          <p:spTgt spid="65"/>
                                        </p:tgtEl>
                                        <p:attrNameLst>
                                          <p:attrName>ppt_y</p:attrName>
                                        </p:attrNameLst>
                                      </p:cBhvr>
                                      <p:tavLst>
                                        <p:tav tm="0">
                                          <p:val>
                                            <p:strVal val="1+#ppt_h/2"/>
                                          </p:val>
                                        </p:tav>
                                        <p:tav tm="100000">
                                          <p:val>
                                            <p:strVal val="#ppt_y"/>
                                          </p:val>
                                        </p:tav>
                                      </p:tavLst>
                                    </p:anim>
                                  </p:childTnLst>
                                </p:cTn>
                              </p:par>
                            </p:childTnLst>
                          </p:cTn>
                        </p:par>
                      </p:childTnLst>
                    </p:cTn>
                  </p:par>
                  <p:par>
                    <p:cTn id="318" fill="hold" nodeType="clickPar">
                      <p:stCondLst>
                        <p:cond delay="indefinite"/>
                      </p:stCondLst>
                      <p:childTnLst>
                        <p:par>
                          <p:cTn id="319" fill="hold" nodeType="withGroup">
                            <p:stCondLst>
                              <p:cond delay="0"/>
                            </p:stCondLst>
                            <p:childTnLst>
                              <p:par>
                                <p:cTn id="320" presetID="2" presetClass="entr" presetSubtype="4" fill="hold" nodeType="clickEffect">
                                  <p:stCondLst>
                                    <p:cond delay="0"/>
                                  </p:stCondLst>
                                  <p:childTnLst>
                                    <p:set>
                                      <p:cBhvr>
                                        <p:cTn id="321" dur="1" fill="hold">
                                          <p:stCondLst>
                                            <p:cond delay="0"/>
                                          </p:stCondLst>
                                        </p:cTn>
                                        <p:tgtEl>
                                          <p:spTgt spid="66"/>
                                        </p:tgtEl>
                                        <p:attrNameLst>
                                          <p:attrName>style.visibility</p:attrName>
                                        </p:attrNameLst>
                                      </p:cBhvr>
                                      <p:to>
                                        <p:strVal val="visible"/>
                                      </p:to>
                                    </p:set>
                                    <p:anim calcmode="lin" valueType="num">
                                      <p:cBhvr additive="base">
                                        <p:cTn id="322" dur="500" fill="hold"/>
                                        <p:tgtEl>
                                          <p:spTgt spid="66"/>
                                        </p:tgtEl>
                                        <p:attrNameLst>
                                          <p:attrName>ppt_x</p:attrName>
                                        </p:attrNameLst>
                                      </p:cBhvr>
                                      <p:tavLst>
                                        <p:tav tm="0">
                                          <p:val>
                                            <p:strVal val="#ppt_x"/>
                                          </p:val>
                                        </p:tav>
                                        <p:tav tm="100000">
                                          <p:val>
                                            <p:strVal val="#ppt_x"/>
                                          </p:val>
                                        </p:tav>
                                      </p:tavLst>
                                    </p:anim>
                                    <p:anim calcmode="lin" valueType="num">
                                      <p:cBhvr additive="base">
                                        <p:cTn id="323" dur="500" fill="hold"/>
                                        <p:tgtEl>
                                          <p:spTgt spid="66"/>
                                        </p:tgtEl>
                                        <p:attrNameLst>
                                          <p:attrName>ppt_y</p:attrName>
                                        </p:attrNameLst>
                                      </p:cBhvr>
                                      <p:tavLst>
                                        <p:tav tm="0">
                                          <p:val>
                                            <p:strVal val="1+#ppt_h/2"/>
                                          </p:val>
                                        </p:tav>
                                        <p:tav tm="100000">
                                          <p:val>
                                            <p:strVal val="#ppt_y"/>
                                          </p:val>
                                        </p:tav>
                                      </p:tavLst>
                                    </p:anim>
                                  </p:childTnLst>
                                </p:cTn>
                              </p:par>
                            </p:childTnLst>
                          </p:cTn>
                        </p:par>
                      </p:childTnLst>
                    </p:cTn>
                  </p:par>
                  <p:par>
                    <p:cTn id="324" fill="hold" nodeType="clickPar">
                      <p:stCondLst>
                        <p:cond delay="indefinite"/>
                      </p:stCondLst>
                      <p:childTnLst>
                        <p:par>
                          <p:cTn id="325" fill="hold" nodeType="withGroup">
                            <p:stCondLst>
                              <p:cond delay="0"/>
                            </p:stCondLst>
                            <p:childTnLst>
                              <p:par>
                                <p:cTn id="326" presetID="2" presetClass="entr" presetSubtype="4" fill="hold" nodeType="clickEffect">
                                  <p:stCondLst>
                                    <p:cond delay="0"/>
                                  </p:stCondLst>
                                  <p:childTnLst>
                                    <p:set>
                                      <p:cBhvr>
                                        <p:cTn id="327" dur="1" fill="hold">
                                          <p:stCondLst>
                                            <p:cond delay="0"/>
                                          </p:stCondLst>
                                        </p:cTn>
                                        <p:tgtEl>
                                          <p:spTgt spid="67"/>
                                        </p:tgtEl>
                                        <p:attrNameLst>
                                          <p:attrName>style.visibility</p:attrName>
                                        </p:attrNameLst>
                                      </p:cBhvr>
                                      <p:to>
                                        <p:strVal val="visible"/>
                                      </p:to>
                                    </p:set>
                                    <p:anim calcmode="lin" valueType="num">
                                      <p:cBhvr additive="base">
                                        <p:cTn id="328" dur="500" fill="hold"/>
                                        <p:tgtEl>
                                          <p:spTgt spid="67"/>
                                        </p:tgtEl>
                                        <p:attrNameLst>
                                          <p:attrName>ppt_x</p:attrName>
                                        </p:attrNameLst>
                                      </p:cBhvr>
                                      <p:tavLst>
                                        <p:tav tm="0">
                                          <p:val>
                                            <p:strVal val="#ppt_x"/>
                                          </p:val>
                                        </p:tav>
                                        <p:tav tm="100000">
                                          <p:val>
                                            <p:strVal val="#ppt_x"/>
                                          </p:val>
                                        </p:tav>
                                      </p:tavLst>
                                    </p:anim>
                                    <p:anim calcmode="lin" valueType="num">
                                      <p:cBhvr additive="base">
                                        <p:cTn id="329" dur="500" fill="hold"/>
                                        <p:tgtEl>
                                          <p:spTgt spid="67"/>
                                        </p:tgtEl>
                                        <p:attrNameLst>
                                          <p:attrName>ppt_y</p:attrName>
                                        </p:attrNameLst>
                                      </p:cBhvr>
                                      <p:tavLst>
                                        <p:tav tm="0">
                                          <p:val>
                                            <p:strVal val="1+#ppt_h/2"/>
                                          </p:val>
                                        </p:tav>
                                        <p:tav tm="100000">
                                          <p:val>
                                            <p:strVal val="#ppt_y"/>
                                          </p:val>
                                        </p:tav>
                                      </p:tavLst>
                                    </p:anim>
                                  </p:childTnLst>
                                </p:cTn>
                              </p:par>
                            </p:childTnLst>
                          </p:cTn>
                        </p:par>
                      </p:childTnLst>
                    </p:cTn>
                  </p:par>
                  <p:par>
                    <p:cTn id="330" fill="hold" nodeType="clickPar">
                      <p:stCondLst>
                        <p:cond delay="indefinite"/>
                      </p:stCondLst>
                      <p:childTnLst>
                        <p:par>
                          <p:cTn id="331" fill="hold" nodeType="withGroup">
                            <p:stCondLst>
                              <p:cond delay="0"/>
                            </p:stCondLst>
                            <p:childTnLst>
                              <p:par>
                                <p:cTn id="332" presetID="16" presetClass="entr" presetSubtype="21" fill="hold" grpId="0" nodeType="clickEffect">
                                  <p:stCondLst>
                                    <p:cond delay="0"/>
                                  </p:stCondLst>
                                  <p:childTnLst>
                                    <p:set>
                                      <p:cBhvr>
                                        <p:cTn id="333" dur="1" fill="hold">
                                          <p:stCondLst>
                                            <p:cond delay="0"/>
                                          </p:stCondLst>
                                        </p:cTn>
                                        <p:tgtEl>
                                          <p:spTgt spid="68"/>
                                        </p:tgtEl>
                                        <p:attrNameLst>
                                          <p:attrName>style.visibility</p:attrName>
                                        </p:attrNameLst>
                                      </p:cBhvr>
                                      <p:to>
                                        <p:strVal val="visible"/>
                                      </p:to>
                                    </p:set>
                                    <p:animEffect transition="in" filter="barn(inVertical)">
                                      <p:cBhvr>
                                        <p:cTn id="334" dur="500"/>
                                        <p:tgtEl>
                                          <p:spTgt spid="68"/>
                                        </p:tgtEl>
                                      </p:cBhvr>
                                    </p:animEffect>
                                  </p:childTnLst>
                                </p:cTn>
                              </p:par>
                            </p:childTnLst>
                          </p:cTn>
                        </p:par>
                      </p:childTnLst>
                    </p:cTn>
                  </p:par>
                  <p:par>
                    <p:cTn id="335" fill="hold" nodeType="clickPar">
                      <p:stCondLst>
                        <p:cond delay="indefinite"/>
                      </p:stCondLst>
                      <p:childTnLst>
                        <p:par>
                          <p:cTn id="336" fill="hold" nodeType="withGroup">
                            <p:stCondLst>
                              <p:cond delay="0"/>
                            </p:stCondLst>
                            <p:childTnLst>
                              <p:par>
                                <p:cTn id="337" presetID="42" presetClass="entr" presetSubtype="0" fill="hold" nodeType="clickEffect">
                                  <p:stCondLst>
                                    <p:cond delay="0"/>
                                  </p:stCondLst>
                                  <p:childTnLst>
                                    <p:set>
                                      <p:cBhvr>
                                        <p:cTn id="338" dur="1" fill="hold">
                                          <p:stCondLst>
                                            <p:cond delay="0"/>
                                          </p:stCondLst>
                                        </p:cTn>
                                        <p:tgtEl>
                                          <p:spTgt spid="70"/>
                                        </p:tgtEl>
                                        <p:attrNameLst>
                                          <p:attrName>style.visibility</p:attrName>
                                        </p:attrNameLst>
                                      </p:cBhvr>
                                      <p:to>
                                        <p:strVal val="visible"/>
                                      </p:to>
                                    </p:set>
                                    <p:animEffect transition="in" filter="fade">
                                      <p:cBhvr>
                                        <p:cTn id="339" dur="1000"/>
                                        <p:tgtEl>
                                          <p:spTgt spid="70"/>
                                        </p:tgtEl>
                                      </p:cBhvr>
                                    </p:animEffect>
                                    <p:anim calcmode="lin" valueType="num">
                                      <p:cBhvr>
                                        <p:cTn id="340" dur="1000" fill="hold"/>
                                        <p:tgtEl>
                                          <p:spTgt spid="70"/>
                                        </p:tgtEl>
                                        <p:attrNameLst>
                                          <p:attrName>ppt_x</p:attrName>
                                        </p:attrNameLst>
                                      </p:cBhvr>
                                      <p:tavLst>
                                        <p:tav tm="0">
                                          <p:val>
                                            <p:strVal val="#ppt_x"/>
                                          </p:val>
                                        </p:tav>
                                        <p:tav tm="100000">
                                          <p:val>
                                            <p:strVal val="#ppt_x"/>
                                          </p:val>
                                        </p:tav>
                                      </p:tavLst>
                                    </p:anim>
                                    <p:anim calcmode="lin" valueType="num">
                                      <p:cBhvr>
                                        <p:cTn id="341" dur="1000" fill="hold"/>
                                        <p:tgtEl>
                                          <p:spTgt spid="70"/>
                                        </p:tgtEl>
                                        <p:attrNameLst>
                                          <p:attrName>ppt_y</p:attrName>
                                        </p:attrNameLst>
                                      </p:cBhvr>
                                      <p:tavLst>
                                        <p:tav tm="0">
                                          <p:val>
                                            <p:strVal val="#ppt_y+.1"/>
                                          </p:val>
                                        </p:tav>
                                        <p:tav tm="100000">
                                          <p:val>
                                            <p:strVal val="#ppt_y"/>
                                          </p:val>
                                        </p:tav>
                                      </p:tavLst>
                                    </p:anim>
                                  </p:childTnLst>
                                </p:cTn>
                              </p:par>
                            </p:childTnLst>
                          </p:cTn>
                        </p:par>
                      </p:childTnLst>
                    </p:cTn>
                  </p:par>
                  <p:par>
                    <p:cTn id="342" fill="hold" nodeType="clickPar">
                      <p:stCondLst>
                        <p:cond delay="indefinite"/>
                      </p:stCondLst>
                      <p:childTnLst>
                        <p:par>
                          <p:cTn id="343" fill="hold" nodeType="withGroup">
                            <p:stCondLst>
                              <p:cond delay="0"/>
                            </p:stCondLst>
                            <p:childTnLst>
                              <p:par>
                                <p:cTn id="344" presetID="42" presetClass="entr" presetSubtype="0" fill="hold" grpId="0" nodeType="clickEffect">
                                  <p:stCondLst>
                                    <p:cond delay="0"/>
                                  </p:stCondLst>
                                  <p:childTnLst>
                                    <p:set>
                                      <p:cBhvr>
                                        <p:cTn id="345" dur="1" fill="hold">
                                          <p:stCondLst>
                                            <p:cond delay="0"/>
                                          </p:stCondLst>
                                        </p:cTn>
                                        <p:tgtEl>
                                          <p:spTgt spid="71"/>
                                        </p:tgtEl>
                                        <p:attrNameLst>
                                          <p:attrName>style.visibility</p:attrName>
                                        </p:attrNameLst>
                                      </p:cBhvr>
                                      <p:to>
                                        <p:strVal val="visible"/>
                                      </p:to>
                                    </p:set>
                                    <p:animEffect transition="in" filter="fade">
                                      <p:cBhvr>
                                        <p:cTn id="346" dur="1000"/>
                                        <p:tgtEl>
                                          <p:spTgt spid="71"/>
                                        </p:tgtEl>
                                      </p:cBhvr>
                                    </p:animEffect>
                                    <p:anim calcmode="lin" valueType="num">
                                      <p:cBhvr>
                                        <p:cTn id="347" dur="1000" fill="hold"/>
                                        <p:tgtEl>
                                          <p:spTgt spid="71"/>
                                        </p:tgtEl>
                                        <p:attrNameLst>
                                          <p:attrName>ppt_x</p:attrName>
                                        </p:attrNameLst>
                                      </p:cBhvr>
                                      <p:tavLst>
                                        <p:tav tm="0">
                                          <p:val>
                                            <p:strVal val="#ppt_x"/>
                                          </p:val>
                                        </p:tav>
                                        <p:tav tm="100000">
                                          <p:val>
                                            <p:strVal val="#ppt_x"/>
                                          </p:val>
                                        </p:tav>
                                      </p:tavLst>
                                    </p:anim>
                                    <p:anim calcmode="lin" valueType="num">
                                      <p:cBhvr>
                                        <p:cTn id="348" dur="1000" fill="hold"/>
                                        <p:tgtEl>
                                          <p:spTgt spid="71"/>
                                        </p:tgtEl>
                                        <p:attrNameLst>
                                          <p:attrName>ppt_y</p:attrName>
                                        </p:attrNameLst>
                                      </p:cBhvr>
                                      <p:tavLst>
                                        <p:tav tm="0">
                                          <p:val>
                                            <p:strVal val="#ppt_y+.1"/>
                                          </p:val>
                                        </p:tav>
                                        <p:tav tm="100000">
                                          <p:val>
                                            <p:strVal val="#ppt_y"/>
                                          </p:val>
                                        </p:tav>
                                      </p:tavLst>
                                    </p:anim>
                                  </p:childTnLst>
                                </p:cTn>
                              </p:par>
                            </p:childTnLst>
                          </p:cTn>
                        </p:par>
                      </p:childTnLst>
                    </p:cTn>
                  </p:par>
                  <p:par>
                    <p:cTn id="349" fill="hold" nodeType="clickPar">
                      <p:stCondLst>
                        <p:cond delay="indefinite"/>
                      </p:stCondLst>
                      <p:childTnLst>
                        <p:par>
                          <p:cTn id="350" fill="hold" nodeType="withGroup">
                            <p:stCondLst>
                              <p:cond delay="0"/>
                            </p:stCondLst>
                            <p:childTnLst>
                              <p:par>
                                <p:cTn id="351" presetID="2" presetClass="entr" presetSubtype="4" fill="hold" nodeType="clickEffect">
                                  <p:stCondLst>
                                    <p:cond delay="0"/>
                                  </p:stCondLst>
                                  <p:childTnLst>
                                    <p:set>
                                      <p:cBhvr>
                                        <p:cTn id="352" dur="1" fill="hold">
                                          <p:stCondLst>
                                            <p:cond delay="0"/>
                                          </p:stCondLst>
                                        </p:cTn>
                                        <p:tgtEl>
                                          <p:spTgt spid="73"/>
                                        </p:tgtEl>
                                        <p:attrNameLst>
                                          <p:attrName>style.visibility</p:attrName>
                                        </p:attrNameLst>
                                      </p:cBhvr>
                                      <p:to>
                                        <p:strVal val="visible"/>
                                      </p:to>
                                    </p:set>
                                    <p:anim calcmode="lin" valueType="num">
                                      <p:cBhvr additive="base">
                                        <p:cTn id="353" dur="500" fill="hold"/>
                                        <p:tgtEl>
                                          <p:spTgt spid="73"/>
                                        </p:tgtEl>
                                        <p:attrNameLst>
                                          <p:attrName>ppt_x</p:attrName>
                                        </p:attrNameLst>
                                      </p:cBhvr>
                                      <p:tavLst>
                                        <p:tav tm="0">
                                          <p:val>
                                            <p:strVal val="#ppt_x"/>
                                          </p:val>
                                        </p:tav>
                                        <p:tav tm="100000">
                                          <p:val>
                                            <p:strVal val="#ppt_x"/>
                                          </p:val>
                                        </p:tav>
                                      </p:tavLst>
                                    </p:anim>
                                    <p:anim calcmode="lin" valueType="num">
                                      <p:cBhvr additive="base">
                                        <p:cTn id="354" dur="500" fill="hold"/>
                                        <p:tgtEl>
                                          <p:spTgt spid="73"/>
                                        </p:tgtEl>
                                        <p:attrNameLst>
                                          <p:attrName>ppt_y</p:attrName>
                                        </p:attrNameLst>
                                      </p:cBhvr>
                                      <p:tavLst>
                                        <p:tav tm="0">
                                          <p:val>
                                            <p:strVal val="1+#ppt_h/2"/>
                                          </p:val>
                                        </p:tav>
                                        <p:tav tm="100000">
                                          <p:val>
                                            <p:strVal val="#ppt_y"/>
                                          </p:val>
                                        </p:tav>
                                      </p:tavLst>
                                    </p:anim>
                                  </p:childTnLst>
                                </p:cTn>
                              </p:par>
                            </p:childTnLst>
                          </p:cTn>
                        </p:par>
                      </p:childTnLst>
                    </p:cTn>
                  </p:par>
                  <p:par>
                    <p:cTn id="355" fill="hold" nodeType="clickPar">
                      <p:stCondLst>
                        <p:cond delay="indefinite"/>
                      </p:stCondLst>
                      <p:childTnLst>
                        <p:par>
                          <p:cTn id="356" fill="hold" nodeType="withGroup">
                            <p:stCondLst>
                              <p:cond delay="0"/>
                            </p:stCondLst>
                            <p:childTnLst>
                              <p:par>
                                <p:cTn id="357" presetID="42" presetClass="entr" presetSubtype="0" fill="hold" grpId="0" nodeType="clickEffect">
                                  <p:stCondLst>
                                    <p:cond delay="0"/>
                                  </p:stCondLst>
                                  <p:childTnLst>
                                    <p:set>
                                      <p:cBhvr>
                                        <p:cTn id="358" dur="1" fill="hold">
                                          <p:stCondLst>
                                            <p:cond delay="0"/>
                                          </p:stCondLst>
                                        </p:cTn>
                                        <p:tgtEl>
                                          <p:spTgt spid="74"/>
                                        </p:tgtEl>
                                        <p:attrNameLst>
                                          <p:attrName>style.visibility</p:attrName>
                                        </p:attrNameLst>
                                      </p:cBhvr>
                                      <p:to>
                                        <p:strVal val="visible"/>
                                      </p:to>
                                    </p:set>
                                    <p:animEffect transition="in" filter="fade">
                                      <p:cBhvr>
                                        <p:cTn id="359" dur="1000"/>
                                        <p:tgtEl>
                                          <p:spTgt spid="74"/>
                                        </p:tgtEl>
                                      </p:cBhvr>
                                    </p:animEffect>
                                    <p:anim calcmode="lin" valueType="num">
                                      <p:cBhvr>
                                        <p:cTn id="360" dur="1000" fill="hold"/>
                                        <p:tgtEl>
                                          <p:spTgt spid="74"/>
                                        </p:tgtEl>
                                        <p:attrNameLst>
                                          <p:attrName>ppt_x</p:attrName>
                                        </p:attrNameLst>
                                      </p:cBhvr>
                                      <p:tavLst>
                                        <p:tav tm="0">
                                          <p:val>
                                            <p:strVal val="#ppt_x"/>
                                          </p:val>
                                        </p:tav>
                                        <p:tav tm="100000">
                                          <p:val>
                                            <p:strVal val="#ppt_x"/>
                                          </p:val>
                                        </p:tav>
                                      </p:tavLst>
                                    </p:anim>
                                    <p:anim calcmode="lin" valueType="num">
                                      <p:cBhvr>
                                        <p:cTn id="361" dur="1000" fill="hold"/>
                                        <p:tgtEl>
                                          <p:spTgt spid="74"/>
                                        </p:tgtEl>
                                        <p:attrNameLst>
                                          <p:attrName>ppt_y</p:attrName>
                                        </p:attrNameLst>
                                      </p:cBhvr>
                                      <p:tavLst>
                                        <p:tav tm="0">
                                          <p:val>
                                            <p:strVal val="#ppt_y+.1"/>
                                          </p:val>
                                        </p:tav>
                                        <p:tav tm="100000">
                                          <p:val>
                                            <p:strVal val="#ppt_y"/>
                                          </p:val>
                                        </p:tav>
                                      </p:tavLst>
                                    </p:anim>
                                  </p:childTnLst>
                                </p:cTn>
                              </p:par>
                            </p:childTnLst>
                          </p:cTn>
                        </p:par>
                      </p:childTnLst>
                    </p:cTn>
                  </p:par>
                  <p:par>
                    <p:cTn id="362" fill="hold" nodeType="clickPar">
                      <p:stCondLst>
                        <p:cond delay="indefinite"/>
                      </p:stCondLst>
                      <p:childTnLst>
                        <p:par>
                          <p:cTn id="363" fill="hold" nodeType="withGroup">
                            <p:stCondLst>
                              <p:cond delay="0"/>
                            </p:stCondLst>
                            <p:childTnLst>
                              <p:par>
                                <p:cTn id="364" presetID="2" presetClass="entr" presetSubtype="4" fill="hold" nodeType="clickEffect">
                                  <p:stCondLst>
                                    <p:cond delay="0"/>
                                  </p:stCondLst>
                                  <p:childTnLst>
                                    <p:set>
                                      <p:cBhvr>
                                        <p:cTn id="365" dur="1" fill="hold">
                                          <p:stCondLst>
                                            <p:cond delay="0"/>
                                          </p:stCondLst>
                                        </p:cTn>
                                        <p:tgtEl>
                                          <p:spTgt spid="75"/>
                                        </p:tgtEl>
                                        <p:attrNameLst>
                                          <p:attrName>style.visibility</p:attrName>
                                        </p:attrNameLst>
                                      </p:cBhvr>
                                      <p:to>
                                        <p:strVal val="visible"/>
                                      </p:to>
                                    </p:set>
                                    <p:anim calcmode="lin" valueType="num">
                                      <p:cBhvr additive="base">
                                        <p:cTn id="366" dur="500" fill="hold"/>
                                        <p:tgtEl>
                                          <p:spTgt spid="75"/>
                                        </p:tgtEl>
                                        <p:attrNameLst>
                                          <p:attrName>ppt_x</p:attrName>
                                        </p:attrNameLst>
                                      </p:cBhvr>
                                      <p:tavLst>
                                        <p:tav tm="0">
                                          <p:val>
                                            <p:strVal val="#ppt_x"/>
                                          </p:val>
                                        </p:tav>
                                        <p:tav tm="100000">
                                          <p:val>
                                            <p:strVal val="#ppt_x"/>
                                          </p:val>
                                        </p:tav>
                                      </p:tavLst>
                                    </p:anim>
                                    <p:anim calcmode="lin" valueType="num">
                                      <p:cBhvr additive="base">
                                        <p:cTn id="367" dur="500" fill="hold"/>
                                        <p:tgtEl>
                                          <p:spTgt spid="75"/>
                                        </p:tgtEl>
                                        <p:attrNameLst>
                                          <p:attrName>ppt_y</p:attrName>
                                        </p:attrNameLst>
                                      </p:cBhvr>
                                      <p:tavLst>
                                        <p:tav tm="0">
                                          <p:val>
                                            <p:strVal val="1+#ppt_h/2"/>
                                          </p:val>
                                        </p:tav>
                                        <p:tav tm="100000">
                                          <p:val>
                                            <p:strVal val="#ppt_y"/>
                                          </p:val>
                                        </p:tav>
                                      </p:tavLst>
                                    </p:anim>
                                  </p:childTnLst>
                                </p:cTn>
                              </p:par>
                            </p:childTnLst>
                          </p:cTn>
                        </p:par>
                      </p:childTnLst>
                    </p:cTn>
                  </p:par>
                  <p:par>
                    <p:cTn id="368" fill="hold" nodeType="clickPar">
                      <p:stCondLst>
                        <p:cond delay="indefinite"/>
                      </p:stCondLst>
                      <p:childTnLst>
                        <p:par>
                          <p:cTn id="369" fill="hold" nodeType="withGroup">
                            <p:stCondLst>
                              <p:cond delay="0"/>
                            </p:stCondLst>
                            <p:childTnLst>
                              <p:par>
                                <p:cTn id="370" presetID="16" presetClass="entr" presetSubtype="21" fill="hold" grpId="0" nodeType="clickEffect">
                                  <p:stCondLst>
                                    <p:cond delay="0"/>
                                  </p:stCondLst>
                                  <p:childTnLst>
                                    <p:set>
                                      <p:cBhvr>
                                        <p:cTn id="371" dur="1" fill="hold">
                                          <p:stCondLst>
                                            <p:cond delay="0"/>
                                          </p:stCondLst>
                                        </p:cTn>
                                        <p:tgtEl>
                                          <p:spTgt spid="76"/>
                                        </p:tgtEl>
                                        <p:attrNameLst>
                                          <p:attrName>style.visibility</p:attrName>
                                        </p:attrNameLst>
                                      </p:cBhvr>
                                      <p:to>
                                        <p:strVal val="visible"/>
                                      </p:to>
                                    </p:set>
                                    <p:animEffect transition="in" filter="barn(inVertical)">
                                      <p:cBhvr>
                                        <p:cTn id="372" dur="500"/>
                                        <p:tgtEl>
                                          <p:spTgt spid="76"/>
                                        </p:tgtEl>
                                      </p:cBhvr>
                                    </p:animEffect>
                                  </p:childTnLst>
                                </p:cTn>
                              </p:par>
                            </p:childTnLst>
                          </p:cTn>
                        </p:par>
                      </p:childTnLst>
                    </p:cTn>
                  </p:par>
                  <p:par>
                    <p:cTn id="373" fill="hold" nodeType="clickPar">
                      <p:stCondLst>
                        <p:cond delay="indefinite"/>
                      </p:stCondLst>
                      <p:childTnLst>
                        <p:par>
                          <p:cTn id="374" fill="hold" nodeType="withGroup">
                            <p:stCondLst>
                              <p:cond delay="0"/>
                            </p:stCondLst>
                            <p:childTnLst>
                              <p:par>
                                <p:cTn id="375" presetID="2" presetClass="entr" presetSubtype="4" fill="hold" nodeType="clickEffect">
                                  <p:stCondLst>
                                    <p:cond delay="0"/>
                                  </p:stCondLst>
                                  <p:childTnLst>
                                    <p:set>
                                      <p:cBhvr>
                                        <p:cTn id="376" dur="1" fill="hold">
                                          <p:stCondLst>
                                            <p:cond delay="0"/>
                                          </p:stCondLst>
                                        </p:cTn>
                                        <p:tgtEl>
                                          <p:spTgt spid="77"/>
                                        </p:tgtEl>
                                        <p:attrNameLst>
                                          <p:attrName>style.visibility</p:attrName>
                                        </p:attrNameLst>
                                      </p:cBhvr>
                                      <p:to>
                                        <p:strVal val="visible"/>
                                      </p:to>
                                    </p:set>
                                    <p:anim calcmode="lin" valueType="num">
                                      <p:cBhvr additive="base">
                                        <p:cTn id="377" dur="500" fill="hold"/>
                                        <p:tgtEl>
                                          <p:spTgt spid="77"/>
                                        </p:tgtEl>
                                        <p:attrNameLst>
                                          <p:attrName>ppt_x</p:attrName>
                                        </p:attrNameLst>
                                      </p:cBhvr>
                                      <p:tavLst>
                                        <p:tav tm="0">
                                          <p:val>
                                            <p:strVal val="#ppt_x"/>
                                          </p:val>
                                        </p:tav>
                                        <p:tav tm="100000">
                                          <p:val>
                                            <p:strVal val="#ppt_x"/>
                                          </p:val>
                                        </p:tav>
                                      </p:tavLst>
                                    </p:anim>
                                    <p:anim calcmode="lin" valueType="num">
                                      <p:cBhvr additive="base">
                                        <p:cTn id="378" dur="500" fill="hold"/>
                                        <p:tgtEl>
                                          <p:spTgt spid="77"/>
                                        </p:tgtEl>
                                        <p:attrNameLst>
                                          <p:attrName>ppt_y</p:attrName>
                                        </p:attrNameLst>
                                      </p:cBhvr>
                                      <p:tavLst>
                                        <p:tav tm="0">
                                          <p:val>
                                            <p:strVal val="1+#ppt_h/2"/>
                                          </p:val>
                                        </p:tav>
                                        <p:tav tm="100000">
                                          <p:val>
                                            <p:strVal val="#ppt_y"/>
                                          </p:val>
                                        </p:tav>
                                      </p:tavLst>
                                    </p:anim>
                                  </p:childTnLst>
                                </p:cTn>
                              </p:par>
                            </p:childTnLst>
                          </p:cTn>
                        </p:par>
                      </p:childTnLst>
                    </p:cTn>
                  </p:par>
                  <p:par>
                    <p:cTn id="379" fill="hold" nodeType="clickPar">
                      <p:stCondLst>
                        <p:cond delay="indefinite"/>
                      </p:stCondLst>
                      <p:childTnLst>
                        <p:par>
                          <p:cTn id="380" fill="hold" nodeType="withGroup">
                            <p:stCondLst>
                              <p:cond delay="0"/>
                            </p:stCondLst>
                            <p:childTnLst>
                              <p:par>
                                <p:cTn id="381" presetID="2" presetClass="entr" presetSubtype="4" fill="hold" grpId="0" nodeType="clickEffect">
                                  <p:stCondLst>
                                    <p:cond delay="0"/>
                                  </p:stCondLst>
                                  <p:childTnLst>
                                    <p:set>
                                      <p:cBhvr>
                                        <p:cTn id="382" dur="1" fill="hold">
                                          <p:stCondLst>
                                            <p:cond delay="0"/>
                                          </p:stCondLst>
                                        </p:cTn>
                                        <p:tgtEl>
                                          <p:spTgt spid="82"/>
                                        </p:tgtEl>
                                        <p:attrNameLst>
                                          <p:attrName>style.visibility</p:attrName>
                                        </p:attrNameLst>
                                      </p:cBhvr>
                                      <p:to>
                                        <p:strVal val="visible"/>
                                      </p:to>
                                    </p:set>
                                    <p:anim calcmode="lin" valueType="num">
                                      <p:cBhvr additive="base">
                                        <p:cTn id="383" dur="500" fill="hold"/>
                                        <p:tgtEl>
                                          <p:spTgt spid="82"/>
                                        </p:tgtEl>
                                        <p:attrNameLst>
                                          <p:attrName>ppt_x</p:attrName>
                                        </p:attrNameLst>
                                      </p:cBhvr>
                                      <p:tavLst>
                                        <p:tav tm="0">
                                          <p:val>
                                            <p:strVal val="#ppt_x"/>
                                          </p:val>
                                        </p:tav>
                                        <p:tav tm="100000">
                                          <p:val>
                                            <p:strVal val="#ppt_x"/>
                                          </p:val>
                                        </p:tav>
                                      </p:tavLst>
                                    </p:anim>
                                    <p:anim calcmode="lin" valueType="num">
                                      <p:cBhvr additive="base">
                                        <p:cTn id="384" dur="500" fill="hold"/>
                                        <p:tgtEl>
                                          <p:spTgt spid="82"/>
                                        </p:tgtEl>
                                        <p:attrNameLst>
                                          <p:attrName>ppt_y</p:attrName>
                                        </p:attrNameLst>
                                      </p:cBhvr>
                                      <p:tavLst>
                                        <p:tav tm="0">
                                          <p:val>
                                            <p:strVal val="1+#ppt_h/2"/>
                                          </p:val>
                                        </p:tav>
                                        <p:tav tm="100000">
                                          <p:val>
                                            <p:strVal val="#ppt_y"/>
                                          </p:val>
                                        </p:tav>
                                      </p:tavLst>
                                    </p:anim>
                                  </p:childTnLst>
                                </p:cTn>
                              </p:par>
                            </p:childTnLst>
                          </p:cTn>
                        </p:par>
                      </p:childTnLst>
                    </p:cTn>
                  </p:par>
                  <p:par>
                    <p:cTn id="385" fill="hold" nodeType="clickPar">
                      <p:stCondLst>
                        <p:cond delay="indefinite"/>
                      </p:stCondLst>
                      <p:childTnLst>
                        <p:par>
                          <p:cTn id="386" fill="hold" nodeType="withGroup">
                            <p:stCondLst>
                              <p:cond delay="0"/>
                            </p:stCondLst>
                            <p:childTnLst>
                              <p:par>
                                <p:cTn id="387" presetID="42" presetClass="entr" presetSubtype="0" fill="hold" nodeType="clickEffect">
                                  <p:stCondLst>
                                    <p:cond delay="0"/>
                                  </p:stCondLst>
                                  <p:childTnLst>
                                    <p:set>
                                      <p:cBhvr>
                                        <p:cTn id="388" dur="1" fill="hold">
                                          <p:stCondLst>
                                            <p:cond delay="0"/>
                                          </p:stCondLst>
                                        </p:cTn>
                                        <p:tgtEl>
                                          <p:spTgt spid="80"/>
                                        </p:tgtEl>
                                        <p:attrNameLst>
                                          <p:attrName>style.visibility</p:attrName>
                                        </p:attrNameLst>
                                      </p:cBhvr>
                                      <p:to>
                                        <p:strVal val="visible"/>
                                      </p:to>
                                    </p:set>
                                    <p:animEffect transition="in" filter="fade">
                                      <p:cBhvr>
                                        <p:cTn id="389" dur="1000"/>
                                        <p:tgtEl>
                                          <p:spTgt spid="80"/>
                                        </p:tgtEl>
                                      </p:cBhvr>
                                    </p:animEffect>
                                    <p:anim calcmode="lin" valueType="num">
                                      <p:cBhvr>
                                        <p:cTn id="390" dur="1000" fill="hold"/>
                                        <p:tgtEl>
                                          <p:spTgt spid="80"/>
                                        </p:tgtEl>
                                        <p:attrNameLst>
                                          <p:attrName>ppt_x</p:attrName>
                                        </p:attrNameLst>
                                      </p:cBhvr>
                                      <p:tavLst>
                                        <p:tav tm="0">
                                          <p:val>
                                            <p:strVal val="#ppt_x"/>
                                          </p:val>
                                        </p:tav>
                                        <p:tav tm="100000">
                                          <p:val>
                                            <p:strVal val="#ppt_x"/>
                                          </p:val>
                                        </p:tav>
                                      </p:tavLst>
                                    </p:anim>
                                    <p:anim calcmode="lin" valueType="num">
                                      <p:cBhvr>
                                        <p:cTn id="391" dur="1000" fill="hold"/>
                                        <p:tgtEl>
                                          <p:spTgt spid="80"/>
                                        </p:tgtEl>
                                        <p:attrNameLst>
                                          <p:attrName>ppt_y</p:attrName>
                                        </p:attrNameLst>
                                      </p:cBhvr>
                                      <p:tavLst>
                                        <p:tav tm="0">
                                          <p:val>
                                            <p:strVal val="#ppt_y+.1"/>
                                          </p:val>
                                        </p:tav>
                                        <p:tav tm="100000">
                                          <p:val>
                                            <p:strVal val="#ppt_y"/>
                                          </p:val>
                                        </p:tav>
                                      </p:tavLst>
                                    </p:anim>
                                  </p:childTnLst>
                                </p:cTn>
                              </p:par>
                            </p:childTnLst>
                          </p:cTn>
                        </p:par>
                      </p:childTnLst>
                    </p:cTn>
                  </p:par>
                  <p:par>
                    <p:cTn id="392" fill="hold" nodeType="clickPar">
                      <p:stCondLst>
                        <p:cond delay="indefinite"/>
                      </p:stCondLst>
                      <p:childTnLst>
                        <p:par>
                          <p:cTn id="393" fill="hold" nodeType="withGroup">
                            <p:stCondLst>
                              <p:cond delay="0"/>
                            </p:stCondLst>
                            <p:childTnLst>
                              <p:par>
                                <p:cTn id="394" presetID="2" presetClass="entr" presetSubtype="4" fill="hold" grpId="0" nodeType="clickEffect">
                                  <p:stCondLst>
                                    <p:cond delay="0"/>
                                  </p:stCondLst>
                                  <p:childTnLst>
                                    <p:set>
                                      <p:cBhvr>
                                        <p:cTn id="395" dur="1" fill="hold">
                                          <p:stCondLst>
                                            <p:cond delay="0"/>
                                          </p:stCondLst>
                                        </p:cTn>
                                        <p:tgtEl>
                                          <p:spTgt spid="81"/>
                                        </p:tgtEl>
                                        <p:attrNameLst>
                                          <p:attrName>style.visibility</p:attrName>
                                        </p:attrNameLst>
                                      </p:cBhvr>
                                      <p:to>
                                        <p:strVal val="visible"/>
                                      </p:to>
                                    </p:set>
                                    <p:anim calcmode="lin" valueType="num">
                                      <p:cBhvr additive="base">
                                        <p:cTn id="396" dur="500" fill="hold"/>
                                        <p:tgtEl>
                                          <p:spTgt spid="81"/>
                                        </p:tgtEl>
                                        <p:attrNameLst>
                                          <p:attrName>ppt_x</p:attrName>
                                        </p:attrNameLst>
                                      </p:cBhvr>
                                      <p:tavLst>
                                        <p:tav tm="0">
                                          <p:val>
                                            <p:strVal val="#ppt_x"/>
                                          </p:val>
                                        </p:tav>
                                        <p:tav tm="100000">
                                          <p:val>
                                            <p:strVal val="#ppt_x"/>
                                          </p:val>
                                        </p:tav>
                                      </p:tavLst>
                                    </p:anim>
                                    <p:anim calcmode="lin" valueType="num">
                                      <p:cBhvr additive="base">
                                        <p:cTn id="397" dur="500" fill="hold"/>
                                        <p:tgtEl>
                                          <p:spTgt spid="81"/>
                                        </p:tgtEl>
                                        <p:attrNameLst>
                                          <p:attrName>ppt_y</p:attrName>
                                        </p:attrNameLst>
                                      </p:cBhvr>
                                      <p:tavLst>
                                        <p:tav tm="0">
                                          <p:val>
                                            <p:strVal val="1+#ppt_h/2"/>
                                          </p:val>
                                        </p:tav>
                                        <p:tav tm="100000">
                                          <p:val>
                                            <p:strVal val="#ppt_y"/>
                                          </p:val>
                                        </p:tav>
                                      </p:tavLst>
                                    </p:anim>
                                  </p:childTnLst>
                                </p:cTn>
                              </p:par>
                            </p:childTnLst>
                          </p:cTn>
                        </p:par>
                      </p:childTnLst>
                    </p:cTn>
                  </p:par>
                  <p:par>
                    <p:cTn id="398" fill="hold" nodeType="clickPar">
                      <p:stCondLst>
                        <p:cond delay="indefinite"/>
                      </p:stCondLst>
                      <p:childTnLst>
                        <p:par>
                          <p:cTn id="399" fill="hold" nodeType="withGroup">
                            <p:stCondLst>
                              <p:cond delay="0"/>
                            </p:stCondLst>
                            <p:childTnLst>
                              <p:par>
                                <p:cTn id="400" presetID="16" presetClass="entr" presetSubtype="21" fill="hold" grpId="0" nodeType="clickEffect">
                                  <p:stCondLst>
                                    <p:cond delay="0"/>
                                  </p:stCondLst>
                                  <p:childTnLst>
                                    <p:set>
                                      <p:cBhvr>
                                        <p:cTn id="401" dur="1" fill="hold">
                                          <p:stCondLst>
                                            <p:cond delay="0"/>
                                          </p:stCondLst>
                                        </p:cTn>
                                        <p:tgtEl>
                                          <p:spTgt spid="83"/>
                                        </p:tgtEl>
                                        <p:attrNameLst>
                                          <p:attrName>style.visibility</p:attrName>
                                        </p:attrNameLst>
                                      </p:cBhvr>
                                      <p:to>
                                        <p:strVal val="visible"/>
                                      </p:to>
                                    </p:set>
                                    <p:animEffect transition="in" filter="barn(inVertical)">
                                      <p:cBhvr>
                                        <p:cTn id="402" dur="500"/>
                                        <p:tgtEl>
                                          <p:spTgt spid="83"/>
                                        </p:tgtEl>
                                      </p:cBhvr>
                                    </p:animEffect>
                                  </p:childTnLst>
                                </p:cTn>
                              </p:par>
                            </p:childTnLst>
                          </p:cTn>
                        </p:par>
                      </p:childTnLst>
                    </p:cTn>
                  </p:par>
                  <p:par>
                    <p:cTn id="403" fill="hold" nodeType="clickPar">
                      <p:stCondLst>
                        <p:cond delay="indefinite"/>
                      </p:stCondLst>
                      <p:childTnLst>
                        <p:par>
                          <p:cTn id="404" fill="hold" nodeType="withGroup">
                            <p:stCondLst>
                              <p:cond delay="0"/>
                            </p:stCondLst>
                            <p:childTnLst>
                              <p:par>
                                <p:cTn id="405" presetID="42" presetClass="entr" presetSubtype="0" fill="hold" nodeType="clickEffect">
                                  <p:stCondLst>
                                    <p:cond delay="0"/>
                                  </p:stCondLst>
                                  <p:childTnLst>
                                    <p:set>
                                      <p:cBhvr>
                                        <p:cTn id="406" dur="1" fill="hold">
                                          <p:stCondLst>
                                            <p:cond delay="0"/>
                                          </p:stCondLst>
                                        </p:cTn>
                                        <p:tgtEl>
                                          <p:spTgt spid="84"/>
                                        </p:tgtEl>
                                        <p:attrNameLst>
                                          <p:attrName>style.visibility</p:attrName>
                                        </p:attrNameLst>
                                      </p:cBhvr>
                                      <p:to>
                                        <p:strVal val="visible"/>
                                      </p:to>
                                    </p:set>
                                    <p:animEffect transition="in" filter="fade">
                                      <p:cBhvr>
                                        <p:cTn id="407" dur="1000"/>
                                        <p:tgtEl>
                                          <p:spTgt spid="84"/>
                                        </p:tgtEl>
                                      </p:cBhvr>
                                    </p:animEffect>
                                    <p:anim calcmode="lin" valueType="num">
                                      <p:cBhvr>
                                        <p:cTn id="408" dur="1000" fill="hold"/>
                                        <p:tgtEl>
                                          <p:spTgt spid="84"/>
                                        </p:tgtEl>
                                        <p:attrNameLst>
                                          <p:attrName>ppt_x</p:attrName>
                                        </p:attrNameLst>
                                      </p:cBhvr>
                                      <p:tavLst>
                                        <p:tav tm="0">
                                          <p:val>
                                            <p:strVal val="#ppt_x"/>
                                          </p:val>
                                        </p:tav>
                                        <p:tav tm="100000">
                                          <p:val>
                                            <p:strVal val="#ppt_x"/>
                                          </p:val>
                                        </p:tav>
                                      </p:tavLst>
                                    </p:anim>
                                    <p:anim calcmode="lin" valueType="num">
                                      <p:cBhvr>
                                        <p:cTn id="409" dur="1000" fill="hold"/>
                                        <p:tgtEl>
                                          <p:spTgt spid="84"/>
                                        </p:tgtEl>
                                        <p:attrNameLst>
                                          <p:attrName>ppt_y</p:attrName>
                                        </p:attrNameLst>
                                      </p:cBhvr>
                                      <p:tavLst>
                                        <p:tav tm="0">
                                          <p:val>
                                            <p:strVal val="#ppt_y+.1"/>
                                          </p:val>
                                        </p:tav>
                                        <p:tav tm="100000">
                                          <p:val>
                                            <p:strVal val="#ppt_y"/>
                                          </p:val>
                                        </p:tav>
                                      </p:tavLst>
                                    </p:anim>
                                  </p:childTnLst>
                                </p:cTn>
                              </p:par>
                            </p:childTnLst>
                          </p:cTn>
                        </p:par>
                      </p:childTnLst>
                    </p:cTn>
                  </p:par>
                  <p:par>
                    <p:cTn id="410" fill="hold" nodeType="clickPar">
                      <p:stCondLst>
                        <p:cond delay="indefinite"/>
                      </p:stCondLst>
                      <p:childTnLst>
                        <p:par>
                          <p:cTn id="411" fill="hold" nodeType="withGroup">
                            <p:stCondLst>
                              <p:cond delay="0"/>
                            </p:stCondLst>
                            <p:childTnLst>
                              <p:par>
                                <p:cTn id="412" presetID="16" presetClass="entr" presetSubtype="21" fill="hold" nodeType="clickEffect">
                                  <p:stCondLst>
                                    <p:cond delay="0"/>
                                  </p:stCondLst>
                                  <p:childTnLst>
                                    <p:set>
                                      <p:cBhvr>
                                        <p:cTn id="413" dur="1" fill="hold">
                                          <p:stCondLst>
                                            <p:cond delay="0"/>
                                          </p:stCondLst>
                                        </p:cTn>
                                        <p:tgtEl>
                                          <p:spTgt spid="86"/>
                                        </p:tgtEl>
                                        <p:attrNameLst>
                                          <p:attrName>style.visibility</p:attrName>
                                        </p:attrNameLst>
                                      </p:cBhvr>
                                      <p:to>
                                        <p:strVal val="visible"/>
                                      </p:to>
                                    </p:set>
                                    <p:animEffect transition="in" filter="barn(inVertical)">
                                      <p:cBhvr>
                                        <p:cTn id="414" dur="500"/>
                                        <p:tgtEl>
                                          <p:spTgt spid="86"/>
                                        </p:tgtEl>
                                      </p:cBhvr>
                                    </p:animEffect>
                                  </p:childTnLst>
                                </p:cTn>
                              </p:par>
                            </p:childTnLst>
                          </p:cTn>
                        </p:par>
                      </p:childTnLst>
                    </p:cTn>
                  </p:par>
                  <p:par>
                    <p:cTn id="415" fill="hold" nodeType="clickPar">
                      <p:stCondLst>
                        <p:cond delay="indefinite"/>
                      </p:stCondLst>
                      <p:childTnLst>
                        <p:par>
                          <p:cTn id="416" fill="hold" nodeType="withGroup">
                            <p:stCondLst>
                              <p:cond delay="0"/>
                            </p:stCondLst>
                            <p:childTnLst>
                              <p:par>
                                <p:cTn id="417" presetID="22" presetClass="entr" presetSubtype="4" fill="hold" grpId="0" nodeType="clickEffect">
                                  <p:stCondLst>
                                    <p:cond delay="0"/>
                                  </p:stCondLst>
                                  <p:childTnLst>
                                    <p:set>
                                      <p:cBhvr>
                                        <p:cTn id="418" dur="1" fill="hold">
                                          <p:stCondLst>
                                            <p:cond delay="0"/>
                                          </p:stCondLst>
                                        </p:cTn>
                                        <p:tgtEl>
                                          <p:spTgt spid="88"/>
                                        </p:tgtEl>
                                        <p:attrNameLst>
                                          <p:attrName>style.visibility</p:attrName>
                                        </p:attrNameLst>
                                      </p:cBhvr>
                                      <p:to>
                                        <p:strVal val="visible"/>
                                      </p:to>
                                    </p:set>
                                    <p:animEffect transition="in" filter="wipe(down)">
                                      <p:cBhvr>
                                        <p:cTn id="419" dur="500"/>
                                        <p:tgtEl>
                                          <p:spTgt spid="88"/>
                                        </p:tgtEl>
                                      </p:cBhvr>
                                    </p:animEffect>
                                  </p:childTnLst>
                                </p:cTn>
                              </p:par>
                            </p:childTnLst>
                          </p:cTn>
                        </p:par>
                      </p:childTnLst>
                    </p:cTn>
                  </p:par>
                  <p:par>
                    <p:cTn id="420" fill="hold" nodeType="clickPar">
                      <p:stCondLst>
                        <p:cond delay="indefinite"/>
                      </p:stCondLst>
                      <p:childTnLst>
                        <p:par>
                          <p:cTn id="421" fill="hold" nodeType="withGroup">
                            <p:stCondLst>
                              <p:cond delay="0"/>
                            </p:stCondLst>
                            <p:childTnLst>
                              <p:par>
                                <p:cTn id="422" presetID="22" presetClass="entr" presetSubtype="4" fill="hold" grpId="0" nodeType="clickEffect">
                                  <p:stCondLst>
                                    <p:cond delay="0"/>
                                  </p:stCondLst>
                                  <p:childTnLst>
                                    <p:set>
                                      <p:cBhvr>
                                        <p:cTn id="423" dur="1" fill="hold">
                                          <p:stCondLst>
                                            <p:cond delay="0"/>
                                          </p:stCondLst>
                                        </p:cTn>
                                        <p:tgtEl>
                                          <p:spTgt spid="89"/>
                                        </p:tgtEl>
                                        <p:attrNameLst>
                                          <p:attrName>style.visibility</p:attrName>
                                        </p:attrNameLst>
                                      </p:cBhvr>
                                      <p:to>
                                        <p:strVal val="visible"/>
                                      </p:to>
                                    </p:set>
                                    <p:animEffect transition="in" filter="wipe(down)">
                                      <p:cBhvr>
                                        <p:cTn id="424" dur="500"/>
                                        <p:tgtEl>
                                          <p:spTgt spid="89"/>
                                        </p:tgtEl>
                                      </p:cBhvr>
                                    </p:animEffect>
                                  </p:childTnLst>
                                </p:cTn>
                              </p:par>
                            </p:childTnLst>
                          </p:cTn>
                        </p:par>
                      </p:childTnLst>
                    </p:cTn>
                  </p:par>
                  <p:par>
                    <p:cTn id="425" fill="hold" nodeType="clickPar">
                      <p:stCondLst>
                        <p:cond delay="indefinite"/>
                      </p:stCondLst>
                      <p:childTnLst>
                        <p:par>
                          <p:cTn id="426" fill="hold" nodeType="withGroup">
                            <p:stCondLst>
                              <p:cond delay="0"/>
                            </p:stCondLst>
                            <p:childTnLst>
                              <p:par>
                                <p:cTn id="427" presetID="42" presetClass="entr" presetSubtype="0" fill="hold" grpId="0" nodeType="clickEffect">
                                  <p:stCondLst>
                                    <p:cond delay="0"/>
                                  </p:stCondLst>
                                  <p:childTnLst>
                                    <p:set>
                                      <p:cBhvr>
                                        <p:cTn id="428" dur="1" fill="hold">
                                          <p:stCondLst>
                                            <p:cond delay="0"/>
                                          </p:stCondLst>
                                        </p:cTn>
                                        <p:tgtEl>
                                          <p:spTgt spid="90"/>
                                        </p:tgtEl>
                                        <p:attrNameLst>
                                          <p:attrName>style.visibility</p:attrName>
                                        </p:attrNameLst>
                                      </p:cBhvr>
                                      <p:to>
                                        <p:strVal val="visible"/>
                                      </p:to>
                                    </p:set>
                                    <p:animEffect transition="in" filter="fade">
                                      <p:cBhvr>
                                        <p:cTn id="429" dur="1000"/>
                                        <p:tgtEl>
                                          <p:spTgt spid="90"/>
                                        </p:tgtEl>
                                      </p:cBhvr>
                                    </p:animEffect>
                                    <p:anim calcmode="lin" valueType="num">
                                      <p:cBhvr>
                                        <p:cTn id="430" dur="1000" fill="hold"/>
                                        <p:tgtEl>
                                          <p:spTgt spid="90"/>
                                        </p:tgtEl>
                                        <p:attrNameLst>
                                          <p:attrName>ppt_x</p:attrName>
                                        </p:attrNameLst>
                                      </p:cBhvr>
                                      <p:tavLst>
                                        <p:tav tm="0">
                                          <p:val>
                                            <p:strVal val="#ppt_x"/>
                                          </p:val>
                                        </p:tav>
                                        <p:tav tm="100000">
                                          <p:val>
                                            <p:strVal val="#ppt_x"/>
                                          </p:val>
                                        </p:tav>
                                      </p:tavLst>
                                    </p:anim>
                                    <p:anim calcmode="lin" valueType="num">
                                      <p:cBhvr>
                                        <p:cTn id="431" dur="1000" fill="hold"/>
                                        <p:tgtEl>
                                          <p:spTgt spid="90"/>
                                        </p:tgtEl>
                                        <p:attrNameLst>
                                          <p:attrName>ppt_y</p:attrName>
                                        </p:attrNameLst>
                                      </p:cBhvr>
                                      <p:tavLst>
                                        <p:tav tm="0">
                                          <p:val>
                                            <p:strVal val="#ppt_y+.1"/>
                                          </p:val>
                                        </p:tav>
                                        <p:tav tm="100000">
                                          <p:val>
                                            <p:strVal val="#ppt_y"/>
                                          </p:val>
                                        </p:tav>
                                      </p:tavLst>
                                    </p:anim>
                                  </p:childTnLst>
                                </p:cTn>
                              </p:par>
                            </p:childTnLst>
                          </p:cTn>
                        </p:par>
                      </p:childTnLst>
                    </p:cTn>
                  </p:par>
                  <p:par>
                    <p:cTn id="432" fill="hold" nodeType="clickPar">
                      <p:stCondLst>
                        <p:cond delay="indefinite"/>
                      </p:stCondLst>
                      <p:childTnLst>
                        <p:par>
                          <p:cTn id="433" fill="hold" nodeType="withGroup">
                            <p:stCondLst>
                              <p:cond delay="0"/>
                            </p:stCondLst>
                            <p:childTnLst>
                              <p:par>
                                <p:cTn id="434" presetID="2" presetClass="entr" presetSubtype="4" fill="hold" nodeType="clickEffect">
                                  <p:stCondLst>
                                    <p:cond delay="0"/>
                                  </p:stCondLst>
                                  <p:childTnLst>
                                    <p:set>
                                      <p:cBhvr>
                                        <p:cTn id="435" dur="1" fill="hold">
                                          <p:stCondLst>
                                            <p:cond delay="0"/>
                                          </p:stCondLst>
                                        </p:cTn>
                                        <p:tgtEl>
                                          <p:spTgt spid="90">
                                            <p:txEl>
                                              <p:pRg st="0" end="0"/>
                                            </p:txEl>
                                          </p:spTgt>
                                        </p:tgtEl>
                                        <p:attrNameLst>
                                          <p:attrName>style.visibility</p:attrName>
                                        </p:attrNameLst>
                                      </p:cBhvr>
                                      <p:to>
                                        <p:strVal val="visible"/>
                                      </p:to>
                                    </p:set>
                                    <p:anim calcmode="lin" valueType="num">
                                      <p:cBhvr additive="base">
                                        <p:cTn id="436" dur="500" fill="hold"/>
                                        <p:tgtEl>
                                          <p:spTgt spid="90">
                                            <p:txEl>
                                              <p:pRg st="0" end="0"/>
                                            </p:txEl>
                                          </p:spTgt>
                                        </p:tgtEl>
                                        <p:attrNameLst>
                                          <p:attrName>ppt_x</p:attrName>
                                        </p:attrNameLst>
                                      </p:cBhvr>
                                      <p:tavLst>
                                        <p:tav tm="0">
                                          <p:val>
                                            <p:strVal val="#ppt_x"/>
                                          </p:val>
                                        </p:tav>
                                        <p:tav tm="100000">
                                          <p:val>
                                            <p:strVal val="#ppt_x"/>
                                          </p:val>
                                        </p:tav>
                                      </p:tavLst>
                                    </p:anim>
                                    <p:anim calcmode="lin" valueType="num">
                                      <p:cBhvr additive="base">
                                        <p:cTn id="437" dur="500" fill="hold"/>
                                        <p:tgtEl>
                                          <p:spTgt spid="9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38" fill="hold" nodeType="clickPar">
                      <p:stCondLst>
                        <p:cond delay="indefinite"/>
                      </p:stCondLst>
                      <p:childTnLst>
                        <p:par>
                          <p:cTn id="439" fill="hold" nodeType="withGroup">
                            <p:stCondLst>
                              <p:cond delay="0"/>
                            </p:stCondLst>
                            <p:childTnLst>
                              <p:par>
                                <p:cTn id="440" presetID="42" presetClass="entr" presetSubtype="0" fill="hold" grpId="0" nodeType="clickEffect">
                                  <p:stCondLst>
                                    <p:cond delay="0"/>
                                  </p:stCondLst>
                                  <p:childTnLst>
                                    <p:set>
                                      <p:cBhvr>
                                        <p:cTn id="441" dur="1" fill="hold">
                                          <p:stCondLst>
                                            <p:cond delay="0"/>
                                          </p:stCondLst>
                                        </p:cTn>
                                        <p:tgtEl>
                                          <p:spTgt spid="91"/>
                                        </p:tgtEl>
                                        <p:attrNameLst>
                                          <p:attrName>style.visibility</p:attrName>
                                        </p:attrNameLst>
                                      </p:cBhvr>
                                      <p:to>
                                        <p:strVal val="visible"/>
                                      </p:to>
                                    </p:set>
                                    <p:animEffect transition="in" filter="fade">
                                      <p:cBhvr>
                                        <p:cTn id="442" dur="1000"/>
                                        <p:tgtEl>
                                          <p:spTgt spid="91"/>
                                        </p:tgtEl>
                                      </p:cBhvr>
                                    </p:animEffect>
                                    <p:anim calcmode="lin" valueType="num">
                                      <p:cBhvr>
                                        <p:cTn id="443" dur="1000" fill="hold"/>
                                        <p:tgtEl>
                                          <p:spTgt spid="91"/>
                                        </p:tgtEl>
                                        <p:attrNameLst>
                                          <p:attrName>ppt_x</p:attrName>
                                        </p:attrNameLst>
                                      </p:cBhvr>
                                      <p:tavLst>
                                        <p:tav tm="0">
                                          <p:val>
                                            <p:strVal val="#ppt_x"/>
                                          </p:val>
                                        </p:tav>
                                        <p:tav tm="100000">
                                          <p:val>
                                            <p:strVal val="#ppt_x"/>
                                          </p:val>
                                        </p:tav>
                                      </p:tavLst>
                                    </p:anim>
                                    <p:anim calcmode="lin" valueType="num">
                                      <p:cBhvr>
                                        <p:cTn id="444" dur="1000" fill="hold"/>
                                        <p:tgtEl>
                                          <p:spTgt spid="91"/>
                                        </p:tgtEl>
                                        <p:attrNameLst>
                                          <p:attrName>ppt_y</p:attrName>
                                        </p:attrNameLst>
                                      </p:cBhvr>
                                      <p:tavLst>
                                        <p:tav tm="0">
                                          <p:val>
                                            <p:strVal val="#ppt_y+.1"/>
                                          </p:val>
                                        </p:tav>
                                        <p:tav tm="100000">
                                          <p:val>
                                            <p:strVal val="#ppt_y"/>
                                          </p:val>
                                        </p:tav>
                                      </p:tavLst>
                                    </p:anim>
                                  </p:childTnLst>
                                </p:cTn>
                              </p:par>
                            </p:childTnLst>
                          </p:cTn>
                        </p:par>
                      </p:childTnLst>
                    </p:cTn>
                  </p:par>
                  <p:par>
                    <p:cTn id="445" fill="hold" nodeType="clickPar">
                      <p:stCondLst>
                        <p:cond delay="indefinite"/>
                      </p:stCondLst>
                      <p:childTnLst>
                        <p:par>
                          <p:cTn id="446" fill="hold" nodeType="withGroup">
                            <p:stCondLst>
                              <p:cond delay="0"/>
                            </p:stCondLst>
                            <p:childTnLst>
                              <p:par>
                                <p:cTn id="447" presetID="2" presetClass="entr" presetSubtype="4" fill="hold" nodeType="clickEffect">
                                  <p:stCondLst>
                                    <p:cond delay="0"/>
                                  </p:stCondLst>
                                  <p:childTnLst>
                                    <p:set>
                                      <p:cBhvr>
                                        <p:cTn id="448" dur="1" fill="hold">
                                          <p:stCondLst>
                                            <p:cond delay="0"/>
                                          </p:stCondLst>
                                        </p:cTn>
                                        <p:tgtEl>
                                          <p:spTgt spid="91">
                                            <p:txEl>
                                              <p:pRg st="0" end="0"/>
                                            </p:txEl>
                                          </p:spTgt>
                                        </p:tgtEl>
                                        <p:attrNameLst>
                                          <p:attrName>style.visibility</p:attrName>
                                        </p:attrNameLst>
                                      </p:cBhvr>
                                      <p:to>
                                        <p:strVal val="visible"/>
                                      </p:to>
                                    </p:set>
                                    <p:anim calcmode="lin" valueType="num">
                                      <p:cBhvr additive="base">
                                        <p:cTn id="449" dur="500" fill="hold"/>
                                        <p:tgtEl>
                                          <p:spTgt spid="91">
                                            <p:txEl>
                                              <p:pRg st="0" end="0"/>
                                            </p:txEl>
                                          </p:spTgt>
                                        </p:tgtEl>
                                        <p:attrNameLst>
                                          <p:attrName>ppt_x</p:attrName>
                                        </p:attrNameLst>
                                      </p:cBhvr>
                                      <p:tavLst>
                                        <p:tav tm="0">
                                          <p:val>
                                            <p:strVal val="#ppt_x"/>
                                          </p:val>
                                        </p:tav>
                                        <p:tav tm="100000">
                                          <p:val>
                                            <p:strVal val="#ppt_x"/>
                                          </p:val>
                                        </p:tav>
                                      </p:tavLst>
                                    </p:anim>
                                    <p:anim calcmode="lin" valueType="num">
                                      <p:cBhvr additive="base">
                                        <p:cTn id="450" dur="500" fill="hold"/>
                                        <p:tgtEl>
                                          <p:spTgt spid="9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51" fill="hold" nodeType="clickPar">
                      <p:stCondLst>
                        <p:cond delay="indefinite"/>
                      </p:stCondLst>
                      <p:childTnLst>
                        <p:par>
                          <p:cTn id="452" fill="hold" nodeType="withGroup">
                            <p:stCondLst>
                              <p:cond delay="0"/>
                            </p:stCondLst>
                            <p:childTnLst>
                              <p:par>
                                <p:cTn id="453" presetID="42" presetClass="entr" presetSubtype="0" fill="hold" grpId="0" nodeType="clickEffect">
                                  <p:stCondLst>
                                    <p:cond delay="0"/>
                                  </p:stCondLst>
                                  <p:childTnLst>
                                    <p:set>
                                      <p:cBhvr>
                                        <p:cTn id="454" dur="1" fill="hold">
                                          <p:stCondLst>
                                            <p:cond delay="0"/>
                                          </p:stCondLst>
                                        </p:cTn>
                                        <p:tgtEl>
                                          <p:spTgt spid="92"/>
                                        </p:tgtEl>
                                        <p:attrNameLst>
                                          <p:attrName>style.visibility</p:attrName>
                                        </p:attrNameLst>
                                      </p:cBhvr>
                                      <p:to>
                                        <p:strVal val="visible"/>
                                      </p:to>
                                    </p:set>
                                    <p:animEffect transition="in" filter="fade">
                                      <p:cBhvr>
                                        <p:cTn id="455" dur="1000"/>
                                        <p:tgtEl>
                                          <p:spTgt spid="92"/>
                                        </p:tgtEl>
                                      </p:cBhvr>
                                    </p:animEffect>
                                    <p:anim calcmode="lin" valueType="num">
                                      <p:cBhvr>
                                        <p:cTn id="456" dur="1000" fill="hold"/>
                                        <p:tgtEl>
                                          <p:spTgt spid="92"/>
                                        </p:tgtEl>
                                        <p:attrNameLst>
                                          <p:attrName>ppt_x</p:attrName>
                                        </p:attrNameLst>
                                      </p:cBhvr>
                                      <p:tavLst>
                                        <p:tav tm="0">
                                          <p:val>
                                            <p:strVal val="#ppt_x"/>
                                          </p:val>
                                        </p:tav>
                                        <p:tav tm="100000">
                                          <p:val>
                                            <p:strVal val="#ppt_x"/>
                                          </p:val>
                                        </p:tav>
                                      </p:tavLst>
                                    </p:anim>
                                    <p:anim calcmode="lin" valueType="num">
                                      <p:cBhvr>
                                        <p:cTn id="457" dur="1000" fill="hold"/>
                                        <p:tgtEl>
                                          <p:spTgt spid="92"/>
                                        </p:tgtEl>
                                        <p:attrNameLst>
                                          <p:attrName>ppt_y</p:attrName>
                                        </p:attrNameLst>
                                      </p:cBhvr>
                                      <p:tavLst>
                                        <p:tav tm="0">
                                          <p:val>
                                            <p:strVal val="#ppt_y+.1"/>
                                          </p:val>
                                        </p:tav>
                                        <p:tav tm="100000">
                                          <p:val>
                                            <p:strVal val="#ppt_y"/>
                                          </p:val>
                                        </p:tav>
                                      </p:tavLst>
                                    </p:anim>
                                  </p:childTnLst>
                                </p:cTn>
                              </p:par>
                            </p:childTnLst>
                          </p:cTn>
                        </p:par>
                      </p:childTnLst>
                    </p:cTn>
                  </p:par>
                  <p:par>
                    <p:cTn id="458" fill="hold" nodeType="clickPar">
                      <p:stCondLst>
                        <p:cond delay="indefinite"/>
                      </p:stCondLst>
                      <p:childTnLst>
                        <p:par>
                          <p:cTn id="459" fill="hold" nodeType="withGroup">
                            <p:stCondLst>
                              <p:cond delay="0"/>
                            </p:stCondLst>
                            <p:childTnLst>
                              <p:par>
                                <p:cTn id="460" presetID="42" presetClass="entr" presetSubtype="0" fill="hold" grpId="0" nodeType="clickEffect">
                                  <p:stCondLst>
                                    <p:cond delay="0"/>
                                  </p:stCondLst>
                                  <p:childTnLst>
                                    <p:set>
                                      <p:cBhvr>
                                        <p:cTn id="461" dur="1" fill="hold">
                                          <p:stCondLst>
                                            <p:cond delay="0"/>
                                          </p:stCondLst>
                                        </p:cTn>
                                        <p:tgtEl>
                                          <p:spTgt spid="93"/>
                                        </p:tgtEl>
                                        <p:attrNameLst>
                                          <p:attrName>style.visibility</p:attrName>
                                        </p:attrNameLst>
                                      </p:cBhvr>
                                      <p:to>
                                        <p:strVal val="visible"/>
                                      </p:to>
                                    </p:set>
                                    <p:animEffect transition="in" filter="fade">
                                      <p:cBhvr>
                                        <p:cTn id="462" dur="1000"/>
                                        <p:tgtEl>
                                          <p:spTgt spid="93"/>
                                        </p:tgtEl>
                                      </p:cBhvr>
                                    </p:animEffect>
                                    <p:anim calcmode="lin" valueType="num">
                                      <p:cBhvr>
                                        <p:cTn id="463" dur="1000" fill="hold"/>
                                        <p:tgtEl>
                                          <p:spTgt spid="93"/>
                                        </p:tgtEl>
                                        <p:attrNameLst>
                                          <p:attrName>ppt_x</p:attrName>
                                        </p:attrNameLst>
                                      </p:cBhvr>
                                      <p:tavLst>
                                        <p:tav tm="0">
                                          <p:val>
                                            <p:strVal val="#ppt_x"/>
                                          </p:val>
                                        </p:tav>
                                        <p:tav tm="100000">
                                          <p:val>
                                            <p:strVal val="#ppt_x"/>
                                          </p:val>
                                        </p:tav>
                                      </p:tavLst>
                                    </p:anim>
                                    <p:anim calcmode="lin" valueType="num">
                                      <p:cBhvr>
                                        <p:cTn id="464" dur="1000" fill="hold"/>
                                        <p:tgtEl>
                                          <p:spTgt spid="93"/>
                                        </p:tgtEl>
                                        <p:attrNameLst>
                                          <p:attrName>ppt_y</p:attrName>
                                        </p:attrNameLst>
                                      </p:cBhvr>
                                      <p:tavLst>
                                        <p:tav tm="0">
                                          <p:val>
                                            <p:strVal val="#ppt_y+.1"/>
                                          </p:val>
                                        </p:tav>
                                        <p:tav tm="100000">
                                          <p:val>
                                            <p:strVal val="#ppt_y"/>
                                          </p:val>
                                        </p:tav>
                                      </p:tavLst>
                                    </p:anim>
                                  </p:childTnLst>
                                </p:cTn>
                              </p:par>
                            </p:childTnLst>
                          </p:cTn>
                        </p:par>
                      </p:childTnLst>
                    </p:cTn>
                  </p:par>
                  <p:par>
                    <p:cTn id="465" fill="hold" nodeType="clickPar">
                      <p:stCondLst>
                        <p:cond delay="indefinite"/>
                      </p:stCondLst>
                      <p:childTnLst>
                        <p:par>
                          <p:cTn id="466" fill="hold" nodeType="withGroup">
                            <p:stCondLst>
                              <p:cond delay="0"/>
                            </p:stCondLst>
                            <p:childTnLst>
                              <p:par>
                                <p:cTn id="467" presetID="2" presetClass="entr" presetSubtype="4" fill="hold" nodeType="clickEffect">
                                  <p:stCondLst>
                                    <p:cond delay="0"/>
                                  </p:stCondLst>
                                  <p:childTnLst>
                                    <p:set>
                                      <p:cBhvr>
                                        <p:cTn id="468" dur="1" fill="hold">
                                          <p:stCondLst>
                                            <p:cond delay="0"/>
                                          </p:stCondLst>
                                        </p:cTn>
                                        <p:tgtEl>
                                          <p:spTgt spid="48">
                                            <p:txEl>
                                              <p:pRg st="0" end="0"/>
                                            </p:txEl>
                                          </p:spTgt>
                                        </p:tgtEl>
                                        <p:attrNameLst>
                                          <p:attrName>style.visibility</p:attrName>
                                        </p:attrNameLst>
                                      </p:cBhvr>
                                      <p:to>
                                        <p:strVal val="visible"/>
                                      </p:to>
                                    </p:set>
                                    <p:anim calcmode="lin" valueType="num">
                                      <p:cBhvr additive="base">
                                        <p:cTn id="469" dur="500" fill="hold"/>
                                        <p:tgtEl>
                                          <p:spTgt spid="48">
                                            <p:txEl>
                                              <p:pRg st="0" end="0"/>
                                            </p:txEl>
                                          </p:spTgt>
                                        </p:tgtEl>
                                        <p:attrNameLst>
                                          <p:attrName>ppt_x</p:attrName>
                                        </p:attrNameLst>
                                      </p:cBhvr>
                                      <p:tavLst>
                                        <p:tav tm="0">
                                          <p:val>
                                            <p:strVal val="#ppt_x"/>
                                          </p:val>
                                        </p:tav>
                                        <p:tav tm="100000">
                                          <p:val>
                                            <p:strVal val="#ppt_x"/>
                                          </p:val>
                                        </p:tav>
                                      </p:tavLst>
                                    </p:anim>
                                    <p:anim calcmode="lin" valueType="num">
                                      <p:cBhvr additive="base">
                                        <p:cTn id="470" dur="500" fill="hold"/>
                                        <p:tgtEl>
                                          <p:spTgt spid="4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71" fill="hold" nodeType="clickPar">
                      <p:stCondLst>
                        <p:cond delay="indefinite"/>
                      </p:stCondLst>
                      <p:childTnLst>
                        <p:par>
                          <p:cTn id="472" fill="hold" nodeType="withGroup">
                            <p:stCondLst>
                              <p:cond delay="0"/>
                            </p:stCondLst>
                            <p:childTnLst>
                              <p:par>
                                <p:cTn id="473" presetID="42" presetClass="entr" presetSubtype="0" fill="hold" nodeType="clickEffect">
                                  <p:stCondLst>
                                    <p:cond delay="0"/>
                                  </p:stCondLst>
                                  <p:childTnLst>
                                    <p:set>
                                      <p:cBhvr>
                                        <p:cTn id="474" dur="1" fill="hold">
                                          <p:stCondLst>
                                            <p:cond delay="0"/>
                                          </p:stCondLst>
                                        </p:cTn>
                                        <p:tgtEl>
                                          <p:spTgt spid="94"/>
                                        </p:tgtEl>
                                        <p:attrNameLst>
                                          <p:attrName>style.visibility</p:attrName>
                                        </p:attrNameLst>
                                      </p:cBhvr>
                                      <p:to>
                                        <p:strVal val="visible"/>
                                      </p:to>
                                    </p:set>
                                    <p:animEffect transition="in" filter="fade">
                                      <p:cBhvr>
                                        <p:cTn id="475" dur="1000"/>
                                        <p:tgtEl>
                                          <p:spTgt spid="94"/>
                                        </p:tgtEl>
                                      </p:cBhvr>
                                    </p:animEffect>
                                    <p:anim calcmode="lin" valueType="num">
                                      <p:cBhvr>
                                        <p:cTn id="476" dur="1000" fill="hold"/>
                                        <p:tgtEl>
                                          <p:spTgt spid="94"/>
                                        </p:tgtEl>
                                        <p:attrNameLst>
                                          <p:attrName>ppt_x</p:attrName>
                                        </p:attrNameLst>
                                      </p:cBhvr>
                                      <p:tavLst>
                                        <p:tav tm="0">
                                          <p:val>
                                            <p:strVal val="#ppt_x"/>
                                          </p:val>
                                        </p:tav>
                                        <p:tav tm="100000">
                                          <p:val>
                                            <p:strVal val="#ppt_x"/>
                                          </p:val>
                                        </p:tav>
                                      </p:tavLst>
                                    </p:anim>
                                    <p:anim calcmode="lin" valueType="num">
                                      <p:cBhvr>
                                        <p:cTn id="477" dur="1000" fill="hold"/>
                                        <p:tgtEl>
                                          <p:spTgt spid="94"/>
                                        </p:tgtEl>
                                        <p:attrNameLst>
                                          <p:attrName>ppt_y</p:attrName>
                                        </p:attrNameLst>
                                      </p:cBhvr>
                                      <p:tavLst>
                                        <p:tav tm="0">
                                          <p:val>
                                            <p:strVal val="#ppt_y+.1"/>
                                          </p:val>
                                        </p:tav>
                                        <p:tav tm="100000">
                                          <p:val>
                                            <p:strVal val="#ppt_y"/>
                                          </p:val>
                                        </p:tav>
                                      </p:tavLst>
                                    </p:anim>
                                  </p:childTnLst>
                                </p:cTn>
                              </p:par>
                            </p:childTnLst>
                          </p:cTn>
                        </p:par>
                      </p:childTnLst>
                    </p:cTn>
                  </p:par>
                  <p:par>
                    <p:cTn id="478" fill="hold" nodeType="clickPar">
                      <p:stCondLst>
                        <p:cond delay="indefinite"/>
                      </p:stCondLst>
                      <p:childTnLst>
                        <p:par>
                          <p:cTn id="479" fill="hold" nodeType="withGroup">
                            <p:stCondLst>
                              <p:cond delay="0"/>
                            </p:stCondLst>
                            <p:childTnLst>
                              <p:par>
                                <p:cTn id="480" presetID="2" presetClass="entr" presetSubtype="4" fill="hold" nodeType="clickEffect">
                                  <p:stCondLst>
                                    <p:cond delay="0"/>
                                  </p:stCondLst>
                                  <p:childTnLst>
                                    <p:set>
                                      <p:cBhvr>
                                        <p:cTn id="481" dur="1" fill="hold">
                                          <p:stCondLst>
                                            <p:cond delay="0"/>
                                          </p:stCondLst>
                                        </p:cTn>
                                        <p:tgtEl>
                                          <p:spTgt spid="95"/>
                                        </p:tgtEl>
                                        <p:attrNameLst>
                                          <p:attrName>style.visibility</p:attrName>
                                        </p:attrNameLst>
                                      </p:cBhvr>
                                      <p:to>
                                        <p:strVal val="visible"/>
                                      </p:to>
                                    </p:set>
                                    <p:anim calcmode="lin" valueType="num">
                                      <p:cBhvr additive="base">
                                        <p:cTn id="482" dur="500" fill="hold"/>
                                        <p:tgtEl>
                                          <p:spTgt spid="95"/>
                                        </p:tgtEl>
                                        <p:attrNameLst>
                                          <p:attrName>ppt_x</p:attrName>
                                        </p:attrNameLst>
                                      </p:cBhvr>
                                      <p:tavLst>
                                        <p:tav tm="0">
                                          <p:val>
                                            <p:strVal val="#ppt_x"/>
                                          </p:val>
                                        </p:tav>
                                        <p:tav tm="100000">
                                          <p:val>
                                            <p:strVal val="#ppt_x"/>
                                          </p:val>
                                        </p:tav>
                                      </p:tavLst>
                                    </p:anim>
                                    <p:anim calcmode="lin" valueType="num">
                                      <p:cBhvr additive="base">
                                        <p:cTn id="483" dur="500" fill="hold"/>
                                        <p:tgtEl>
                                          <p:spTgt spid="95"/>
                                        </p:tgtEl>
                                        <p:attrNameLst>
                                          <p:attrName>ppt_y</p:attrName>
                                        </p:attrNameLst>
                                      </p:cBhvr>
                                      <p:tavLst>
                                        <p:tav tm="0">
                                          <p:val>
                                            <p:strVal val="1+#ppt_h/2"/>
                                          </p:val>
                                        </p:tav>
                                        <p:tav tm="100000">
                                          <p:val>
                                            <p:strVal val="#ppt_y"/>
                                          </p:val>
                                        </p:tav>
                                      </p:tavLst>
                                    </p:anim>
                                  </p:childTnLst>
                                </p:cTn>
                              </p:par>
                            </p:childTnLst>
                          </p:cTn>
                        </p:par>
                      </p:childTnLst>
                    </p:cTn>
                  </p:par>
                  <p:par>
                    <p:cTn id="484" fill="hold" nodeType="clickPar">
                      <p:stCondLst>
                        <p:cond delay="indefinite"/>
                      </p:stCondLst>
                      <p:childTnLst>
                        <p:par>
                          <p:cTn id="485" fill="hold" nodeType="withGroup">
                            <p:stCondLst>
                              <p:cond delay="0"/>
                            </p:stCondLst>
                            <p:childTnLst>
                              <p:par>
                                <p:cTn id="486" presetID="16" presetClass="entr" presetSubtype="21" fill="hold" grpId="0" nodeType="clickEffect">
                                  <p:stCondLst>
                                    <p:cond delay="0"/>
                                  </p:stCondLst>
                                  <p:childTnLst>
                                    <p:set>
                                      <p:cBhvr>
                                        <p:cTn id="487" dur="1" fill="hold">
                                          <p:stCondLst>
                                            <p:cond delay="0"/>
                                          </p:stCondLst>
                                        </p:cTn>
                                        <p:tgtEl>
                                          <p:spTgt spid="96"/>
                                        </p:tgtEl>
                                        <p:attrNameLst>
                                          <p:attrName>style.visibility</p:attrName>
                                        </p:attrNameLst>
                                      </p:cBhvr>
                                      <p:to>
                                        <p:strVal val="visible"/>
                                      </p:to>
                                    </p:set>
                                    <p:animEffect transition="in" filter="barn(inVertical)">
                                      <p:cBhvr>
                                        <p:cTn id="488" dur="500"/>
                                        <p:tgtEl>
                                          <p:spTgt spid="96"/>
                                        </p:tgtEl>
                                      </p:cBhvr>
                                    </p:animEffect>
                                  </p:childTnLst>
                                </p:cTn>
                              </p:par>
                            </p:childTnLst>
                          </p:cTn>
                        </p:par>
                      </p:childTnLst>
                    </p:cTn>
                  </p:par>
                  <p:par>
                    <p:cTn id="489" fill="hold" nodeType="clickPar">
                      <p:stCondLst>
                        <p:cond delay="indefinite"/>
                      </p:stCondLst>
                      <p:childTnLst>
                        <p:par>
                          <p:cTn id="490" fill="hold" nodeType="withGroup">
                            <p:stCondLst>
                              <p:cond delay="0"/>
                            </p:stCondLst>
                            <p:childTnLst>
                              <p:par>
                                <p:cTn id="491" presetID="2" presetClass="entr" presetSubtype="4" fill="hold" nodeType="clickEffect">
                                  <p:stCondLst>
                                    <p:cond delay="0"/>
                                  </p:stCondLst>
                                  <p:childTnLst>
                                    <p:set>
                                      <p:cBhvr>
                                        <p:cTn id="492" dur="1" fill="hold">
                                          <p:stCondLst>
                                            <p:cond delay="0"/>
                                          </p:stCondLst>
                                        </p:cTn>
                                        <p:tgtEl>
                                          <p:spTgt spid="97"/>
                                        </p:tgtEl>
                                        <p:attrNameLst>
                                          <p:attrName>style.visibility</p:attrName>
                                        </p:attrNameLst>
                                      </p:cBhvr>
                                      <p:to>
                                        <p:strVal val="visible"/>
                                      </p:to>
                                    </p:set>
                                    <p:anim calcmode="lin" valueType="num">
                                      <p:cBhvr additive="base">
                                        <p:cTn id="493" dur="500" fill="hold"/>
                                        <p:tgtEl>
                                          <p:spTgt spid="97"/>
                                        </p:tgtEl>
                                        <p:attrNameLst>
                                          <p:attrName>ppt_x</p:attrName>
                                        </p:attrNameLst>
                                      </p:cBhvr>
                                      <p:tavLst>
                                        <p:tav tm="0">
                                          <p:val>
                                            <p:strVal val="#ppt_x"/>
                                          </p:val>
                                        </p:tav>
                                        <p:tav tm="100000">
                                          <p:val>
                                            <p:strVal val="#ppt_x"/>
                                          </p:val>
                                        </p:tav>
                                      </p:tavLst>
                                    </p:anim>
                                    <p:anim calcmode="lin" valueType="num">
                                      <p:cBhvr additive="base">
                                        <p:cTn id="494" dur="500" fill="hold"/>
                                        <p:tgtEl>
                                          <p:spTgt spid="97"/>
                                        </p:tgtEl>
                                        <p:attrNameLst>
                                          <p:attrName>ppt_y</p:attrName>
                                        </p:attrNameLst>
                                      </p:cBhvr>
                                      <p:tavLst>
                                        <p:tav tm="0">
                                          <p:val>
                                            <p:strVal val="1+#ppt_h/2"/>
                                          </p:val>
                                        </p:tav>
                                        <p:tav tm="100000">
                                          <p:val>
                                            <p:strVal val="#ppt_y"/>
                                          </p:val>
                                        </p:tav>
                                      </p:tavLst>
                                    </p:anim>
                                  </p:childTnLst>
                                </p:cTn>
                              </p:par>
                            </p:childTnLst>
                          </p:cTn>
                        </p:par>
                      </p:childTnLst>
                    </p:cTn>
                  </p:par>
                  <p:par>
                    <p:cTn id="495" fill="hold" nodeType="clickPar">
                      <p:stCondLst>
                        <p:cond delay="indefinite"/>
                      </p:stCondLst>
                      <p:childTnLst>
                        <p:par>
                          <p:cTn id="496" fill="hold" nodeType="withGroup">
                            <p:stCondLst>
                              <p:cond delay="0"/>
                            </p:stCondLst>
                            <p:childTnLst>
                              <p:par>
                                <p:cTn id="497" presetID="16" presetClass="entr" presetSubtype="21" fill="hold" grpId="0" nodeType="clickEffect">
                                  <p:stCondLst>
                                    <p:cond delay="0"/>
                                  </p:stCondLst>
                                  <p:childTnLst>
                                    <p:set>
                                      <p:cBhvr>
                                        <p:cTn id="498" dur="1" fill="hold">
                                          <p:stCondLst>
                                            <p:cond delay="0"/>
                                          </p:stCondLst>
                                        </p:cTn>
                                        <p:tgtEl>
                                          <p:spTgt spid="98"/>
                                        </p:tgtEl>
                                        <p:attrNameLst>
                                          <p:attrName>style.visibility</p:attrName>
                                        </p:attrNameLst>
                                      </p:cBhvr>
                                      <p:to>
                                        <p:strVal val="visible"/>
                                      </p:to>
                                    </p:set>
                                    <p:animEffect transition="in" filter="barn(inVertical)">
                                      <p:cBhvr>
                                        <p:cTn id="499" dur="500"/>
                                        <p:tgtEl>
                                          <p:spTgt spid="98"/>
                                        </p:tgtEl>
                                      </p:cBhvr>
                                    </p:animEffect>
                                  </p:childTnLst>
                                </p:cTn>
                              </p:par>
                            </p:childTnLst>
                          </p:cTn>
                        </p:par>
                      </p:childTnLst>
                    </p:cTn>
                  </p:par>
                  <p:par>
                    <p:cTn id="500" fill="hold" nodeType="clickPar">
                      <p:stCondLst>
                        <p:cond delay="indefinite"/>
                      </p:stCondLst>
                      <p:childTnLst>
                        <p:par>
                          <p:cTn id="501" fill="hold" nodeType="withGroup">
                            <p:stCondLst>
                              <p:cond delay="0"/>
                            </p:stCondLst>
                            <p:childTnLst>
                              <p:par>
                                <p:cTn id="502" presetID="2" presetClass="entr" presetSubtype="4" fill="hold" nodeType="clickEffect">
                                  <p:stCondLst>
                                    <p:cond delay="0"/>
                                  </p:stCondLst>
                                  <p:childTnLst>
                                    <p:set>
                                      <p:cBhvr>
                                        <p:cTn id="503" dur="1" fill="hold">
                                          <p:stCondLst>
                                            <p:cond delay="0"/>
                                          </p:stCondLst>
                                        </p:cTn>
                                        <p:tgtEl>
                                          <p:spTgt spid="99"/>
                                        </p:tgtEl>
                                        <p:attrNameLst>
                                          <p:attrName>style.visibility</p:attrName>
                                        </p:attrNameLst>
                                      </p:cBhvr>
                                      <p:to>
                                        <p:strVal val="visible"/>
                                      </p:to>
                                    </p:set>
                                    <p:anim calcmode="lin" valueType="num">
                                      <p:cBhvr additive="base">
                                        <p:cTn id="504" dur="500" fill="hold"/>
                                        <p:tgtEl>
                                          <p:spTgt spid="99"/>
                                        </p:tgtEl>
                                        <p:attrNameLst>
                                          <p:attrName>ppt_x</p:attrName>
                                        </p:attrNameLst>
                                      </p:cBhvr>
                                      <p:tavLst>
                                        <p:tav tm="0">
                                          <p:val>
                                            <p:strVal val="#ppt_x"/>
                                          </p:val>
                                        </p:tav>
                                        <p:tav tm="100000">
                                          <p:val>
                                            <p:strVal val="#ppt_x"/>
                                          </p:val>
                                        </p:tav>
                                      </p:tavLst>
                                    </p:anim>
                                    <p:anim calcmode="lin" valueType="num">
                                      <p:cBhvr additive="base">
                                        <p:cTn id="505" dur="500" fill="hold"/>
                                        <p:tgtEl>
                                          <p:spTgt spid="99"/>
                                        </p:tgtEl>
                                        <p:attrNameLst>
                                          <p:attrName>ppt_y</p:attrName>
                                        </p:attrNameLst>
                                      </p:cBhvr>
                                      <p:tavLst>
                                        <p:tav tm="0">
                                          <p:val>
                                            <p:strVal val="1+#ppt_h/2"/>
                                          </p:val>
                                        </p:tav>
                                        <p:tav tm="100000">
                                          <p:val>
                                            <p:strVal val="#ppt_y"/>
                                          </p:val>
                                        </p:tav>
                                      </p:tavLst>
                                    </p:anim>
                                  </p:childTnLst>
                                </p:cTn>
                              </p:par>
                            </p:childTnLst>
                          </p:cTn>
                        </p:par>
                      </p:childTnLst>
                    </p:cTn>
                  </p:par>
                  <p:par>
                    <p:cTn id="506" fill="hold" nodeType="clickPar">
                      <p:stCondLst>
                        <p:cond delay="indefinite"/>
                      </p:stCondLst>
                      <p:childTnLst>
                        <p:par>
                          <p:cTn id="507" fill="hold" nodeType="withGroup">
                            <p:stCondLst>
                              <p:cond delay="0"/>
                            </p:stCondLst>
                            <p:childTnLst>
                              <p:par>
                                <p:cTn id="508" presetID="42" presetClass="entr" presetSubtype="0" fill="hold" grpId="0" nodeType="clickEffect">
                                  <p:stCondLst>
                                    <p:cond delay="0"/>
                                  </p:stCondLst>
                                  <p:childTnLst>
                                    <p:set>
                                      <p:cBhvr>
                                        <p:cTn id="509" dur="1" fill="hold">
                                          <p:stCondLst>
                                            <p:cond delay="0"/>
                                          </p:stCondLst>
                                        </p:cTn>
                                        <p:tgtEl>
                                          <p:spTgt spid="101"/>
                                        </p:tgtEl>
                                        <p:attrNameLst>
                                          <p:attrName>style.visibility</p:attrName>
                                        </p:attrNameLst>
                                      </p:cBhvr>
                                      <p:to>
                                        <p:strVal val="visible"/>
                                      </p:to>
                                    </p:set>
                                    <p:animEffect transition="in" filter="fade">
                                      <p:cBhvr>
                                        <p:cTn id="510" dur="1000"/>
                                        <p:tgtEl>
                                          <p:spTgt spid="101"/>
                                        </p:tgtEl>
                                      </p:cBhvr>
                                    </p:animEffect>
                                    <p:anim calcmode="lin" valueType="num">
                                      <p:cBhvr>
                                        <p:cTn id="511" dur="1000" fill="hold"/>
                                        <p:tgtEl>
                                          <p:spTgt spid="101"/>
                                        </p:tgtEl>
                                        <p:attrNameLst>
                                          <p:attrName>ppt_x</p:attrName>
                                        </p:attrNameLst>
                                      </p:cBhvr>
                                      <p:tavLst>
                                        <p:tav tm="0">
                                          <p:val>
                                            <p:strVal val="#ppt_x"/>
                                          </p:val>
                                        </p:tav>
                                        <p:tav tm="100000">
                                          <p:val>
                                            <p:strVal val="#ppt_x"/>
                                          </p:val>
                                        </p:tav>
                                      </p:tavLst>
                                    </p:anim>
                                    <p:anim calcmode="lin" valueType="num">
                                      <p:cBhvr>
                                        <p:cTn id="512" dur="1000" fill="hold"/>
                                        <p:tgtEl>
                                          <p:spTgt spid="101"/>
                                        </p:tgtEl>
                                        <p:attrNameLst>
                                          <p:attrName>ppt_y</p:attrName>
                                        </p:attrNameLst>
                                      </p:cBhvr>
                                      <p:tavLst>
                                        <p:tav tm="0">
                                          <p:val>
                                            <p:strVal val="#ppt_y+.1"/>
                                          </p:val>
                                        </p:tav>
                                        <p:tav tm="100000">
                                          <p:val>
                                            <p:strVal val="#ppt_y"/>
                                          </p:val>
                                        </p:tav>
                                      </p:tavLst>
                                    </p:anim>
                                  </p:childTnLst>
                                </p:cTn>
                              </p:par>
                            </p:childTnLst>
                          </p:cTn>
                        </p:par>
                      </p:childTnLst>
                    </p:cTn>
                  </p:par>
                  <p:par>
                    <p:cTn id="513" fill="hold" nodeType="clickPar">
                      <p:stCondLst>
                        <p:cond delay="indefinite"/>
                      </p:stCondLst>
                      <p:childTnLst>
                        <p:par>
                          <p:cTn id="514" fill="hold" nodeType="withGroup">
                            <p:stCondLst>
                              <p:cond delay="0"/>
                            </p:stCondLst>
                            <p:childTnLst>
                              <p:par>
                                <p:cTn id="515" presetID="2" presetClass="entr" presetSubtype="4" fill="hold" nodeType="clickEffect">
                                  <p:stCondLst>
                                    <p:cond delay="0"/>
                                  </p:stCondLst>
                                  <p:childTnLst>
                                    <p:set>
                                      <p:cBhvr>
                                        <p:cTn id="516" dur="1" fill="hold">
                                          <p:stCondLst>
                                            <p:cond delay="0"/>
                                          </p:stCondLst>
                                        </p:cTn>
                                        <p:tgtEl>
                                          <p:spTgt spid="102"/>
                                        </p:tgtEl>
                                        <p:attrNameLst>
                                          <p:attrName>style.visibility</p:attrName>
                                        </p:attrNameLst>
                                      </p:cBhvr>
                                      <p:to>
                                        <p:strVal val="visible"/>
                                      </p:to>
                                    </p:set>
                                    <p:anim calcmode="lin" valueType="num">
                                      <p:cBhvr additive="base">
                                        <p:cTn id="517" dur="500" fill="hold"/>
                                        <p:tgtEl>
                                          <p:spTgt spid="102"/>
                                        </p:tgtEl>
                                        <p:attrNameLst>
                                          <p:attrName>ppt_x</p:attrName>
                                        </p:attrNameLst>
                                      </p:cBhvr>
                                      <p:tavLst>
                                        <p:tav tm="0">
                                          <p:val>
                                            <p:strVal val="#ppt_x"/>
                                          </p:val>
                                        </p:tav>
                                        <p:tav tm="100000">
                                          <p:val>
                                            <p:strVal val="#ppt_x"/>
                                          </p:val>
                                        </p:tav>
                                      </p:tavLst>
                                    </p:anim>
                                    <p:anim calcmode="lin" valueType="num">
                                      <p:cBhvr additive="base">
                                        <p:cTn id="518" dur="500" fill="hold"/>
                                        <p:tgtEl>
                                          <p:spTgt spid="102"/>
                                        </p:tgtEl>
                                        <p:attrNameLst>
                                          <p:attrName>ppt_y</p:attrName>
                                        </p:attrNameLst>
                                      </p:cBhvr>
                                      <p:tavLst>
                                        <p:tav tm="0">
                                          <p:val>
                                            <p:strVal val="1+#ppt_h/2"/>
                                          </p:val>
                                        </p:tav>
                                        <p:tav tm="100000">
                                          <p:val>
                                            <p:strVal val="#ppt_y"/>
                                          </p:val>
                                        </p:tav>
                                      </p:tavLst>
                                    </p:anim>
                                  </p:childTnLst>
                                </p:cTn>
                              </p:par>
                            </p:childTnLst>
                          </p:cTn>
                        </p:par>
                      </p:childTnLst>
                    </p:cTn>
                  </p:par>
                  <p:par>
                    <p:cTn id="519" fill="hold" nodeType="clickPar">
                      <p:stCondLst>
                        <p:cond delay="indefinite"/>
                      </p:stCondLst>
                      <p:childTnLst>
                        <p:par>
                          <p:cTn id="520" fill="hold" nodeType="withGroup">
                            <p:stCondLst>
                              <p:cond delay="0"/>
                            </p:stCondLst>
                            <p:childTnLst>
                              <p:par>
                                <p:cTn id="521" presetID="16" presetClass="entr" presetSubtype="21" fill="hold" grpId="0" nodeType="clickEffect">
                                  <p:stCondLst>
                                    <p:cond delay="0"/>
                                  </p:stCondLst>
                                  <p:childTnLst>
                                    <p:set>
                                      <p:cBhvr>
                                        <p:cTn id="522" dur="1" fill="hold">
                                          <p:stCondLst>
                                            <p:cond delay="0"/>
                                          </p:stCondLst>
                                        </p:cTn>
                                        <p:tgtEl>
                                          <p:spTgt spid="103"/>
                                        </p:tgtEl>
                                        <p:attrNameLst>
                                          <p:attrName>style.visibility</p:attrName>
                                        </p:attrNameLst>
                                      </p:cBhvr>
                                      <p:to>
                                        <p:strVal val="visible"/>
                                      </p:to>
                                    </p:set>
                                    <p:animEffect transition="in" filter="barn(inVertical)">
                                      <p:cBhvr>
                                        <p:cTn id="523" dur="500"/>
                                        <p:tgtEl>
                                          <p:spTgt spid="103"/>
                                        </p:tgtEl>
                                      </p:cBhvr>
                                    </p:animEffect>
                                  </p:childTnLst>
                                </p:cTn>
                              </p:par>
                            </p:childTnLst>
                          </p:cTn>
                        </p:par>
                      </p:childTnLst>
                    </p:cTn>
                  </p:par>
                  <p:par>
                    <p:cTn id="524" fill="hold" nodeType="clickPar">
                      <p:stCondLst>
                        <p:cond delay="indefinite"/>
                      </p:stCondLst>
                      <p:childTnLst>
                        <p:par>
                          <p:cTn id="525" fill="hold" nodeType="withGroup">
                            <p:stCondLst>
                              <p:cond delay="0"/>
                            </p:stCondLst>
                            <p:childTnLst>
                              <p:par>
                                <p:cTn id="526" presetID="2" presetClass="entr" presetSubtype="4" fill="hold" nodeType="clickEffect">
                                  <p:stCondLst>
                                    <p:cond delay="0"/>
                                  </p:stCondLst>
                                  <p:childTnLst>
                                    <p:set>
                                      <p:cBhvr>
                                        <p:cTn id="527" dur="1" fill="hold">
                                          <p:stCondLst>
                                            <p:cond delay="0"/>
                                          </p:stCondLst>
                                        </p:cTn>
                                        <p:tgtEl>
                                          <p:spTgt spid="104"/>
                                        </p:tgtEl>
                                        <p:attrNameLst>
                                          <p:attrName>style.visibility</p:attrName>
                                        </p:attrNameLst>
                                      </p:cBhvr>
                                      <p:to>
                                        <p:strVal val="visible"/>
                                      </p:to>
                                    </p:set>
                                    <p:anim calcmode="lin" valueType="num">
                                      <p:cBhvr additive="base">
                                        <p:cTn id="528" dur="500" fill="hold"/>
                                        <p:tgtEl>
                                          <p:spTgt spid="104"/>
                                        </p:tgtEl>
                                        <p:attrNameLst>
                                          <p:attrName>ppt_x</p:attrName>
                                        </p:attrNameLst>
                                      </p:cBhvr>
                                      <p:tavLst>
                                        <p:tav tm="0">
                                          <p:val>
                                            <p:strVal val="#ppt_x"/>
                                          </p:val>
                                        </p:tav>
                                        <p:tav tm="100000">
                                          <p:val>
                                            <p:strVal val="#ppt_x"/>
                                          </p:val>
                                        </p:tav>
                                      </p:tavLst>
                                    </p:anim>
                                    <p:anim calcmode="lin" valueType="num">
                                      <p:cBhvr additive="base">
                                        <p:cTn id="529" dur="500" fill="hold"/>
                                        <p:tgtEl>
                                          <p:spTgt spid="104"/>
                                        </p:tgtEl>
                                        <p:attrNameLst>
                                          <p:attrName>ppt_y</p:attrName>
                                        </p:attrNameLst>
                                      </p:cBhvr>
                                      <p:tavLst>
                                        <p:tav tm="0">
                                          <p:val>
                                            <p:strVal val="1+#ppt_h/2"/>
                                          </p:val>
                                        </p:tav>
                                        <p:tav tm="100000">
                                          <p:val>
                                            <p:strVal val="#ppt_y"/>
                                          </p:val>
                                        </p:tav>
                                      </p:tavLst>
                                    </p:anim>
                                  </p:childTnLst>
                                </p:cTn>
                              </p:par>
                            </p:childTnLst>
                          </p:cTn>
                        </p:par>
                      </p:childTnLst>
                    </p:cTn>
                  </p:par>
                  <p:par>
                    <p:cTn id="530" fill="hold" nodeType="clickPar">
                      <p:stCondLst>
                        <p:cond delay="indefinite"/>
                      </p:stCondLst>
                      <p:childTnLst>
                        <p:par>
                          <p:cTn id="531" fill="hold" nodeType="withGroup">
                            <p:stCondLst>
                              <p:cond delay="0"/>
                            </p:stCondLst>
                            <p:childTnLst>
                              <p:par>
                                <p:cTn id="532" presetID="2" presetClass="entr" presetSubtype="4" fill="hold" nodeType="clickEffect">
                                  <p:stCondLst>
                                    <p:cond delay="0"/>
                                  </p:stCondLst>
                                  <p:childTnLst>
                                    <p:set>
                                      <p:cBhvr>
                                        <p:cTn id="533" dur="1" fill="hold">
                                          <p:stCondLst>
                                            <p:cond delay="0"/>
                                          </p:stCondLst>
                                        </p:cTn>
                                        <p:tgtEl>
                                          <p:spTgt spid="106"/>
                                        </p:tgtEl>
                                        <p:attrNameLst>
                                          <p:attrName>style.visibility</p:attrName>
                                        </p:attrNameLst>
                                      </p:cBhvr>
                                      <p:to>
                                        <p:strVal val="visible"/>
                                      </p:to>
                                    </p:set>
                                    <p:anim calcmode="lin" valueType="num">
                                      <p:cBhvr additive="base">
                                        <p:cTn id="534" dur="500" fill="hold"/>
                                        <p:tgtEl>
                                          <p:spTgt spid="106"/>
                                        </p:tgtEl>
                                        <p:attrNameLst>
                                          <p:attrName>ppt_x</p:attrName>
                                        </p:attrNameLst>
                                      </p:cBhvr>
                                      <p:tavLst>
                                        <p:tav tm="0">
                                          <p:val>
                                            <p:strVal val="#ppt_x"/>
                                          </p:val>
                                        </p:tav>
                                        <p:tav tm="100000">
                                          <p:val>
                                            <p:strVal val="#ppt_x"/>
                                          </p:val>
                                        </p:tav>
                                      </p:tavLst>
                                    </p:anim>
                                    <p:anim calcmode="lin" valueType="num">
                                      <p:cBhvr additive="base">
                                        <p:cTn id="535" dur="500" fill="hold"/>
                                        <p:tgtEl>
                                          <p:spTgt spid="10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12" grpId="0" animBg="1"/>
      <p:bldP spid="13" grpId="0" animBg="1"/>
      <p:bldP spid="17" grpId="0"/>
      <p:bldP spid="18" grpId="0"/>
      <p:bldP spid="19" grpId="0"/>
      <p:bldP spid="20" grpId="0"/>
      <p:bldP spid="26" grpId="0"/>
      <p:bldP spid="33" grpId="0" animBg="1"/>
      <p:bldP spid="34" grpId="0" animBg="1"/>
      <p:bldP spid="35" grpId="0" animBg="1"/>
      <p:bldP spid="36" grpId="0" animBg="1"/>
      <p:bldP spid="37" grpId="0"/>
      <p:bldP spid="38" grpId="0"/>
      <p:bldP spid="44" grpId="0"/>
      <p:bldP spid="47" grpId="0" animBg="1"/>
      <p:bldP spid="48" grpId="0" animBg="1"/>
      <p:bldP spid="49" grpId="0"/>
      <p:bldP spid="50" grpId="0"/>
      <p:bldP spid="51" grpId="0"/>
      <p:bldP spid="52" grpId="0"/>
      <p:bldP spid="56" grpId="0" animBg="1"/>
      <p:bldP spid="57" grpId="0" animBg="1"/>
      <p:bldP spid="58" grpId="0"/>
      <p:bldP spid="59" grpId="0" animBg="1"/>
      <p:bldP spid="60" grpId="0"/>
      <p:bldP spid="61" grpId="0"/>
      <p:bldP spid="64" grpId="0"/>
      <p:bldP spid="68" grpId="0"/>
      <p:bldP spid="71" grpId="0"/>
      <p:bldP spid="74" grpId="0"/>
      <p:bldP spid="76" grpId="0"/>
      <p:bldP spid="81" grpId="0" animBg="1"/>
      <p:bldP spid="82" grpId="0"/>
      <p:bldP spid="83" grpId="0"/>
      <p:bldP spid="88" grpId="0" animBg="1"/>
      <p:bldP spid="89" grpId="0" animBg="1"/>
      <p:bldP spid="90" grpId="0" animBg="1"/>
      <p:bldP spid="91" grpId="0" animBg="1"/>
      <p:bldP spid="92" grpId="0"/>
      <p:bldP spid="93" grpId="0"/>
      <p:bldP spid="96" grpId="0"/>
      <p:bldP spid="98" grpId="0"/>
      <p:bldP spid="101" grpId="0"/>
      <p:bldP spid="10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90D19D56-A410-47B6-B03E-0D92B4435C12}"/>
              </a:ext>
            </a:extLst>
          </p:cNvPr>
          <p:cNvSpPr>
            <a:spLocks noGrp="1"/>
          </p:cNvSpPr>
          <p:nvPr>
            <p:ph type="sldNum" sz="quarter" idx="12"/>
          </p:nvPr>
        </p:nvSpPr>
        <p:spPr/>
        <p:txBody>
          <a:bodyPr/>
          <a:lstStyle/>
          <a:p>
            <a:pPr>
              <a:defRPr/>
            </a:pPr>
            <a:fld id="{CDAEB439-80F6-48AC-A777-F92A2BB99707}" type="slidenum">
              <a:rPr lang="en-US" altLang="en-US"/>
              <a:pPr>
                <a:defRPr/>
              </a:pPr>
              <a:t>10</a:t>
            </a:fld>
            <a:endParaRPr lang="en-US" altLang="en-US"/>
          </a:p>
        </p:txBody>
      </p:sp>
      <p:sp>
        <p:nvSpPr>
          <p:cNvPr id="12291" name="Rectangle 2">
            <a:extLst>
              <a:ext uri="{FF2B5EF4-FFF2-40B4-BE49-F238E27FC236}">
                <a16:creationId xmlns:a16="http://schemas.microsoft.com/office/drawing/2014/main" id="{4E67289C-DA6A-4C47-AE1D-EA37BE65A2D5}"/>
              </a:ext>
            </a:extLst>
          </p:cNvPr>
          <p:cNvSpPr>
            <a:spLocks noChangeArrowheads="1"/>
          </p:cNvSpPr>
          <p:nvPr/>
        </p:nvSpPr>
        <p:spPr bwMode="auto">
          <a:xfrm>
            <a:off x="2209800" y="228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3200">
                <a:solidFill>
                  <a:schemeClr val="tx2"/>
                </a:solidFill>
              </a:rPr>
              <a:t>Algorithm AO*</a:t>
            </a:r>
          </a:p>
        </p:txBody>
      </p:sp>
      <p:sp>
        <p:nvSpPr>
          <p:cNvPr id="12292" name="Rectangle 3">
            <a:extLst>
              <a:ext uri="{FF2B5EF4-FFF2-40B4-BE49-F238E27FC236}">
                <a16:creationId xmlns:a16="http://schemas.microsoft.com/office/drawing/2014/main" id="{435E2DC2-FA0C-4CC0-9673-B506049134CD}"/>
              </a:ext>
            </a:extLst>
          </p:cNvPr>
          <p:cNvSpPr>
            <a:spLocks noChangeArrowheads="1"/>
          </p:cNvSpPr>
          <p:nvPr/>
        </p:nvSpPr>
        <p:spPr bwMode="auto">
          <a:xfrm>
            <a:off x="2209800" y="1447800"/>
            <a:ext cx="7772400"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533400" indent="-533400">
              <a:defRPr sz="2400">
                <a:solidFill>
                  <a:schemeClr val="tx1"/>
                </a:solidFill>
                <a:latin typeface="Times New Roman" panose="02020603050405020304" pitchFamily="18" charset="0"/>
              </a:defRPr>
            </a:lvl1pPr>
            <a:lvl2pPr marL="914400" indent="-457200">
              <a:defRPr sz="2400">
                <a:solidFill>
                  <a:schemeClr val="tx1"/>
                </a:solidFill>
                <a:latin typeface="Times New Roman" panose="02020603050405020304" pitchFamily="18" charset="0"/>
              </a:defRPr>
            </a:lvl2pPr>
            <a:lvl3pPr marL="1371600" indent="-457200">
              <a:defRPr sz="2400">
                <a:solidFill>
                  <a:schemeClr val="tx1"/>
                </a:solidFill>
                <a:latin typeface="Times New Roman" panose="02020603050405020304" pitchFamily="18" charset="0"/>
              </a:defRPr>
            </a:lvl3pPr>
            <a:lvl4pPr marL="1828800" indent="-457200">
              <a:defRPr sz="2400">
                <a:solidFill>
                  <a:schemeClr val="tx1"/>
                </a:solidFill>
                <a:latin typeface="Times New Roman" panose="02020603050405020304" pitchFamily="18" charset="0"/>
              </a:defRPr>
            </a:lvl4pPr>
            <a:lvl5pPr marL="2286000" indent="-457200">
              <a:defRPr sz="2400">
                <a:solidFill>
                  <a:schemeClr val="tx1"/>
                </a:solidFill>
                <a:latin typeface="Times New Roman" panose="02020603050405020304" pitchFamily="18" charset="0"/>
              </a:defRPr>
            </a:lvl5pPr>
            <a:lvl6pPr marL="2743200" indent="-457200" eaLnBrk="0" fontAlgn="base" hangingPunct="0">
              <a:spcBef>
                <a:spcPct val="0"/>
              </a:spcBef>
              <a:spcAft>
                <a:spcPct val="0"/>
              </a:spcAft>
              <a:defRPr sz="2400">
                <a:solidFill>
                  <a:schemeClr val="tx1"/>
                </a:solidFill>
                <a:latin typeface="Times New Roman" panose="02020603050405020304" pitchFamily="18" charset="0"/>
              </a:defRPr>
            </a:lvl6pPr>
            <a:lvl7pPr marL="3200400" indent="-457200" eaLnBrk="0" fontAlgn="base" hangingPunct="0">
              <a:spcBef>
                <a:spcPct val="0"/>
              </a:spcBef>
              <a:spcAft>
                <a:spcPct val="0"/>
              </a:spcAft>
              <a:defRPr sz="2400">
                <a:solidFill>
                  <a:schemeClr val="tx1"/>
                </a:solidFill>
                <a:latin typeface="Times New Roman" panose="02020603050405020304" pitchFamily="18" charset="0"/>
              </a:defRPr>
            </a:lvl7pPr>
            <a:lvl8pPr marL="3657600" indent="-457200" eaLnBrk="0" fontAlgn="base" hangingPunct="0">
              <a:spcBef>
                <a:spcPct val="0"/>
              </a:spcBef>
              <a:spcAft>
                <a:spcPct val="0"/>
              </a:spcAft>
              <a:defRPr sz="2400">
                <a:solidFill>
                  <a:schemeClr val="tx1"/>
                </a:solidFill>
                <a:latin typeface="Times New Roman" panose="02020603050405020304" pitchFamily="18" charset="0"/>
              </a:defRPr>
            </a:lvl8pPr>
            <a:lvl9pPr marL="4114800" indent="-4572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20000"/>
              </a:spcBef>
              <a:buFontTx/>
              <a:buAutoNum type="arabicPeriod"/>
            </a:pPr>
            <a:r>
              <a:rPr lang="en-US" altLang="en-US" sz="2000">
                <a:latin typeface="Arial" panose="020B0604020202020204" pitchFamily="34" charset="0"/>
              </a:rPr>
              <a:t>Initialize:	</a:t>
            </a:r>
            <a:r>
              <a:rPr lang="en-US" altLang="en-US" sz="1800">
                <a:latin typeface="Arial" panose="020B0604020202020204" pitchFamily="34" charset="0"/>
              </a:rPr>
              <a:t>Set G* = {s}, f(s) = h(s)</a:t>
            </a:r>
          </a:p>
          <a:p>
            <a:pPr eaLnBrk="1" hangingPunct="1">
              <a:spcBef>
                <a:spcPct val="20000"/>
              </a:spcBef>
            </a:pPr>
            <a:r>
              <a:rPr lang="en-US" altLang="en-US" sz="1800">
                <a:latin typeface="Arial" panose="020B0604020202020204" pitchFamily="34" charset="0"/>
              </a:rPr>
              <a:t>			If s </a:t>
            </a:r>
            <a:r>
              <a:rPr lang="en-US" altLang="en-US" sz="1800">
                <a:latin typeface="Arial" panose="020B0604020202020204" pitchFamily="34" charset="0"/>
                <a:sym typeface="Symbol" panose="05050102010706020507" pitchFamily="18" charset="2"/>
              </a:rPr>
              <a:t> T, label s as SOLVED</a:t>
            </a:r>
            <a:endParaRPr lang="en-US" altLang="en-US" sz="1800">
              <a:latin typeface="Arial" panose="020B0604020202020204" pitchFamily="34" charset="0"/>
            </a:endParaRPr>
          </a:p>
          <a:p>
            <a:pPr eaLnBrk="1" hangingPunct="1">
              <a:spcBef>
                <a:spcPct val="20000"/>
              </a:spcBef>
              <a:buFontTx/>
              <a:buAutoNum type="arabicPeriod" startAt="2"/>
            </a:pPr>
            <a:r>
              <a:rPr lang="en-US" altLang="en-US" sz="2000">
                <a:latin typeface="Arial" panose="020B0604020202020204" pitchFamily="34" charset="0"/>
              </a:rPr>
              <a:t>Terminate:		</a:t>
            </a:r>
            <a:r>
              <a:rPr lang="en-US" altLang="en-US" sz="1800">
                <a:latin typeface="Arial" panose="020B0604020202020204" pitchFamily="34" charset="0"/>
              </a:rPr>
              <a:t>If s is SOLVED, then terminate</a:t>
            </a:r>
          </a:p>
          <a:p>
            <a:pPr eaLnBrk="1" hangingPunct="1">
              <a:spcBef>
                <a:spcPct val="20000"/>
              </a:spcBef>
              <a:buFontTx/>
              <a:buAutoNum type="arabicPeriod" startAt="2"/>
            </a:pPr>
            <a:r>
              <a:rPr lang="en-US" altLang="en-US" sz="2000">
                <a:latin typeface="Arial" panose="020B0604020202020204" pitchFamily="34" charset="0"/>
              </a:rPr>
              <a:t>Select:		</a:t>
            </a:r>
            <a:r>
              <a:rPr lang="en-US" altLang="en-US" sz="1800">
                <a:latin typeface="Arial" panose="020B0604020202020204" pitchFamily="34" charset="0"/>
              </a:rPr>
              <a:t>Select a non-terminal leaf node n from the 				marked sub-tree below s in G*</a:t>
            </a:r>
            <a:endParaRPr lang="en-US" altLang="en-US" sz="1800">
              <a:latin typeface="Arial" panose="020B0604020202020204" pitchFamily="34" charset="0"/>
              <a:sym typeface="Symbol" panose="05050102010706020507" pitchFamily="18" charset="2"/>
            </a:endParaRPr>
          </a:p>
          <a:p>
            <a:pPr eaLnBrk="1" hangingPunct="1">
              <a:spcBef>
                <a:spcPct val="20000"/>
              </a:spcBef>
              <a:buFontTx/>
              <a:buAutoNum type="arabicPeriod" startAt="4"/>
            </a:pPr>
            <a:r>
              <a:rPr lang="en-US" altLang="en-US" sz="2000">
                <a:latin typeface="Arial" panose="020B0604020202020204" pitchFamily="34" charset="0"/>
              </a:rPr>
              <a:t>Expand:		</a:t>
            </a:r>
            <a:r>
              <a:rPr lang="en-US" altLang="en-US" sz="1800">
                <a:latin typeface="Arial" panose="020B0604020202020204" pitchFamily="34" charset="0"/>
              </a:rPr>
              <a:t>Make explicit the successors of n </a:t>
            </a:r>
          </a:p>
          <a:p>
            <a:pPr eaLnBrk="1" hangingPunct="1">
              <a:spcBef>
                <a:spcPct val="20000"/>
              </a:spcBef>
            </a:pPr>
            <a:r>
              <a:rPr lang="en-US" altLang="en-US" sz="1800">
                <a:latin typeface="Arial" panose="020B0604020202020204" pitchFamily="34" charset="0"/>
              </a:rPr>
              <a:t>	  			For each successor, m, not already in G*:</a:t>
            </a:r>
          </a:p>
          <a:p>
            <a:pPr eaLnBrk="1" hangingPunct="1">
              <a:spcBef>
                <a:spcPct val="20000"/>
              </a:spcBef>
            </a:pPr>
            <a:r>
              <a:rPr lang="en-US" altLang="en-US" sz="1800">
                <a:latin typeface="Arial" panose="020B0604020202020204" pitchFamily="34" charset="0"/>
              </a:rPr>
              <a:t>				    Set f(m) = h(m)</a:t>
            </a:r>
          </a:p>
          <a:p>
            <a:pPr eaLnBrk="1" hangingPunct="1">
              <a:spcBef>
                <a:spcPct val="20000"/>
              </a:spcBef>
            </a:pPr>
            <a:r>
              <a:rPr lang="en-US" altLang="en-US" sz="1800">
                <a:latin typeface="Arial" panose="020B0604020202020204" pitchFamily="34" charset="0"/>
              </a:rPr>
              <a:t>				    If m is a terminal node, label m as SOLVED</a:t>
            </a:r>
            <a:endParaRPr lang="en-US" altLang="en-US" sz="2000">
              <a:latin typeface="Arial" panose="020B0604020202020204" pitchFamily="34" charset="0"/>
            </a:endParaRPr>
          </a:p>
          <a:p>
            <a:pPr eaLnBrk="1" hangingPunct="1">
              <a:spcBef>
                <a:spcPct val="20000"/>
              </a:spcBef>
              <a:buFontTx/>
              <a:buAutoNum type="arabicPeriod" startAt="5"/>
            </a:pPr>
            <a:r>
              <a:rPr lang="en-US" altLang="en-US" sz="2000">
                <a:latin typeface="Arial" panose="020B0604020202020204" pitchFamily="34" charset="0"/>
              </a:rPr>
              <a:t>Cost Revision:	</a:t>
            </a:r>
            <a:r>
              <a:rPr lang="en-US" altLang="en-US" sz="1800">
                <a:latin typeface="Arial" panose="020B0604020202020204" pitchFamily="34" charset="0"/>
              </a:rPr>
              <a:t>Call cost-revise(n)</a:t>
            </a:r>
            <a:endParaRPr lang="en-US" altLang="en-US" sz="2000">
              <a:latin typeface="Arial" panose="020B0604020202020204" pitchFamily="34" charset="0"/>
            </a:endParaRPr>
          </a:p>
          <a:p>
            <a:pPr eaLnBrk="1" hangingPunct="1">
              <a:spcBef>
                <a:spcPct val="20000"/>
              </a:spcBef>
              <a:buFontTx/>
              <a:buAutoNum type="arabicPeriod" startAt="5"/>
            </a:pPr>
            <a:r>
              <a:rPr lang="en-US" altLang="en-US" sz="2000">
                <a:latin typeface="Arial" panose="020B0604020202020204" pitchFamily="34" charset="0"/>
              </a:rPr>
              <a:t>Loop:   </a:t>
            </a:r>
            <a:r>
              <a:rPr lang="en-US" altLang="en-US" sz="1800">
                <a:latin typeface="Arial" panose="020B0604020202020204" pitchFamily="34" charset="0"/>
              </a:rPr>
              <a:t>Go To Step 2.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D47CF20B-3C90-4774-89D9-F79511F6AC69}"/>
              </a:ext>
            </a:extLst>
          </p:cNvPr>
          <p:cNvSpPr>
            <a:spLocks noGrp="1"/>
          </p:cNvSpPr>
          <p:nvPr>
            <p:ph type="sldNum" sz="quarter" idx="12"/>
          </p:nvPr>
        </p:nvSpPr>
        <p:spPr/>
        <p:txBody>
          <a:bodyPr/>
          <a:lstStyle/>
          <a:p>
            <a:pPr>
              <a:defRPr/>
            </a:pPr>
            <a:fld id="{BBE7436C-B043-4CC7-B1B9-6DDFF174ED53}" type="slidenum">
              <a:rPr lang="en-US" altLang="en-US"/>
              <a:pPr>
                <a:defRPr/>
              </a:pPr>
              <a:t>11</a:t>
            </a:fld>
            <a:endParaRPr lang="en-US" altLang="en-US"/>
          </a:p>
        </p:txBody>
      </p:sp>
      <p:sp>
        <p:nvSpPr>
          <p:cNvPr id="13315" name="Rectangle 2">
            <a:extLst>
              <a:ext uri="{FF2B5EF4-FFF2-40B4-BE49-F238E27FC236}">
                <a16:creationId xmlns:a16="http://schemas.microsoft.com/office/drawing/2014/main" id="{D39D8511-2162-4126-BBF6-7758D99E1450}"/>
              </a:ext>
            </a:extLst>
          </p:cNvPr>
          <p:cNvSpPr>
            <a:spLocks noGrp="1" noChangeArrowheads="1"/>
          </p:cNvSpPr>
          <p:nvPr>
            <p:ph type="title"/>
          </p:nvPr>
        </p:nvSpPr>
        <p:spPr>
          <a:xfrm>
            <a:off x="2133600" y="228600"/>
            <a:ext cx="7772400" cy="838200"/>
          </a:xfrm>
        </p:spPr>
        <p:txBody>
          <a:bodyPr/>
          <a:lstStyle/>
          <a:p>
            <a:pPr algn="l" eaLnBrk="1" hangingPunct="1"/>
            <a:r>
              <a:rPr lang="en-US" altLang="en-US"/>
              <a:t>Cost Revision in AO*:  </a:t>
            </a:r>
            <a:r>
              <a:rPr lang="en-US" altLang="en-US" sz="2400"/>
              <a:t>cost-revise(n)</a:t>
            </a:r>
            <a:endParaRPr lang="en-US" altLang="en-US"/>
          </a:p>
        </p:txBody>
      </p:sp>
      <p:sp>
        <p:nvSpPr>
          <p:cNvPr id="13316" name="Rectangle 3">
            <a:extLst>
              <a:ext uri="{FF2B5EF4-FFF2-40B4-BE49-F238E27FC236}">
                <a16:creationId xmlns:a16="http://schemas.microsoft.com/office/drawing/2014/main" id="{4EFF0ABE-3FA4-4AD3-AF86-6FFD26F03FE3}"/>
              </a:ext>
            </a:extLst>
          </p:cNvPr>
          <p:cNvSpPr>
            <a:spLocks noGrp="1" noChangeArrowheads="1"/>
          </p:cNvSpPr>
          <p:nvPr>
            <p:ph type="body" idx="1"/>
          </p:nvPr>
        </p:nvSpPr>
        <p:spPr>
          <a:xfrm>
            <a:off x="2286000" y="1066800"/>
            <a:ext cx="8077200" cy="5181600"/>
          </a:xfrm>
        </p:spPr>
        <p:txBody>
          <a:bodyPr/>
          <a:lstStyle/>
          <a:p>
            <a:pPr marL="533400" indent="-533400" eaLnBrk="1" hangingPunct="1">
              <a:buFontTx/>
              <a:buAutoNum type="arabicPeriod"/>
            </a:pPr>
            <a:r>
              <a:rPr lang="en-US" altLang="en-US" sz="1800"/>
              <a:t>Create Z = {n}</a:t>
            </a:r>
          </a:p>
          <a:p>
            <a:pPr marL="533400" indent="-533400" eaLnBrk="1" hangingPunct="1">
              <a:buFontTx/>
              <a:buAutoNum type="arabicPeriod"/>
            </a:pPr>
            <a:r>
              <a:rPr lang="en-US" altLang="en-US" sz="1800"/>
              <a:t>If Z = { } return</a:t>
            </a:r>
          </a:p>
          <a:p>
            <a:pPr marL="533400" indent="-533400" eaLnBrk="1" hangingPunct="1">
              <a:buFontTx/>
              <a:buAutoNum type="arabicPeriod"/>
            </a:pPr>
            <a:r>
              <a:rPr lang="en-US" altLang="en-US" sz="1800"/>
              <a:t>Select a node m from Z such that m has no descendants in Z</a:t>
            </a:r>
          </a:p>
          <a:p>
            <a:pPr marL="533400" indent="-533400" eaLnBrk="1" hangingPunct="1">
              <a:buFontTx/>
              <a:buAutoNum type="arabicPeriod"/>
            </a:pPr>
            <a:r>
              <a:rPr lang="en-US" altLang="en-US" sz="1800"/>
              <a:t>If m is an AND node with successors </a:t>
            </a:r>
            <a:r>
              <a:rPr lang="en-US" altLang="en-US" sz="2400"/>
              <a:t>r</a:t>
            </a:r>
            <a:r>
              <a:rPr lang="en-US" altLang="en-US" sz="2400" baseline="-25000"/>
              <a:t>1</a:t>
            </a:r>
            <a:r>
              <a:rPr lang="en-US" altLang="en-US" sz="2400"/>
              <a:t>, r</a:t>
            </a:r>
            <a:r>
              <a:rPr lang="en-US" altLang="en-US" sz="2400" baseline="-25000"/>
              <a:t>2</a:t>
            </a:r>
            <a:r>
              <a:rPr lang="en-US" altLang="en-US" sz="2400"/>
              <a:t>, … r</a:t>
            </a:r>
            <a:r>
              <a:rPr lang="en-US" altLang="en-US" sz="2400" baseline="-25000"/>
              <a:t>k</a:t>
            </a:r>
            <a:r>
              <a:rPr lang="en-US" altLang="en-US" sz="1800"/>
              <a:t>:</a:t>
            </a:r>
          </a:p>
          <a:p>
            <a:pPr marL="1295400" lvl="2" indent="-381000" eaLnBrk="1" hangingPunct="1">
              <a:lnSpc>
                <a:spcPct val="80000"/>
              </a:lnSpc>
              <a:buNone/>
            </a:pPr>
            <a:r>
              <a:rPr lang="en-US" altLang="en-US" sz="1800"/>
              <a:t>Set  </a:t>
            </a:r>
            <a:r>
              <a:rPr lang="en-US" altLang="en-US"/>
              <a:t>f(m) = </a:t>
            </a:r>
            <a:r>
              <a:rPr lang="en-US" altLang="en-US" sz="3200">
                <a:sym typeface="Symbol" panose="05050102010706020507" pitchFamily="18" charset="2"/>
              </a:rPr>
              <a:t>  </a:t>
            </a:r>
            <a:r>
              <a:rPr lang="en-US" altLang="en-US">
                <a:sym typeface="Symbol" panose="05050102010706020507" pitchFamily="18" charset="2"/>
              </a:rPr>
              <a:t>[ f(r</a:t>
            </a:r>
            <a:r>
              <a:rPr lang="en-US" altLang="en-US" baseline="-25000">
                <a:sym typeface="Symbol" panose="05050102010706020507" pitchFamily="18" charset="2"/>
              </a:rPr>
              <a:t>i</a:t>
            </a:r>
            <a:r>
              <a:rPr lang="en-US" altLang="en-US">
                <a:sym typeface="Symbol" panose="05050102010706020507" pitchFamily="18" charset="2"/>
              </a:rPr>
              <a:t>) + c(m, r</a:t>
            </a:r>
            <a:r>
              <a:rPr lang="en-US" altLang="en-US" baseline="-25000">
                <a:sym typeface="Symbol" panose="05050102010706020507" pitchFamily="18" charset="2"/>
              </a:rPr>
              <a:t>i</a:t>
            </a:r>
            <a:r>
              <a:rPr lang="en-US" altLang="en-US">
                <a:sym typeface="Symbol" panose="05050102010706020507" pitchFamily="18" charset="2"/>
              </a:rPr>
              <a:t>) ]</a:t>
            </a:r>
          </a:p>
          <a:p>
            <a:pPr marL="1295400" lvl="2" indent="-381000" eaLnBrk="1" hangingPunct="1">
              <a:buNone/>
            </a:pPr>
            <a:r>
              <a:rPr lang="en-US" altLang="en-US" sz="1800"/>
              <a:t>Mark the edge to each successor of m</a:t>
            </a:r>
          </a:p>
          <a:p>
            <a:pPr marL="1295400" lvl="2" indent="-381000" eaLnBrk="1" hangingPunct="1">
              <a:buNone/>
            </a:pPr>
            <a:r>
              <a:rPr lang="en-US" altLang="en-US" sz="1800"/>
              <a:t>If each successor is labeled SOLVED, then label m as SOLVED</a:t>
            </a:r>
          </a:p>
          <a:p>
            <a:pPr marL="533400" indent="-533400" eaLnBrk="1" hangingPunct="1"/>
            <a:r>
              <a:rPr lang="en-US" altLang="en-US" sz="1800"/>
              <a:t>If m is an OR node with successors </a:t>
            </a:r>
            <a:r>
              <a:rPr lang="en-US" altLang="en-US" sz="2400"/>
              <a:t>r</a:t>
            </a:r>
            <a:r>
              <a:rPr lang="en-US" altLang="en-US" sz="2400" baseline="-25000"/>
              <a:t>1</a:t>
            </a:r>
            <a:r>
              <a:rPr lang="en-US" altLang="en-US" sz="2400"/>
              <a:t>, r</a:t>
            </a:r>
            <a:r>
              <a:rPr lang="en-US" altLang="en-US" sz="2400" baseline="-25000"/>
              <a:t>2</a:t>
            </a:r>
            <a:r>
              <a:rPr lang="en-US" altLang="en-US" sz="2400"/>
              <a:t>, … r</a:t>
            </a:r>
            <a:r>
              <a:rPr lang="en-US" altLang="en-US" sz="2400" baseline="-25000"/>
              <a:t>k</a:t>
            </a:r>
            <a:r>
              <a:rPr lang="en-US" altLang="en-US" sz="1800"/>
              <a:t>:</a:t>
            </a:r>
          </a:p>
          <a:p>
            <a:pPr marL="1295400" lvl="2" indent="-381000" eaLnBrk="1" hangingPunct="1">
              <a:buNone/>
            </a:pPr>
            <a:r>
              <a:rPr lang="en-US" altLang="en-US" sz="1800"/>
              <a:t>Set  </a:t>
            </a:r>
            <a:r>
              <a:rPr lang="en-US" altLang="en-US"/>
              <a:t>f(m) = min </a:t>
            </a:r>
            <a:r>
              <a:rPr lang="en-US" altLang="en-US">
                <a:sym typeface="Symbol" panose="05050102010706020507" pitchFamily="18" charset="2"/>
              </a:rPr>
              <a:t>{ f(r</a:t>
            </a:r>
            <a:r>
              <a:rPr lang="en-US" altLang="en-US" baseline="-25000">
                <a:sym typeface="Symbol" panose="05050102010706020507" pitchFamily="18" charset="2"/>
              </a:rPr>
              <a:t>i</a:t>
            </a:r>
            <a:r>
              <a:rPr lang="en-US" altLang="en-US">
                <a:sym typeface="Symbol" panose="05050102010706020507" pitchFamily="18" charset="2"/>
              </a:rPr>
              <a:t>) + c(m, r</a:t>
            </a:r>
            <a:r>
              <a:rPr lang="en-US" altLang="en-US" baseline="-25000">
                <a:sym typeface="Symbol" panose="05050102010706020507" pitchFamily="18" charset="2"/>
              </a:rPr>
              <a:t>i</a:t>
            </a:r>
            <a:r>
              <a:rPr lang="en-US" altLang="en-US">
                <a:sym typeface="Symbol" panose="05050102010706020507" pitchFamily="18" charset="2"/>
              </a:rPr>
              <a:t>) }</a:t>
            </a:r>
          </a:p>
          <a:p>
            <a:pPr marL="1295400" lvl="2" indent="-381000" eaLnBrk="1" hangingPunct="1">
              <a:buNone/>
            </a:pPr>
            <a:r>
              <a:rPr lang="en-US" altLang="en-US" sz="1800">
                <a:sym typeface="Symbol" panose="05050102010706020507" pitchFamily="18" charset="2"/>
              </a:rPr>
              <a:t>Mark the edge to the best successor of m</a:t>
            </a:r>
          </a:p>
          <a:p>
            <a:pPr marL="1295400" lvl="2" indent="-381000" eaLnBrk="1" hangingPunct="1">
              <a:buNone/>
            </a:pPr>
            <a:r>
              <a:rPr lang="en-US" altLang="en-US" sz="1800">
                <a:sym typeface="Symbol" panose="05050102010706020507" pitchFamily="18" charset="2"/>
              </a:rPr>
              <a:t>If the marked successor is labeled SOLVED, label m as SOLVED</a:t>
            </a:r>
          </a:p>
          <a:p>
            <a:pPr marL="533400" indent="-533400" eaLnBrk="1" hangingPunct="1">
              <a:buFontTx/>
              <a:buAutoNum type="arabicPeriod"/>
            </a:pPr>
            <a:r>
              <a:rPr lang="en-US" altLang="en-US" sz="1800">
                <a:sym typeface="Symbol" panose="05050102010706020507" pitchFamily="18" charset="2"/>
              </a:rPr>
              <a:t>If the cost or label of m has changed, then insert those parents of m into Z for which m is a marked successor</a:t>
            </a:r>
          </a:p>
          <a:p>
            <a:pPr marL="533400" indent="-533400" eaLnBrk="1" hangingPunct="1">
              <a:buFontTx/>
              <a:buAutoNum type="arabicPeriod"/>
            </a:pPr>
            <a:r>
              <a:rPr lang="en-US" altLang="en-US" sz="1800">
                <a:sym typeface="Symbol" panose="05050102010706020507" pitchFamily="18" charset="2"/>
              </a:rPr>
              <a:t>Go to Step 2.</a:t>
            </a:r>
            <a:endParaRPr lang="en-US" altLang="en-US" sz="1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5B9E6E22-8BDD-4B19-B910-66133E9769CD}"/>
              </a:ext>
            </a:extLst>
          </p:cNvPr>
          <p:cNvSpPr>
            <a:spLocks noGrp="1"/>
          </p:cNvSpPr>
          <p:nvPr>
            <p:ph type="sldNum" sz="quarter" idx="12"/>
          </p:nvPr>
        </p:nvSpPr>
        <p:spPr/>
        <p:txBody>
          <a:bodyPr/>
          <a:lstStyle/>
          <a:p>
            <a:pPr>
              <a:defRPr/>
            </a:pPr>
            <a:fld id="{EA2BFE6E-E590-4408-B5F1-C14CAE89DCA9}" type="slidenum">
              <a:rPr lang="en-US" altLang="en-US"/>
              <a:pPr>
                <a:defRPr/>
              </a:pPr>
              <a:t>12</a:t>
            </a:fld>
            <a:endParaRPr lang="en-US" altLang="en-US"/>
          </a:p>
        </p:txBody>
      </p:sp>
      <p:sp>
        <p:nvSpPr>
          <p:cNvPr id="14339" name="Rectangle 2">
            <a:extLst>
              <a:ext uri="{FF2B5EF4-FFF2-40B4-BE49-F238E27FC236}">
                <a16:creationId xmlns:a16="http://schemas.microsoft.com/office/drawing/2014/main" id="{2A10262B-5320-4D77-87EA-7BF1A6D07430}"/>
              </a:ext>
            </a:extLst>
          </p:cNvPr>
          <p:cNvSpPr>
            <a:spLocks noGrp="1" noChangeArrowheads="1"/>
          </p:cNvSpPr>
          <p:nvPr>
            <p:ph type="title"/>
          </p:nvPr>
        </p:nvSpPr>
        <p:spPr/>
        <p:txBody>
          <a:bodyPr/>
          <a:lstStyle/>
          <a:p>
            <a:pPr algn="l" eaLnBrk="1" hangingPunct="1"/>
            <a:r>
              <a:rPr lang="en-US" altLang="en-US"/>
              <a:t>Searching OR Graphs</a:t>
            </a:r>
          </a:p>
        </p:txBody>
      </p:sp>
      <p:sp>
        <p:nvSpPr>
          <p:cNvPr id="14340" name="Rectangle 3">
            <a:extLst>
              <a:ext uri="{FF2B5EF4-FFF2-40B4-BE49-F238E27FC236}">
                <a16:creationId xmlns:a16="http://schemas.microsoft.com/office/drawing/2014/main" id="{9C4F315E-F816-4E44-8CD9-9EE37130215D}"/>
              </a:ext>
            </a:extLst>
          </p:cNvPr>
          <p:cNvSpPr>
            <a:spLocks noGrp="1" noChangeArrowheads="1"/>
          </p:cNvSpPr>
          <p:nvPr>
            <p:ph type="body" idx="1"/>
          </p:nvPr>
        </p:nvSpPr>
        <p:spPr>
          <a:xfrm>
            <a:off x="2209800" y="1676400"/>
            <a:ext cx="7772400" cy="4114800"/>
          </a:xfrm>
        </p:spPr>
        <p:txBody>
          <a:bodyPr/>
          <a:lstStyle/>
          <a:p>
            <a:pPr eaLnBrk="1" hangingPunct="1">
              <a:lnSpc>
                <a:spcPct val="90000"/>
              </a:lnSpc>
            </a:pPr>
            <a:r>
              <a:rPr lang="en-US" altLang="en-US" sz="1800"/>
              <a:t>How does AO* fare when the graph has only OR nodes?</a:t>
            </a:r>
          </a:p>
          <a:p>
            <a:pPr eaLnBrk="1" hangingPunct="1">
              <a:lnSpc>
                <a:spcPct val="90000"/>
              </a:lnSpc>
            </a:pPr>
            <a:r>
              <a:rPr lang="en-US" altLang="en-US" sz="1800"/>
              <a:t>What are the roles of lower-bound and upper-bound estimates?</a:t>
            </a:r>
          </a:p>
          <a:p>
            <a:pPr lvl="1" eaLnBrk="1" hangingPunct="1">
              <a:lnSpc>
                <a:spcPct val="90000"/>
              </a:lnSpc>
            </a:pPr>
            <a:r>
              <a:rPr lang="en-US" altLang="en-US" sz="1800"/>
              <a:t>Pruning criteria:  LB &gt; UB</a:t>
            </a:r>
          </a:p>
          <a:p>
            <a:pPr eaLnBrk="1" hangingPunct="1">
              <a:lnSpc>
                <a:spcPct val="90000"/>
              </a:lnSpc>
              <a:buFontTx/>
              <a:buNone/>
            </a:pPr>
            <a:endParaRPr lang="en-US" altLang="en-US" sz="1800"/>
          </a:p>
          <a:p>
            <a:pPr eaLnBrk="1" hangingPunct="1">
              <a:lnSpc>
                <a:spcPct val="90000"/>
              </a:lnSpc>
              <a:buFontTx/>
              <a:buNone/>
            </a:pPr>
            <a:r>
              <a:rPr lang="en-US" altLang="en-US" sz="2000"/>
              <a:t>Searching Game Trees</a:t>
            </a:r>
            <a:endParaRPr lang="en-US" altLang="en-US" sz="1800"/>
          </a:p>
          <a:p>
            <a:pPr eaLnBrk="1" hangingPunct="1">
              <a:lnSpc>
                <a:spcPct val="90000"/>
              </a:lnSpc>
            </a:pPr>
            <a:r>
              <a:rPr lang="en-US" altLang="en-US" sz="1800"/>
              <a:t>Consider an OR tree with two types of OR nodes, namely Min nodes and Max nodes</a:t>
            </a:r>
          </a:p>
          <a:p>
            <a:pPr eaLnBrk="1" hangingPunct="1">
              <a:lnSpc>
                <a:spcPct val="90000"/>
              </a:lnSpc>
            </a:pPr>
            <a:r>
              <a:rPr lang="en-US" altLang="en-US" sz="1800"/>
              <a:t>In Min nodes we select the minimum cost successor</a:t>
            </a:r>
          </a:p>
          <a:p>
            <a:pPr eaLnBrk="1" hangingPunct="1">
              <a:lnSpc>
                <a:spcPct val="90000"/>
              </a:lnSpc>
            </a:pPr>
            <a:r>
              <a:rPr lang="en-US" altLang="en-US" sz="1800"/>
              <a:t>In Max nodes we select the maximum cost successor</a:t>
            </a:r>
          </a:p>
          <a:p>
            <a:pPr eaLnBrk="1" hangingPunct="1">
              <a:lnSpc>
                <a:spcPct val="90000"/>
              </a:lnSpc>
            </a:pPr>
            <a:endParaRPr lang="en-US" altLang="en-US" sz="1800"/>
          </a:p>
          <a:p>
            <a:pPr eaLnBrk="1" hangingPunct="1">
              <a:lnSpc>
                <a:spcPct val="90000"/>
              </a:lnSpc>
            </a:pPr>
            <a:r>
              <a:rPr lang="en-US" altLang="en-US" sz="2000"/>
              <a:t>Terminal nodes are winning or loosing states</a:t>
            </a:r>
          </a:p>
          <a:p>
            <a:pPr lvl="1" eaLnBrk="1" hangingPunct="1">
              <a:lnSpc>
                <a:spcPct val="90000"/>
              </a:lnSpc>
            </a:pPr>
            <a:r>
              <a:rPr lang="en-US" altLang="en-US" sz="1800"/>
              <a:t>It is often infeasible to search up to terminal nodes</a:t>
            </a:r>
          </a:p>
          <a:p>
            <a:pPr lvl="1" eaLnBrk="1" hangingPunct="1">
              <a:lnSpc>
                <a:spcPct val="90000"/>
              </a:lnSpc>
            </a:pPr>
            <a:r>
              <a:rPr lang="en-US" altLang="en-US" sz="1800"/>
              <a:t>We use heuristic costs to compare non-terminal nodes </a:t>
            </a:r>
          </a:p>
          <a:p>
            <a:pPr eaLnBrk="1" hangingPunct="1">
              <a:lnSpc>
                <a:spcPct val="90000"/>
              </a:lnSpc>
              <a:buFontTx/>
              <a:buNone/>
            </a:pPr>
            <a:endParaRPr lang="en-US" altLang="en-US" sz="2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Slide Number Placeholder 4">
            <a:extLst>
              <a:ext uri="{FF2B5EF4-FFF2-40B4-BE49-F238E27FC236}">
                <a16:creationId xmlns:a16="http://schemas.microsoft.com/office/drawing/2014/main" id="{ECAAA2A1-FD2D-403F-B903-C6491079F23A}"/>
              </a:ext>
            </a:extLst>
          </p:cNvPr>
          <p:cNvSpPr>
            <a:spLocks noGrp="1"/>
          </p:cNvSpPr>
          <p:nvPr>
            <p:ph type="sldNum" sz="quarter" idx="12"/>
          </p:nvPr>
        </p:nvSpPr>
        <p:spPr/>
        <p:txBody>
          <a:bodyPr/>
          <a:lstStyle/>
          <a:p>
            <a:pPr>
              <a:defRPr/>
            </a:pPr>
            <a:fld id="{F11073EF-693C-4554-BB5B-88EA6A350215}" type="slidenum">
              <a:rPr lang="en-US" altLang="en-US"/>
              <a:pPr>
                <a:defRPr/>
              </a:pPr>
              <a:t>13</a:t>
            </a:fld>
            <a:endParaRPr lang="en-US" altLang="en-US"/>
          </a:p>
        </p:txBody>
      </p:sp>
      <p:sp>
        <p:nvSpPr>
          <p:cNvPr id="15363" name="Rectangle 2">
            <a:extLst>
              <a:ext uri="{FF2B5EF4-FFF2-40B4-BE49-F238E27FC236}">
                <a16:creationId xmlns:a16="http://schemas.microsoft.com/office/drawing/2014/main" id="{C6BCD298-1233-4148-893A-3172FD8AD909}"/>
              </a:ext>
            </a:extLst>
          </p:cNvPr>
          <p:cNvSpPr>
            <a:spLocks noGrp="1" noChangeArrowheads="1"/>
          </p:cNvSpPr>
          <p:nvPr>
            <p:ph type="title"/>
          </p:nvPr>
        </p:nvSpPr>
        <p:spPr/>
        <p:txBody>
          <a:bodyPr/>
          <a:lstStyle/>
          <a:p>
            <a:pPr algn="l" eaLnBrk="1" hangingPunct="1"/>
            <a:r>
              <a:rPr lang="en-US" altLang="en-US"/>
              <a:t>Shallow and Deep Pruning</a:t>
            </a:r>
          </a:p>
        </p:txBody>
      </p:sp>
      <p:sp>
        <p:nvSpPr>
          <p:cNvPr id="15364" name="Rectangle 5">
            <a:extLst>
              <a:ext uri="{FF2B5EF4-FFF2-40B4-BE49-F238E27FC236}">
                <a16:creationId xmlns:a16="http://schemas.microsoft.com/office/drawing/2014/main" id="{E0BB297F-7DD4-41DB-8C3F-4B09155E66FA}"/>
              </a:ext>
            </a:extLst>
          </p:cNvPr>
          <p:cNvSpPr>
            <a:spLocks noChangeArrowheads="1"/>
          </p:cNvSpPr>
          <p:nvPr/>
        </p:nvSpPr>
        <p:spPr bwMode="auto">
          <a:xfrm>
            <a:off x="3810000" y="1981200"/>
            <a:ext cx="304800" cy="304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15365" name="Oval 6">
            <a:extLst>
              <a:ext uri="{FF2B5EF4-FFF2-40B4-BE49-F238E27FC236}">
                <a16:creationId xmlns:a16="http://schemas.microsoft.com/office/drawing/2014/main" id="{E21FD5B8-D0D4-4971-83B8-AA4370E83654}"/>
              </a:ext>
            </a:extLst>
          </p:cNvPr>
          <p:cNvSpPr>
            <a:spLocks noChangeArrowheads="1"/>
          </p:cNvSpPr>
          <p:nvPr/>
        </p:nvSpPr>
        <p:spPr bwMode="auto">
          <a:xfrm>
            <a:off x="3276600" y="2667000"/>
            <a:ext cx="304800" cy="3048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15366" name="Rectangle 7">
            <a:extLst>
              <a:ext uri="{FF2B5EF4-FFF2-40B4-BE49-F238E27FC236}">
                <a16:creationId xmlns:a16="http://schemas.microsoft.com/office/drawing/2014/main" id="{219A944B-1BD6-4407-B78C-EB4F4B6F81E2}"/>
              </a:ext>
            </a:extLst>
          </p:cNvPr>
          <p:cNvSpPr>
            <a:spLocks noChangeArrowheads="1"/>
          </p:cNvSpPr>
          <p:nvPr/>
        </p:nvSpPr>
        <p:spPr bwMode="auto">
          <a:xfrm>
            <a:off x="3810000" y="3276600"/>
            <a:ext cx="304800" cy="304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cxnSp>
        <p:nvCxnSpPr>
          <p:cNvPr id="15367" name="AutoShape 8">
            <a:extLst>
              <a:ext uri="{FF2B5EF4-FFF2-40B4-BE49-F238E27FC236}">
                <a16:creationId xmlns:a16="http://schemas.microsoft.com/office/drawing/2014/main" id="{CBB12971-2C3E-4144-A7D1-48175F0D60BF}"/>
              </a:ext>
            </a:extLst>
          </p:cNvPr>
          <p:cNvCxnSpPr>
            <a:cxnSpLocks noChangeShapeType="1"/>
            <a:stCxn id="15364" idx="2"/>
            <a:endCxn id="15365" idx="7"/>
          </p:cNvCxnSpPr>
          <p:nvPr/>
        </p:nvCxnSpPr>
        <p:spPr bwMode="auto">
          <a:xfrm flipH="1">
            <a:off x="3536950" y="2286000"/>
            <a:ext cx="425450" cy="4254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8" name="AutoShape 9">
            <a:extLst>
              <a:ext uri="{FF2B5EF4-FFF2-40B4-BE49-F238E27FC236}">
                <a16:creationId xmlns:a16="http://schemas.microsoft.com/office/drawing/2014/main" id="{F58CB08F-2BF0-41F2-B535-E4ECE348757E}"/>
              </a:ext>
            </a:extLst>
          </p:cNvPr>
          <p:cNvCxnSpPr>
            <a:cxnSpLocks noChangeShapeType="1"/>
            <a:stCxn id="15365" idx="5"/>
            <a:endCxn id="15366" idx="0"/>
          </p:cNvCxnSpPr>
          <p:nvPr/>
        </p:nvCxnSpPr>
        <p:spPr bwMode="auto">
          <a:xfrm>
            <a:off x="3536950" y="2927350"/>
            <a:ext cx="425450" cy="3492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9" name="AutoShape 10">
            <a:extLst>
              <a:ext uri="{FF2B5EF4-FFF2-40B4-BE49-F238E27FC236}">
                <a16:creationId xmlns:a16="http://schemas.microsoft.com/office/drawing/2014/main" id="{75D008F1-3AB0-4153-82F8-440F2F40B135}"/>
              </a:ext>
            </a:extLst>
          </p:cNvPr>
          <p:cNvCxnSpPr>
            <a:cxnSpLocks noChangeShapeType="1"/>
            <a:stCxn id="15365" idx="3"/>
          </p:cNvCxnSpPr>
          <p:nvPr/>
        </p:nvCxnSpPr>
        <p:spPr bwMode="auto">
          <a:xfrm flipH="1">
            <a:off x="2895600" y="2927350"/>
            <a:ext cx="425450" cy="4254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0" name="AutoShape 12">
            <a:extLst>
              <a:ext uri="{FF2B5EF4-FFF2-40B4-BE49-F238E27FC236}">
                <a16:creationId xmlns:a16="http://schemas.microsoft.com/office/drawing/2014/main" id="{F4553B36-24C9-4408-BD45-68AE5C215A3E}"/>
              </a:ext>
            </a:extLst>
          </p:cNvPr>
          <p:cNvCxnSpPr>
            <a:cxnSpLocks noChangeShapeType="1"/>
            <a:stCxn id="15366" idx="2"/>
          </p:cNvCxnSpPr>
          <p:nvPr/>
        </p:nvCxnSpPr>
        <p:spPr bwMode="auto">
          <a:xfrm>
            <a:off x="3962400" y="3581400"/>
            <a:ext cx="533400" cy="5334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1" name="AutoShape 13">
            <a:extLst>
              <a:ext uri="{FF2B5EF4-FFF2-40B4-BE49-F238E27FC236}">
                <a16:creationId xmlns:a16="http://schemas.microsoft.com/office/drawing/2014/main" id="{E92FCFF1-CA9C-45C6-A4CE-DD31E51B06D3}"/>
              </a:ext>
            </a:extLst>
          </p:cNvPr>
          <p:cNvCxnSpPr>
            <a:cxnSpLocks noChangeShapeType="1"/>
          </p:cNvCxnSpPr>
          <p:nvPr/>
        </p:nvCxnSpPr>
        <p:spPr bwMode="auto">
          <a:xfrm flipH="1">
            <a:off x="3581400" y="3581400"/>
            <a:ext cx="425450" cy="5334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372" name="Rectangle 14">
            <a:extLst>
              <a:ext uri="{FF2B5EF4-FFF2-40B4-BE49-F238E27FC236}">
                <a16:creationId xmlns:a16="http://schemas.microsoft.com/office/drawing/2014/main" id="{7119088E-FA49-4423-9010-29DF62DF165F}"/>
              </a:ext>
            </a:extLst>
          </p:cNvPr>
          <p:cNvSpPr>
            <a:spLocks noChangeArrowheads="1"/>
          </p:cNvSpPr>
          <p:nvPr/>
        </p:nvSpPr>
        <p:spPr bwMode="auto">
          <a:xfrm>
            <a:off x="7010400" y="1981200"/>
            <a:ext cx="304800" cy="304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15373" name="Oval 15">
            <a:extLst>
              <a:ext uri="{FF2B5EF4-FFF2-40B4-BE49-F238E27FC236}">
                <a16:creationId xmlns:a16="http://schemas.microsoft.com/office/drawing/2014/main" id="{54EF4EB4-5F4B-406F-8163-1015BC605655}"/>
              </a:ext>
            </a:extLst>
          </p:cNvPr>
          <p:cNvSpPr>
            <a:spLocks noChangeArrowheads="1"/>
          </p:cNvSpPr>
          <p:nvPr/>
        </p:nvSpPr>
        <p:spPr bwMode="auto">
          <a:xfrm>
            <a:off x="7620000" y="2667000"/>
            <a:ext cx="304800" cy="3048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15374" name="Rectangle 16">
            <a:extLst>
              <a:ext uri="{FF2B5EF4-FFF2-40B4-BE49-F238E27FC236}">
                <a16:creationId xmlns:a16="http://schemas.microsoft.com/office/drawing/2014/main" id="{58930DC1-6CF7-4949-A4D2-E13C3EFD98C3}"/>
              </a:ext>
            </a:extLst>
          </p:cNvPr>
          <p:cNvSpPr>
            <a:spLocks noChangeArrowheads="1"/>
          </p:cNvSpPr>
          <p:nvPr/>
        </p:nvSpPr>
        <p:spPr bwMode="auto">
          <a:xfrm>
            <a:off x="7010400" y="3429000"/>
            <a:ext cx="304800" cy="304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15375" name="Oval 17">
            <a:extLst>
              <a:ext uri="{FF2B5EF4-FFF2-40B4-BE49-F238E27FC236}">
                <a16:creationId xmlns:a16="http://schemas.microsoft.com/office/drawing/2014/main" id="{81CA0A55-A12E-4126-939A-DFBBAF1E5054}"/>
              </a:ext>
            </a:extLst>
          </p:cNvPr>
          <p:cNvSpPr>
            <a:spLocks noChangeArrowheads="1"/>
          </p:cNvSpPr>
          <p:nvPr/>
        </p:nvSpPr>
        <p:spPr bwMode="auto">
          <a:xfrm>
            <a:off x="6400800" y="4191000"/>
            <a:ext cx="304800" cy="3048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cxnSp>
        <p:nvCxnSpPr>
          <p:cNvPr id="15376" name="AutoShape 18">
            <a:extLst>
              <a:ext uri="{FF2B5EF4-FFF2-40B4-BE49-F238E27FC236}">
                <a16:creationId xmlns:a16="http://schemas.microsoft.com/office/drawing/2014/main" id="{92963E79-2B7E-4F77-8E70-F8F4E546AD80}"/>
              </a:ext>
            </a:extLst>
          </p:cNvPr>
          <p:cNvCxnSpPr>
            <a:cxnSpLocks noChangeShapeType="1"/>
            <a:stCxn id="15372" idx="2"/>
            <a:endCxn id="15373" idx="1"/>
          </p:cNvCxnSpPr>
          <p:nvPr/>
        </p:nvCxnSpPr>
        <p:spPr bwMode="auto">
          <a:xfrm>
            <a:off x="7162800" y="2286000"/>
            <a:ext cx="501650" cy="4254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7" name="AutoShape 19">
            <a:extLst>
              <a:ext uri="{FF2B5EF4-FFF2-40B4-BE49-F238E27FC236}">
                <a16:creationId xmlns:a16="http://schemas.microsoft.com/office/drawing/2014/main" id="{C7DCDC06-B25E-4784-B0AB-0631F19539E1}"/>
              </a:ext>
            </a:extLst>
          </p:cNvPr>
          <p:cNvCxnSpPr>
            <a:cxnSpLocks noChangeShapeType="1"/>
            <a:stCxn id="15373" idx="3"/>
            <a:endCxn id="15374" idx="0"/>
          </p:cNvCxnSpPr>
          <p:nvPr/>
        </p:nvCxnSpPr>
        <p:spPr bwMode="auto">
          <a:xfrm flipH="1">
            <a:off x="7162800" y="2927350"/>
            <a:ext cx="501650" cy="5016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8" name="AutoShape 20">
            <a:extLst>
              <a:ext uri="{FF2B5EF4-FFF2-40B4-BE49-F238E27FC236}">
                <a16:creationId xmlns:a16="http://schemas.microsoft.com/office/drawing/2014/main" id="{D6D58229-0A55-4D60-B1FD-1180FE1C946F}"/>
              </a:ext>
            </a:extLst>
          </p:cNvPr>
          <p:cNvCxnSpPr>
            <a:cxnSpLocks noChangeShapeType="1"/>
            <a:stCxn id="15374" idx="2"/>
            <a:endCxn id="15375" idx="7"/>
          </p:cNvCxnSpPr>
          <p:nvPr/>
        </p:nvCxnSpPr>
        <p:spPr bwMode="auto">
          <a:xfrm flipH="1">
            <a:off x="6661150" y="3733800"/>
            <a:ext cx="501650" cy="5016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9" name="AutoShape 21">
            <a:extLst>
              <a:ext uri="{FF2B5EF4-FFF2-40B4-BE49-F238E27FC236}">
                <a16:creationId xmlns:a16="http://schemas.microsoft.com/office/drawing/2014/main" id="{46C4AF0F-B64E-40AD-864B-82D3B02FEB84}"/>
              </a:ext>
            </a:extLst>
          </p:cNvPr>
          <p:cNvCxnSpPr>
            <a:cxnSpLocks noChangeShapeType="1"/>
            <a:stCxn id="15374" idx="2"/>
          </p:cNvCxnSpPr>
          <p:nvPr/>
        </p:nvCxnSpPr>
        <p:spPr bwMode="auto">
          <a:xfrm>
            <a:off x="7162800" y="3733800"/>
            <a:ext cx="609600" cy="6096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0" name="AutoShape 22">
            <a:extLst>
              <a:ext uri="{FF2B5EF4-FFF2-40B4-BE49-F238E27FC236}">
                <a16:creationId xmlns:a16="http://schemas.microsoft.com/office/drawing/2014/main" id="{F66030B8-3E7A-427A-BD69-CA0A70A39FED}"/>
              </a:ext>
            </a:extLst>
          </p:cNvPr>
          <p:cNvCxnSpPr>
            <a:cxnSpLocks noChangeShapeType="1"/>
            <a:stCxn id="15372" idx="2"/>
          </p:cNvCxnSpPr>
          <p:nvPr/>
        </p:nvCxnSpPr>
        <p:spPr bwMode="auto">
          <a:xfrm flipH="1">
            <a:off x="6553200" y="2286000"/>
            <a:ext cx="609600" cy="5334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1" name="AutoShape 23">
            <a:extLst>
              <a:ext uri="{FF2B5EF4-FFF2-40B4-BE49-F238E27FC236}">
                <a16:creationId xmlns:a16="http://schemas.microsoft.com/office/drawing/2014/main" id="{889D55E1-6CA3-4256-B47F-5D20CE87F747}"/>
              </a:ext>
            </a:extLst>
          </p:cNvPr>
          <p:cNvCxnSpPr>
            <a:cxnSpLocks noChangeShapeType="1"/>
            <a:stCxn id="15375" idx="5"/>
          </p:cNvCxnSpPr>
          <p:nvPr/>
        </p:nvCxnSpPr>
        <p:spPr bwMode="auto">
          <a:xfrm>
            <a:off x="6661150" y="4451350"/>
            <a:ext cx="501650" cy="5016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2" name="AutoShape 24">
            <a:extLst>
              <a:ext uri="{FF2B5EF4-FFF2-40B4-BE49-F238E27FC236}">
                <a16:creationId xmlns:a16="http://schemas.microsoft.com/office/drawing/2014/main" id="{A84CC9D2-5DE7-4BF2-9DCC-47DEA9E191FE}"/>
              </a:ext>
            </a:extLst>
          </p:cNvPr>
          <p:cNvCxnSpPr>
            <a:cxnSpLocks noChangeShapeType="1"/>
            <a:stCxn id="15375" idx="3"/>
          </p:cNvCxnSpPr>
          <p:nvPr/>
        </p:nvCxnSpPr>
        <p:spPr bwMode="auto">
          <a:xfrm flipH="1">
            <a:off x="5943600" y="4451350"/>
            <a:ext cx="501650" cy="5016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383" name="Text Box 25">
            <a:extLst>
              <a:ext uri="{FF2B5EF4-FFF2-40B4-BE49-F238E27FC236}">
                <a16:creationId xmlns:a16="http://schemas.microsoft.com/office/drawing/2014/main" id="{D2AEAAFA-FE85-4422-85F5-C56E5C84AA54}"/>
              </a:ext>
            </a:extLst>
          </p:cNvPr>
          <p:cNvSpPr txBox="1">
            <a:spLocks noChangeArrowheads="1"/>
          </p:cNvSpPr>
          <p:nvPr/>
        </p:nvSpPr>
        <p:spPr bwMode="auto">
          <a:xfrm>
            <a:off x="4327525" y="1941513"/>
            <a:ext cx="844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1800"/>
              <a:t>ROOT</a:t>
            </a:r>
          </a:p>
        </p:txBody>
      </p:sp>
      <p:sp>
        <p:nvSpPr>
          <p:cNvPr id="15384" name="Text Box 26">
            <a:extLst>
              <a:ext uri="{FF2B5EF4-FFF2-40B4-BE49-F238E27FC236}">
                <a16:creationId xmlns:a16="http://schemas.microsoft.com/office/drawing/2014/main" id="{0AE89005-2137-415D-B8FF-F2410A6AD92A}"/>
              </a:ext>
            </a:extLst>
          </p:cNvPr>
          <p:cNvSpPr txBox="1">
            <a:spLocks noChangeArrowheads="1"/>
          </p:cNvSpPr>
          <p:nvPr/>
        </p:nvSpPr>
        <p:spPr bwMode="auto">
          <a:xfrm>
            <a:off x="7543800" y="1905001"/>
            <a:ext cx="844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1800"/>
              <a:t>ROOT</a:t>
            </a:r>
          </a:p>
        </p:txBody>
      </p:sp>
      <p:sp>
        <p:nvSpPr>
          <p:cNvPr id="15385" name="Text Box 27">
            <a:extLst>
              <a:ext uri="{FF2B5EF4-FFF2-40B4-BE49-F238E27FC236}">
                <a16:creationId xmlns:a16="http://schemas.microsoft.com/office/drawing/2014/main" id="{0370009A-426D-447D-BB21-E6C61E73A8CD}"/>
              </a:ext>
            </a:extLst>
          </p:cNvPr>
          <p:cNvSpPr txBox="1">
            <a:spLocks noChangeArrowheads="1"/>
          </p:cNvSpPr>
          <p:nvPr/>
        </p:nvSpPr>
        <p:spPr bwMode="auto">
          <a:xfrm>
            <a:off x="3657600" y="2667001"/>
            <a:ext cx="336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1800"/>
              <a:t>A</a:t>
            </a:r>
          </a:p>
        </p:txBody>
      </p:sp>
      <p:sp>
        <p:nvSpPr>
          <p:cNvPr id="15386" name="Text Box 28">
            <a:extLst>
              <a:ext uri="{FF2B5EF4-FFF2-40B4-BE49-F238E27FC236}">
                <a16:creationId xmlns:a16="http://schemas.microsoft.com/office/drawing/2014/main" id="{79868A52-40DF-4808-93C5-22EF823F42B6}"/>
              </a:ext>
            </a:extLst>
          </p:cNvPr>
          <p:cNvSpPr txBox="1">
            <a:spLocks noChangeArrowheads="1"/>
          </p:cNvSpPr>
          <p:nvPr/>
        </p:nvSpPr>
        <p:spPr bwMode="auto">
          <a:xfrm>
            <a:off x="4191000" y="3276601"/>
            <a:ext cx="336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1800"/>
              <a:t>B</a:t>
            </a:r>
          </a:p>
        </p:txBody>
      </p:sp>
      <p:sp>
        <p:nvSpPr>
          <p:cNvPr id="15387" name="Text Box 29">
            <a:extLst>
              <a:ext uri="{FF2B5EF4-FFF2-40B4-BE49-F238E27FC236}">
                <a16:creationId xmlns:a16="http://schemas.microsoft.com/office/drawing/2014/main" id="{02E12267-DF3C-4BE0-B6F9-97F40A748E6A}"/>
              </a:ext>
            </a:extLst>
          </p:cNvPr>
          <p:cNvSpPr txBox="1">
            <a:spLocks noChangeArrowheads="1"/>
          </p:cNvSpPr>
          <p:nvPr/>
        </p:nvSpPr>
        <p:spPr bwMode="auto">
          <a:xfrm>
            <a:off x="4495800" y="41148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1800"/>
              <a:t>C</a:t>
            </a:r>
          </a:p>
        </p:txBody>
      </p:sp>
      <p:sp>
        <p:nvSpPr>
          <p:cNvPr id="15388" name="Text Box 30">
            <a:extLst>
              <a:ext uri="{FF2B5EF4-FFF2-40B4-BE49-F238E27FC236}">
                <a16:creationId xmlns:a16="http://schemas.microsoft.com/office/drawing/2014/main" id="{599290D8-7348-477D-A590-B2A414B787F8}"/>
              </a:ext>
            </a:extLst>
          </p:cNvPr>
          <p:cNvSpPr txBox="1">
            <a:spLocks noChangeArrowheads="1"/>
          </p:cNvSpPr>
          <p:nvPr/>
        </p:nvSpPr>
        <p:spPr bwMode="auto">
          <a:xfrm>
            <a:off x="2667000" y="3429001"/>
            <a:ext cx="438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1800"/>
              <a:t>10</a:t>
            </a:r>
          </a:p>
        </p:txBody>
      </p:sp>
      <p:sp>
        <p:nvSpPr>
          <p:cNvPr id="15389" name="Text Box 31">
            <a:extLst>
              <a:ext uri="{FF2B5EF4-FFF2-40B4-BE49-F238E27FC236}">
                <a16:creationId xmlns:a16="http://schemas.microsoft.com/office/drawing/2014/main" id="{658F6B96-B9F5-4522-BD81-00B98869BC63}"/>
              </a:ext>
            </a:extLst>
          </p:cNvPr>
          <p:cNvSpPr txBox="1">
            <a:spLocks noChangeArrowheads="1"/>
          </p:cNvSpPr>
          <p:nvPr/>
        </p:nvSpPr>
        <p:spPr bwMode="auto">
          <a:xfrm>
            <a:off x="3429000" y="4114801"/>
            <a:ext cx="438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1800"/>
              <a:t>14</a:t>
            </a:r>
          </a:p>
        </p:txBody>
      </p:sp>
      <p:sp>
        <p:nvSpPr>
          <p:cNvPr id="15390" name="Text Box 32">
            <a:extLst>
              <a:ext uri="{FF2B5EF4-FFF2-40B4-BE49-F238E27FC236}">
                <a16:creationId xmlns:a16="http://schemas.microsoft.com/office/drawing/2014/main" id="{C6A765D7-AD97-4666-9AFC-D60F5F5C7D0A}"/>
              </a:ext>
            </a:extLst>
          </p:cNvPr>
          <p:cNvSpPr txBox="1">
            <a:spLocks noChangeArrowheads="1"/>
          </p:cNvSpPr>
          <p:nvPr/>
        </p:nvSpPr>
        <p:spPr bwMode="auto">
          <a:xfrm>
            <a:off x="6324600" y="2895601"/>
            <a:ext cx="438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1800"/>
              <a:t>10</a:t>
            </a:r>
          </a:p>
        </p:txBody>
      </p:sp>
      <p:sp>
        <p:nvSpPr>
          <p:cNvPr id="15391" name="Text Box 33">
            <a:extLst>
              <a:ext uri="{FF2B5EF4-FFF2-40B4-BE49-F238E27FC236}">
                <a16:creationId xmlns:a16="http://schemas.microsoft.com/office/drawing/2014/main" id="{E47C5256-E6AE-4D6C-88C0-C54207168C18}"/>
              </a:ext>
            </a:extLst>
          </p:cNvPr>
          <p:cNvSpPr txBox="1">
            <a:spLocks noChangeArrowheads="1"/>
          </p:cNvSpPr>
          <p:nvPr/>
        </p:nvSpPr>
        <p:spPr bwMode="auto">
          <a:xfrm>
            <a:off x="7391400" y="3429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1800"/>
              <a:t>F</a:t>
            </a:r>
          </a:p>
        </p:txBody>
      </p:sp>
      <p:sp>
        <p:nvSpPr>
          <p:cNvPr id="15392" name="Text Box 34">
            <a:extLst>
              <a:ext uri="{FF2B5EF4-FFF2-40B4-BE49-F238E27FC236}">
                <a16:creationId xmlns:a16="http://schemas.microsoft.com/office/drawing/2014/main" id="{64DF814E-B41B-4BF0-B812-FB6CE87876A2}"/>
              </a:ext>
            </a:extLst>
          </p:cNvPr>
          <p:cNvSpPr txBox="1">
            <a:spLocks noChangeArrowheads="1"/>
          </p:cNvSpPr>
          <p:nvPr/>
        </p:nvSpPr>
        <p:spPr bwMode="auto">
          <a:xfrm>
            <a:off x="7696200" y="4343401"/>
            <a:ext cx="361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1800"/>
              <a:t>G</a:t>
            </a:r>
          </a:p>
        </p:txBody>
      </p:sp>
      <p:sp>
        <p:nvSpPr>
          <p:cNvPr id="15393" name="Text Box 35">
            <a:extLst>
              <a:ext uri="{FF2B5EF4-FFF2-40B4-BE49-F238E27FC236}">
                <a16:creationId xmlns:a16="http://schemas.microsoft.com/office/drawing/2014/main" id="{C234C96C-2409-4478-99E8-586EF6D5248D}"/>
              </a:ext>
            </a:extLst>
          </p:cNvPr>
          <p:cNvSpPr txBox="1">
            <a:spLocks noChangeArrowheads="1"/>
          </p:cNvSpPr>
          <p:nvPr/>
        </p:nvSpPr>
        <p:spPr bwMode="auto">
          <a:xfrm>
            <a:off x="6781800" y="41910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1800"/>
              <a:t>D</a:t>
            </a:r>
          </a:p>
        </p:txBody>
      </p:sp>
      <p:sp>
        <p:nvSpPr>
          <p:cNvPr id="15394" name="Text Box 36">
            <a:extLst>
              <a:ext uri="{FF2B5EF4-FFF2-40B4-BE49-F238E27FC236}">
                <a16:creationId xmlns:a16="http://schemas.microsoft.com/office/drawing/2014/main" id="{FAB596F1-156C-4B13-9EEA-194FBCCAE92C}"/>
              </a:ext>
            </a:extLst>
          </p:cNvPr>
          <p:cNvSpPr txBox="1">
            <a:spLocks noChangeArrowheads="1"/>
          </p:cNvSpPr>
          <p:nvPr/>
        </p:nvSpPr>
        <p:spPr bwMode="auto">
          <a:xfrm>
            <a:off x="7086600" y="4953001"/>
            <a:ext cx="336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1800"/>
              <a:t>E</a:t>
            </a:r>
          </a:p>
        </p:txBody>
      </p:sp>
      <p:sp>
        <p:nvSpPr>
          <p:cNvPr id="15395" name="Text Box 37">
            <a:extLst>
              <a:ext uri="{FF2B5EF4-FFF2-40B4-BE49-F238E27FC236}">
                <a16:creationId xmlns:a16="http://schemas.microsoft.com/office/drawing/2014/main" id="{0485ACB9-5B3D-48FE-BED9-161C49DB867E}"/>
              </a:ext>
            </a:extLst>
          </p:cNvPr>
          <p:cNvSpPr txBox="1">
            <a:spLocks noChangeArrowheads="1"/>
          </p:cNvSpPr>
          <p:nvPr/>
        </p:nvSpPr>
        <p:spPr bwMode="auto">
          <a:xfrm>
            <a:off x="5715000" y="4953001"/>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1800"/>
              <a:t>5</a:t>
            </a:r>
          </a:p>
        </p:txBody>
      </p:sp>
      <p:sp>
        <p:nvSpPr>
          <p:cNvPr id="15396" name="Text Box 38">
            <a:extLst>
              <a:ext uri="{FF2B5EF4-FFF2-40B4-BE49-F238E27FC236}">
                <a16:creationId xmlns:a16="http://schemas.microsoft.com/office/drawing/2014/main" id="{E1A23C92-D7F3-442C-8DA3-EDA54CD737FF}"/>
              </a:ext>
            </a:extLst>
          </p:cNvPr>
          <p:cNvSpPr txBox="1">
            <a:spLocks noChangeArrowheads="1"/>
          </p:cNvSpPr>
          <p:nvPr/>
        </p:nvSpPr>
        <p:spPr bwMode="auto">
          <a:xfrm>
            <a:off x="2819401" y="5410201"/>
            <a:ext cx="18954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ctr" eaLnBrk="1" hangingPunct="1">
              <a:spcBef>
                <a:spcPct val="0"/>
              </a:spcBef>
              <a:buFontTx/>
              <a:buNone/>
            </a:pPr>
            <a:r>
              <a:rPr lang="en-US" altLang="en-US" sz="2000">
                <a:latin typeface="Tahoma" panose="020B0604030504040204" pitchFamily="34" charset="0"/>
              </a:rPr>
              <a:t>Shallow Cut-off</a:t>
            </a:r>
          </a:p>
        </p:txBody>
      </p:sp>
      <p:sp>
        <p:nvSpPr>
          <p:cNvPr id="15397" name="Text Box 39">
            <a:extLst>
              <a:ext uri="{FF2B5EF4-FFF2-40B4-BE49-F238E27FC236}">
                <a16:creationId xmlns:a16="http://schemas.microsoft.com/office/drawing/2014/main" id="{71879900-40F6-4A45-A79E-C8135B69D576}"/>
              </a:ext>
            </a:extLst>
          </p:cNvPr>
          <p:cNvSpPr txBox="1">
            <a:spLocks noChangeArrowheads="1"/>
          </p:cNvSpPr>
          <p:nvPr/>
        </p:nvSpPr>
        <p:spPr bwMode="auto">
          <a:xfrm>
            <a:off x="6613525" y="5410201"/>
            <a:ext cx="16144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ctr" eaLnBrk="1" hangingPunct="1">
              <a:spcBef>
                <a:spcPct val="0"/>
              </a:spcBef>
              <a:buFontTx/>
              <a:buNone/>
            </a:pPr>
            <a:r>
              <a:rPr lang="en-US" altLang="en-US" sz="2000">
                <a:latin typeface="Tahoma" panose="020B0604030504040204" pitchFamily="34" charset="0"/>
              </a:rPr>
              <a:t>Deep Cut-off</a:t>
            </a:r>
          </a:p>
        </p:txBody>
      </p:sp>
      <p:sp>
        <p:nvSpPr>
          <p:cNvPr id="15398" name="Text Box 40">
            <a:extLst>
              <a:ext uri="{FF2B5EF4-FFF2-40B4-BE49-F238E27FC236}">
                <a16:creationId xmlns:a16="http://schemas.microsoft.com/office/drawing/2014/main" id="{D07757F8-1AE1-40E6-8B00-9EC07B8807B1}"/>
              </a:ext>
            </a:extLst>
          </p:cNvPr>
          <p:cNvSpPr txBox="1">
            <a:spLocks noChangeArrowheads="1"/>
          </p:cNvSpPr>
          <p:nvPr/>
        </p:nvSpPr>
        <p:spPr bwMode="auto">
          <a:xfrm>
            <a:off x="8670925" y="3941763"/>
            <a:ext cx="10541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1600">
                <a:latin typeface="Tahoma" panose="020B0604030504040204" pitchFamily="34" charset="0"/>
              </a:rPr>
              <a:t>Max node</a:t>
            </a:r>
          </a:p>
        </p:txBody>
      </p:sp>
      <p:sp>
        <p:nvSpPr>
          <p:cNvPr id="15399" name="Rectangle 41">
            <a:extLst>
              <a:ext uri="{FF2B5EF4-FFF2-40B4-BE49-F238E27FC236}">
                <a16:creationId xmlns:a16="http://schemas.microsoft.com/office/drawing/2014/main" id="{6D421DF3-3C4A-48D1-822D-A88C5E65173D}"/>
              </a:ext>
            </a:extLst>
          </p:cNvPr>
          <p:cNvSpPr>
            <a:spLocks noChangeArrowheads="1"/>
          </p:cNvSpPr>
          <p:nvPr/>
        </p:nvSpPr>
        <p:spPr bwMode="auto">
          <a:xfrm>
            <a:off x="8382000" y="3962400"/>
            <a:ext cx="304800" cy="304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15400" name="Oval 42">
            <a:extLst>
              <a:ext uri="{FF2B5EF4-FFF2-40B4-BE49-F238E27FC236}">
                <a16:creationId xmlns:a16="http://schemas.microsoft.com/office/drawing/2014/main" id="{BCABCB75-B182-49BE-8961-013119A5879F}"/>
              </a:ext>
            </a:extLst>
          </p:cNvPr>
          <p:cNvSpPr>
            <a:spLocks noChangeArrowheads="1"/>
          </p:cNvSpPr>
          <p:nvPr/>
        </p:nvSpPr>
        <p:spPr bwMode="auto">
          <a:xfrm>
            <a:off x="8382000" y="4419600"/>
            <a:ext cx="304800" cy="3048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15401" name="Text Box 43">
            <a:extLst>
              <a:ext uri="{FF2B5EF4-FFF2-40B4-BE49-F238E27FC236}">
                <a16:creationId xmlns:a16="http://schemas.microsoft.com/office/drawing/2014/main" id="{9E82DCB2-C8C9-4108-8BCE-DF90D925ED1C}"/>
              </a:ext>
            </a:extLst>
          </p:cNvPr>
          <p:cNvSpPr txBox="1">
            <a:spLocks noChangeArrowheads="1"/>
          </p:cNvSpPr>
          <p:nvPr/>
        </p:nvSpPr>
        <p:spPr bwMode="auto">
          <a:xfrm>
            <a:off x="8686801" y="4419600"/>
            <a:ext cx="10064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1600">
                <a:latin typeface="Tahoma" panose="020B0604030504040204" pitchFamily="34" charset="0"/>
              </a:rPr>
              <a:t>Min node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339E92D5-DC28-48BE-939B-57072F0D69A6}"/>
              </a:ext>
            </a:extLst>
          </p:cNvPr>
          <p:cNvSpPr>
            <a:spLocks noGrp="1"/>
          </p:cNvSpPr>
          <p:nvPr>
            <p:ph type="sldNum" sz="quarter" idx="12"/>
          </p:nvPr>
        </p:nvSpPr>
        <p:spPr/>
        <p:txBody>
          <a:bodyPr/>
          <a:lstStyle/>
          <a:p>
            <a:pPr>
              <a:defRPr/>
            </a:pPr>
            <a:fld id="{0AA5616D-1A99-4A21-9865-2C4F2943066D}" type="slidenum">
              <a:rPr lang="en-US" altLang="en-US"/>
              <a:pPr>
                <a:defRPr/>
              </a:pPr>
              <a:t>14</a:t>
            </a:fld>
            <a:endParaRPr lang="en-US" altLang="en-US"/>
          </a:p>
        </p:txBody>
      </p:sp>
      <p:sp>
        <p:nvSpPr>
          <p:cNvPr id="16387" name="Rectangle 2">
            <a:extLst>
              <a:ext uri="{FF2B5EF4-FFF2-40B4-BE49-F238E27FC236}">
                <a16:creationId xmlns:a16="http://schemas.microsoft.com/office/drawing/2014/main" id="{6C49DA46-261E-4FF2-953E-7EB21BB54E0E}"/>
              </a:ext>
            </a:extLst>
          </p:cNvPr>
          <p:cNvSpPr>
            <a:spLocks noGrp="1" noChangeArrowheads="1"/>
          </p:cNvSpPr>
          <p:nvPr>
            <p:ph type="title"/>
          </p:nvPr>
        </p:nvSpPr>
        <p:spPr/>
        <p:txBody>
          <a:bodyPr/>
          <a:lstStyle/>
          <a:p>
            <a:pPr algn="l" eaLnBrk="1" hangingPunct="1"/>
            <a:r>
              <a:rPr lang="en-US" altLang="en-US" sz="2800"/>
              <a:t>Alpha-Beta Pruning</a:t>
            </a:r>
          </a:p>
        </p:txBody>
      </p:sp>
      <p:sp>
        <p:nvSpPr>
          <p:cNvPr id="16388" name="Rectangle 3">
            <a:extLst>
              <a:ext uri="{FF2B5EF4-FFF2-40B4-BE49-F238E27FC236}">
                <a16:creationId xmlns:a16="http://schemas.microsoft.com/office/drawing/2014/main" id="{09274325-AC9B-4CEE-AFC7-7213E5DD49AC}"/>
              </a:ext>
            </a:extLst>
          </p:cNvPr>
          <p:cNvSpPr>
            <a:spLocks noGrp="1" noChangeArrowheads="1"/>
          </p:cNvSpPr>
          <p:nvPr>
            <p:ph type="body" idx="1"/>
          </p:nvPr>
        </p:nvSpPr>
        <p:spPr/>
        <p:txBody>
          <a:bodyPr/>
          <a:lstStyle/>
          <a:p>
            <a:pPr eaLnBrk="1" hangingPunct="1"/>
            <a:r>
              <a:rPr lang="en-US" altLang="en-US" sz="2000"/>
              <a:t>Alpha Bound of J:</a:t>
            </a:r>
          </a:p>
          <a:p>
            <a:pPr lvl="1" eaLnBrk="1" hangingPunct="1"/>
            <a:r>
              <a:rPr lang="en-US" altLang="en-US" sz="1800"/>
              <a:t>The highest current value of all MAX ancestors of J</a:t>
            </a:r>
          </a:p>
          <a:p>
            <a:pPr lvl="1" eaLnBrk="1" hangingPunct="1"/>
            <a:r>
              <a:rPr lang="en-US" altLang="en-US" sz="1800"/>
              <a:t>Exploration of a min node, J, is terminated as soon as its value equals or falls below alpha.</a:t>
            </a:r>
          </a:p>
          <a:p>
            <a:pPr lvl="1" eaLnBrk="1" hangingPunct="1"/>
            <a:r>
              <a:rPr lang="en-US" altLang="en-US" sz="1800"/>
              <a:t>In a min node, we update beta</a:t>
            </a:r>
          </a:p>
          <a:p>
            <a:pPr lvl="1" eaLnBrk="1" hangingPunct="1">
              <a:buFontTx/>
              <a:buNone/>
            </a:pPr>
            <a:endParaRPr lang="en-US" altLang="en-US" sz="1800"/>
          </a:p>
          <a:p>
            <a:pPr eaLnBrk="1" hangingPunct="1"/>
            <a:r>
              <a:rPr lang="en-US" altLang="en-US" sz="2000"/>
              <a:t>Beta Bound of J:</a:t>
            </a:r>
          </a:p>
          <a:p>
            <a:pPr lvl="1" eaLnBrk="1" hangingPunct="1"/>
            <a:r>
              <a:rPr lang="en-US" altLang="en-US" sz="1800"/>
              <a:t>The lowest current value of all MIN ancestors of J</a:t>
            </a:r>
          </a:p>
          <a:p>
            <a:pPr lvl="1" eaLnBrk="1" hangingPunct="1"/>
            <a:r>
              <a:rPr lang="en-US" altLang="en-US" sz="1800"/>
              <a:t>Exploration of a max node, J, is terminated as soon as its value equals or exceeds beta</a:t>
            </a:r>
          </a:p>
          <a:p>
            <a:pPr lvl="1" eaLnBrk="1" hangingPunct="1"/>
            <a:r>
              <a:rPr lang="en-US" altLang="en-US" sz="1800"/>
              <a:t>In a max node, we update alpha</a:t>
            </a:r>
          </a:p>
          <a:p>
            <a:pPr eaLnBrk="1" hangingPunct="1"/>
            <a:r>
              <a:rPr lang="en-US" altLang="en-US" sz="2000"/>
              <a:t>In both min and max nodes, we return when </a:t>
            </a:r>
            <a:r>
              <a:rPr lang="en-US" altLang="en-US" sz="2400">
                <a:sym typeface="Symbol" panose="05050102010706020507" pitchFamily="18" charset="2"/>
              </a:rPr>
              <a:t>  </a:t>
            </a:r>
            <a:endParaRPr lang="en-US" altLang="en-US" sz="2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F8C62DFE-C7D0-4C4D-B4B0-991E3D98B0E7}"/>
              </a:ext>
            </a:extLst>
          </p:cNvPr>
          <p:cNvSpPr>
            <a:spLocks noGrp="1"/>
          </p:cNvSpPr>
          <p:nvPr>
            <p:ph type="sldNum" sz="quarter" idx="12"/>
          </p:nvPr>
        </p:nvSpPr>
        <p:spPr/>
        <p:txBody>
          <a:bodyPr/>
          <a:lstStyle/>
          <a:p>
            <a:pPr>
              <a:defRPr/>
            </a:pPr>
            <a:fld id="{DB47F473-3F22-4E94-AD0C-8B5DEA3C6921}" type="slidenum">
              <a:rPr lang="en-US" altLang="en-US"/>
              <a:pPr>
                <a:defRPr/>
              </a:pPr>
              <a:t>15</a:t>
            </a:fld>
            <a:endParaRPr lang="en-US" altLang="en-US"/>
          </a:p>
        </p:txBody>
      </p:sp>
      <p:sp>
        <p:nvSpPr>
          <p:cNvPr id="17411" name="Rectangle 2">
            <a:extLst>
              <a:ext uri="{FF2B5EF4-FFF2-40B4-BE49-F238E27FC236}">
                <a16:creationId xmlns:a16="http://schemas.microsoft.com/office/drawing/2014/main" id="{A52032F0-8362-4EEE-B5A0-82958667C9E8}"/>
              </a:ext>
            </a:extLst>
          </p:cNvPr>
          <p:cNvSpPr>
            <a:spLocks noGrp="1" noChangeArrowheads="1"/>
          </p:cNvSpPr>
          <p:nvPr>
            <p:ph type="title"/>
          </p:nvPr>
        </p:nvSpPr>
        <p:spPr/>
        <p:txBody>
          <a:bodyPr/>
          <a:lstStyle/>
          <a:p>
            <a:pPr algn="l" eaLnBrk="1" hangingPunct="1"/>
            <a:r>
              <a:rPr lang="en-US" altLang="en-US"/>
              <a:t>Alpha-Beta Procedure: V(J;</a:t>
            </a:r>
            <a:r>
              <a:rPr lang="en-US" altLang="en-US">
                <a:sym typeface="Symbol" panose="05050102010706020507" pitchFamily="18" charset="2"/>
              </a:rPr>
              <a:t>,)</a:t>
            </a:r>
            <a:endParaRPr lang="en-US" altLang="en-US"/>
          </a:p>
        </p:txBody>
      </p:sp>
      <p:sp>
        <p:nvSpPr>
          <p:cNvPr id="17412" name="Rectangle 3">
            <a:extLst>
              <a:ext uri="{FF2B5EF4-FFF2-40B4-BE49-F238E27FC236}">
                <a16:creationId xmlns:a16="http://schemas.microsoft.com/office/drawing/2014/main" id="{F5438902-BB1F-4908-8F33-809145489CD2}"/>
              </a:ext>
            </a:extLst>
          </p:cNvPr>
          <p:cNvSpPr>
            <a:spLocks noGrp="1" noChangeArrowheads="1"/>
          </p:cNvSpPr>
          <p:nvPr>
            <p:ph type="body" idx="1"/>
          </p:nvPr>
        </p:nvSpPr>
        <p:spPr/>
        <p:txBody>
          <a:bodyPr/>
          <a:lstStyle/>
          <a:p>
            <a:pPr marL="533400" indent="-533400" eaLnBrk="1" hangingPunct="1">
              <a:buFontTx/>
              <a:buAutoNum type="arabicPeriod"/>
            </a:pPr>
            <a:r>
              <a:rPr lang="en-US" altLang="en-US" sz="2000"/>
              <a:t>If J is a terminal, return V(J) = h(J).</a:t>
            </a:r>
          </a:p>
          <a:p>
            <a:pPr marL="533400" indent="-533400" eaLnBrk="1" hangingPunct="1">
              <a:buFontTx/>
              <a:buAutoNum type="arabicPeriod"/>
            </a:pPr>
            <a:r>
              <a:rPr lang="en-US" altLang="en-US" sz="2000"/>
              <a:t>If J is a max node:</a:t>
            </a:r>
          </a:p>
          <a:p>
            <a:pPr marL="914400" lvl="1" indent="-457200" eaLnBrk="1" hangingPunct="1">
              <a:buNone/>
            </a:pPr>
            <a:r>
              <a:rPr lang="en-US" altLang="en-US" sz="1800"/>
              <a:t>	For each successor </a:t>
            </a:r>
            <a:r>
              <a:rPr lang="en-US" altLang="en-US" sz="2000"/>
              <a:t>J</a:t>
            </a:r>
            <a:r>
              <a:rPr lang="en-US" altLang="en-US" sz="2000" baseline="-25000"/>
              <a:t>k</a:t>
            </a:r>
            <a:r>
              <a:rPr lang="en-US" altLang="en-US" sz="1800"/>
              <a:t> of J in succession:</a:t>
            </a:r>
          </a:p>
          <a:p>
            <a:pPr marL="914400" lvl="1" indent="-457200" eaLnBrk="1" hangingPunct="1">
              <a:buNone/>
            </a:pPr>
            <a:r>
              <a:rPr lang="en-US" altLang="en-US" sz="1800"/>
              <a:t>		Set </a:t>
            </a:r>
            <a:r>
              <a:rPr lang="en-US" altLang="en-US" sz="1800">
                <a:sym typeface="Symbol" panose="05050102010706020507" pitchFamily="18" charset="2"/>
              </a:rPr>
              <a:t> = max { , V(</a:t>
            </a:r>
            <a:r>
              <a:rPr lang="en-US" altLang="en-US" sz="2000">
                <a:sym typeface="Symbol" panose="05050102010706020507" pitchFamily="18" charset="2"/>
              </a:rPr>
              <a:t>J</a:t>
            </a:r>
            <a:r>
              <a:rPr lang="en-US" altLang="en-US" sz="2000" baseline="-25000">
                <a:sym typeface="Symbol" panose="05050102010706020507" pitchFamily="18" charset="2"/>
              </a:rPr>
              <a:t>k</a:t>
            </a:r>
            <a:r>
              <a:rPr lang="en-US" altLang="en-US" sz="1800">
                <a:sym typeface="Symbol" panose="05050102010706020507" pitchFamily="18" charset="2"/>
              </a:rPr>
              <a:t>; , ) }</a:t>
            </a:r>
          </a:p>
          <a:p>
            <a:pPr marL="914400" lvl="1" indent="-457200" eaLnBrk="1" hangingPunct="1">
              <a:buNone/>
            </a:pPr>
            <a:r>
              <a:rPr lang="en-US" altLang="en-US" sz="1800">
                <a:sym typeface="Symbol" panose="05050102010706020507" pitchFamily="18" charset="2"/>
              </a:rPr>
              <a:t>		If     then return , else continue</a:t>
            </a:r>
          </a:p>
          <a:p>
            <a:pPr marL="914400" lvl="1" indent="-457200" eaLnBrk="1" hangingPunct="1">
              <a:buNone/>
            </a:pPr>
            <a:r>
              <a:rPr lang="en-US" altLang="en-US" sz="1800">
                <a:sym typeface="Symbol" panose="05050102010706020507" pitchFamily="18" charset="2"/>
              </a:rPr>
              <a:t>	Return </a:t>
            </a:r>
            <a:endParaRPr lang="en-US" altLang="en-US" sz="1800"/>
          </a:p>
          <a:p>
            <a:pPr marL="533400" indent="-533400" eaLnBrk="1" hangingPunct="1">
              <a:buFontTx/>
              <a:buAutoNum type="arabicPeriod"/>
            </a:pPr>
            <a:r>
              <a:rPr lang="en-US" altLang="en-US" sz="2000"/>
              <a:t>If J is a min node:</a:t>
            </a:r>
          </a:p>
          <a:p>
            <a:pPr marL="533400" indent="-533400" eaLnBrk="1" hangingPunct="1">
              <a:buNone/>
            </a:pPr>
            <a:r>
              <a:rPr lang="en-US" altLang="en-US" sz="2000"/>
              <a:t>		</a:t>
            </a:r>
            <a:r>
              <a:rPr lang="en-US" altLang="en-US" sz="1800"/>
              <a:t>For each successor </a:t>
            </a:r>
            <a:r>
              <a:rPr lang="en-US" altLang="en-US" sz="2000"/>
              <a:t>J</a:t>
            </a:r>
            <a:r>
              <a:rPr lang="en-US" altLang="en-US" sz="2000" baseline="-25000"/>
              <a:t>k</a:t>
            </a:r>
            <a:r>
              <a:rPr lang="en-US" altLang="en-US" sz="1800"/>
              <a:t> of J in succession:</a:t>
            </a:r>
          </a:p>
          <a:p>
            <a:pPr marL="914400" lvl="1" indent="-457200" eaLnBrk="1" hangingPunct="1">
              <a:buNone/>
            </a:pPr>
            <a:r>
              <a:rPr lang="en-US" altLang="en-US" sz="1800"/>
              <a:t>		Set </a:t>
            </a:r>
            <a:r>
              <a:rPr lang="en-US" altLang="en-US" sz="1800">
                <a:sym typeface="Symbol" panose="05050102010706020507" pitchFamily="18" charset="2"/>
              </a:rPr>
              <a:t> = min { , V(</a:t>
            </a:r>
            <a:r>
              <a:rPr lang="en-US" altLang="en-US" sz="2000">
                <a:sym typeface="Symbol" panose="05050102010706020507" pitchFamily="18" charset="2"/>
              </a:rPr>
              <a:t>J</a:t>
            </a:r>
            <a:r>
              <a:rPr lang="en-US" altLang="en-US" sz="2000" baseline="-25000">
                <a:sym typeface="Symbol" panose="05050102010706020507" pitchFamily="18" charset="2"/>
              </a:rPr>
              <a:t>k</a:t>
            </a:r>
            <a:r>
              <a:rPr lang="en-US" altLang="en-US" sz="1800">
                <a:sym typeface="Symbol" panose="05050102010706020507" pitchFamily="18" charset="2"/>
              </a:rPr>
              <a:t>; , ) }</a:t>
            </a:r>
          </a:p>
          <a:p>
            <a:pPr marL="914400" lvl="1" indent="-457200" eaLnBrk="1" hangingPunct="1">
              <a:buNone/>
            </a:pPr>
            <a:r>
              <a:rPr lang="en-US" altLang="en-US" sz="1800">
                <a:sym typeface="Symbol" panose="05050102010706020507" pitchFamily="18" charset="2"/>
              </a:rPr>
              <a:t>		If     then return , else continue</a:t>
            </a:r>
          </a:p>
          <a:p>
            <a:pPr marL="914400" lvl="1" indent="-457200" eaLnBrk="1" hangingPunct="1">
              <a:buNone/>
            </a:pPr>
            <a:r>
              <a:rPr lang="en-US" altLang="en-US" sz="1800">
                <a:sym typeface="Symbol" panose="05050102010706020507" pitchFamily="18" charset="2"/>
              </a:rPr>
              <a:t>	Return </a:t>
            </a:r>
            <a:endParaRPr lang="en-US" altLang="en-US" sz="1800"/>
          </a:p>
          <a:p>
            <a:pPr marL="914400" lvl="1" indent="-457200" eaLnBrk="1" hangingPunct="1">
              <a:buNone/>
            </a:pPr>
            <a:endParaRPr lang="en-US" altLang="en-US" sz="18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5">
            <a:extLst>
              <a:ext uri="{FF2B5EF4-FFF2-40B4-BE49-F238E27FC236}">
                <a16:creationId xmlns:a16="http://schemas.microsoft.com/office/drawing/2014/main" id="{C80A250F-157B-4DB4-A22D-C5CBA42890E2}"/>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59DA7E6-5FBD-43F7-97FC-D2FB28F0D535}" type="slidenum">
              <a:rPr lang="en-US" altLang="en-US" smtClean="0"/>
              <a:pPr/>
              <a:t>16</a:t>
            </a:fld>
            <a:endParaRPr lang="en-US" altLang="en-US"/>
          </a:p>
        </p:txBody>
      </p:sp>
      <p:sp>
        <p:nvSpPr>
          <p:cNvPr id="6147" name="Rectangle 2">
            <a:extLst>
              <a:ext uri="{FF2B5EF4-FFF2-40B4-BE49-F238E27FC236}">
                <a16:creationId xmlns:a16="http://schemas.microsoft.com/office/drawing/2014/main" id="{B38E66F8-E6FC-4364-A1BC-5F74B72F28FC}"/>
              </a:ext>
            </a:extLst>
          </p:cNvPr>
          <p:cNvSpPr>
            <a:spLocks noGrp="1" noChangeArrowheads="1"/>
          </p:cNvSpPr>
          <p:nvPr>
            <p:ph type="title"/>
          </p:nvPr>
        </p:nvSpPr>
        <p:spPr/>
        <p:txBody>
          <a:bodyPr/>
          <a:lstStyle/>
          <a:p>
            <a:pPr eaLnBrk="1" hangingPunct="1"/>
            <a:r>
              <a:rPr lang="en-US" altLang="en-US"/>
              <a:t>Searching OR Graphs</a:t>
            </a:r>
          </a:p>
        </p:txBody>
      </p:sp>
      <p:sp>
        <p:nvSpPr>
          <p:cNvPr id="6148" name="Rectangle 3">
            <a:extLst>
              <a:ext uri="{FF2B5EF4-FFF2-40B4-BE49-F238E27FC236}">
                <a16:creationId xmlns:a16="http://schemas.microsoft.com/office/drawing/2014/main" id="{510C52B0-1560-41B2-A7A0-2D7C109642D8}"/>
              </a:ext>
            </a:extLst>
          </p:cNvPr>
          <p:cNvSpPr>
            <a:spLocks noGrp="1" noChangeArrowheads="1"/>
          </p:cNvSpPr>
          <p:nvPr>
            <p:ph type="body" idx="1"/>
          </p:nvPr>
        </p:nvSpPr>
        <p:spPr>
          <a:xfrm>
            <a:off x="2209800" y="1676400"/>
            <a:ext cx="7772400" cy="4572000"/>
          </a:xfrm>
        </p:spPr>
        <p:txBody>
          <a:bodyPr/>
          <a:lstStyle/>
          <a:p>
            <a:pPr eaLnBrk="1" hangingPunct="1">
              <a:lnSpc>
                <a:spcPct val="90000"/>
              </a:lnSpc>
              <a:buFontTx/>
              <a:buNone/>
            </a:pPr>
            <a:endParaRPr lang="en-US" altLang="en-US" sz="2400">
              <a:latin typeface="Cambria" panose="02040503050406030204" pitchFamily="18" charset="0"/>
              <a:ea typeface="Cambria" panose="02040503050406030204" pitchFamily="18" charset="0"/>
              <a:cs typeface="Cambria" panose="02040503050406030204" pitchFamily="18" charset="0"/>
            </a:endParaRPr>
          </a:p>
          <a:p>
            <a:pPr eaLnBrk="1" hangingPunct="1">
              <a:lnSpc>
                <a:spcPct val="90000"/>
              </a:lnSpc>
              <a:buFontTx/>
              <a:buNone/>
            </a:pPr>
            <a:r>
              <a:rPr lang="en-US" altLang="en-US" sz="2800">
                <a:latin typeface="Cambria" panose="02040503050406030204" pitchFamily="18" charset="0"/>
                <a:ea typeface="Cambria" panose="02040503050406030204" pitchFamily="18" charset="0"/>
                <a:cs typeface="Cambria" panose="02040503050406030204" pitchFamily="18" charset="0"/>
              </a:rPr>
              <a:t>Searching Game Trees</a:t>
            </a:r>
            <a:endParaRPr lang="en-US" altLang="en-US" sz="2400">
              <a:latin typeface="Cambria" panose="02040503050406030204" pitchFamily="18" charset="0"/>
              <a:ea typeface="Cambria" panose="02040503050406030204" pitchFamily="18" charset="0"/>
              <a:cs typeface="Cambria" panose="02040503050406030204" pitchFamily="18" charset="0"/>
            </a:endParaRPr>
          </a:p>
          <a:p>
            <a:pPr eaLnBrk="1" hangingPunct="1">
              <a:lnSpc>
                <a:spcPct val="90000"/>
              </a:lnSpc>
            </a:pPr>
            <a:r>
              <a:rPr lang="en-US" altLang="en-US" sz="2400">
                <a:latin typeface="Cambria" panose="02040503050406030204" pitchFamily="18" charset="0"/>
                <a:ea typeface="Cambria" panose="02040503050406030204" pitchFamily="18" charset="0"/>
                <a:cs typeface="Cambria" panose="02040503050406030204" pitchFamily="18" charset="0"/>
              </a:rPr>
              <a:t>Consider an OR tree with two types of OR nodes, namely Min nodes and Max nodes</a:t>
            </a:r>
          </a:p>
          <a:p>
            <a:pPr eaLnBrk="1" hangingPunct="1">
              <a:lnSpc>
                <a:spcPct val="90000"/>
              </a:lnSpc>
            </a:pPr>
            <a:r>
              <a:rPr lang="en-US" altLang="en-US" sz="2400">
                <a:latin typeface="Cambria" panose="02040503050406030204" pitchFamily="18" charset="0"/>
                <a:ea typeface="Cambria" panose="02040503050406030204" pitchFamily="18" charset="0"/>
                <a:cs typeface="Cambria" panose="02040503050406030204" pitchFamily="18" charset="0"/>
              </a:rPr>
              <a:t>In Min nodes we select the minimum cost successor</a:t>
            </a:r>
          </a:p>
          <a:p>
            <a:pPr eaLnBrk="1" hangingPunct="1">
              <a:lnSpc>
                <a:spcPct val="90000"/>
              </a:lnSpc>
            </a:pPr>
            <a:r>
              <a:rPr lang="en-US" altLang="en-US" sz="2400">
                <a:latin typeface="Cambria" panose="02040503050406030204" pitchFamily="18" charset="0"/>
                <a:ea typeface="Cambria" panose="02040503050406030204" pitchFamily="18" charset="0"/>
                <a:cs typeface="Cambria" panose="02040503050406030204" pitchFamily="18" charset="0"/>
              </a:rPr>
              <a:t>In Max nodes we select the maximum cost successor</a:t>
            </a:r>
          </a:p>
          <a:p>
            <a:pPr eaLnBrk="1" hangingPunct="1">
              <a:lnSpc>
                <a:spcPct val="90000"/>
              </a:lnSpc>
            </a:pPr>
            <a:endParaRPr lang="en-US" altLang="en-US" sz="2400">
              <a:latin typeface="Cambria" panose="02040503050406030204" pitchFamily="18" charset="0"/>
              <a:ea typeface="Cambria" panose="02040503050406030204" pitchFamily="18" charset="0"/>
              <a:cs typeface="Cambria" panose="02040503050406030204" pitchFamily="18" charset="0"/>
            </a:endParaRPr>
          </a:p>
          <a:p>
            <a:pPr eaLnBrk="1" hangingPunct="1">
              <a:lnSpc>
                <a:spcPct val="90000"/>
              </a:lnSpc>
            </a:pPr>
            <a:r>
              <a:rPr lang="en-US" altLang="en-US" sz="2800">
                <a:latin typeface="Cambria" panose="02040503050406030204" pitchFamily="18" charset="0"/>
                <a:ea typeface="Cambria" panose="02040503050406030204" pitchFamily="18" charset="0"/>
                <a:cs typeface="Cambria" panose="02040503050406030204" pitchFamily="18" charset="0"/>
              </a:rPr>
              <a:t>Terminal nodes are winning or loosing states</a:t>
            </a:r>
          </a:p>
          <a:p>
            <a:pPr lvl="1" eaLnBrk="1" hangingPunct="1">
              <a:lnSpc>
                <a:spcPct val="90000"/>
              </a:lnSpc>
            </a:pPr>
            <a:r>
              <a:rPr lang="en-US" altLang="en-US" sz="2400">
                <a:latin typeface="Cambria" panose="02040503050406030204" pitchFamily="18" charset="0"/>
                <a:ea typeface="Cambria" panose="02040503050406030204" pitchFamily="18" charset="0"/>
                <a:cs typeface="Cambria" panose="02040503050406030204" pitchFamily="18" charset="0"/>
              </a:rPr>
              <a:t>It is often infeasible to search up to terminal nodes</a:t>
            </a:r>
          </a:p>
          <a:p>
            <a:pPr lvl="1" eaLnBrk="1" hangingPunct="1">
              <a:lnSpc>
                <a:spcPct val="90000"/>
              </a:lnSpc>
            </a:pPr>
            <a:r>
              <a:rPr lang="en-US" altLang="en-US" sz="2400">
                <a:latin typeface="Cambria" panose="02040503050406030204" pitchFamily="18" charset="0"/>
                <a:ea typeface="Cambria" panose="02040503050406030204" pitchFamily="18" charset="0"/>
                <a:cs typeface="Cambria" panose="02040503050406030204" pitchFamily="18" charset="0"/>
              </a:rPr>
              <a:t>We use heuristic costs to compare non-terminal nodes </a:t>
            </a:r>
          </a:p>
          <a:p>
            <a:pPr eaLnBrk="1" hangingPunct="1">
              <a:lnSpc>
                <a:spcPct val="90000"/>
              </a:lnSpc>
              <a:buFontTx/>
              <a:buNone/>
            </a:pPr>
            <a:endParaRPr lang="en-US" altLang="en-US" sz="3200">
              <a:latin typeface="Cambria" panose="02040503050406030204" pitchFamily="18" charset="0"/>
              <a:ea typeface="Cambria" panose="02040503050406030204" pitchFamily="18" charset="0"/>
              <a:cs typeface="Cambria" panose="020405030504060302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4412420E-CC46-4A61-90C8-54D462280557}"/>
              </a:ext>
            </a:extLst>
          </p:cNvPr>
          <p:cNvSpPr>
            <a:spLocks noGrp="1" noChangeArrowheads="1"/>
          </p:cNvSpPr>
          <p:nvPr>
            <p:ph type="title"/>
          </p:nvPr>
        </p:nvSpPr>
        <p:spPr/>
        <p:txBody>
          <a:bodyPr/>
          <a:lstStyle/>
          <a:p>
            <a:pPr eaLnBrk="1" hangingPunct="1"/>
            <a:r>
              <a:rPr lang="en-US" altLang="en-US" sz="3500"/>
              <a:t>Two-Person Perfect Information Deterministic Game</a:t>
            </a:r>
          </a:p>
        </p:txBody>
      </p:sp>
      <p:sp>
        <p:nvSpPr>
          <p:cNvPr id="7171" name="Rectangle 3">
            <a:extLst>
              <a:ext uri="{FF2B5EF4-FFF2-40B4-BE49-F238E27FC236}">
                <a16:creationId xmlns:a16="http://schemas.microsoft.com/office/drawing/2014/main" id="{013338BC-5146-437A-AAD1-FE6D39EFFB79}"/>
              </a:ext>
            </a:extLst>
          </p:cNvPr>
          <p:cNvSpPr>
            <a:spLocks noGrp="1" noChangeArrowheads="1"/>
          </p:cNvSpPr>
          <p:nvPr>
            <p:ph type="body" idx="1"/>
          </p:nvPr>
        </p:nvSpPr>
        <p:spPr>
          <a:xfrm>
            <a:off x="1828800" y="1905001"/>
            <a:ext cx="8229600" cy="4411663"/>
          </a:xfrm>
        </p:spPr>
        <p:txBody>
          <a:bodyPr/>
          <a:lstStyle/>
          <a:p>
            <a:pPr eaLnBrk="1" hangingPunct="1"/>
            <a:r>
              <a:rPr lang="en-US" altLang="en-US"/>
              <a:t>Two players take turns making moves</a:t>
            </a:r>
          </a:p>
          <a:p>
            <a:pPr eaLnBrk="1" hangingPunct="1"/>
            <a:r>
              <a:rPr lang="en-US" altLang="en-US"/>
              <a:t>Board state fully known, deterministic evaluation of moves</a:t>
            </a:r>
          </a:p>
          <a:p>
            <a:pPr eaLnBrk="1" hangingPunct="1"/>
            <a:r>
              <a:rPr lang="en-US" altLang="en-US"/>
              <a:t>One player wins by defeating the other (or else there is a tie)</a:t>
            </a:r>
          </a:p>
          <a:p>
            <a:pPr eaLnBrk="1" hangingPunct="1"/>
            <a:r>
              <a:rPr lang="en-US" altLang="en-US"/>
              <a:t>Want a strategy to win, assuming the other person plays as well as possible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B0BF4C8D-1F2B-47D7-95DC-3F192945B1EF}"/>
              </a:ext>
            </a:extLst>
          </p:cNvPr>
          <p:cNvSpPr>
            <a:spLocks noGrp="1" noChangeArrowheads="1"/>
          </p:cNvSpPr>
          <p:nvPr>
            <p:ph type="title"/>
          </p:nvPr>
        </p:nvSpPr>
        <p:spPr/>
        <p:txBody>
          <a:bodyPr/>
          <a:lstStyle/>
          <a:p>
            <a:pPr eaLnBrk="1" hangingPunct="1"/>
            <a:r>
              <a:rPr lang="en-US" altLang="en-US"/>
              <a:t>Minimax</a:t>
            </a:r>
          </a:p>
        </p:txBody>
      </p:sp>
      <p:sp>
        <p:nvSpPr>
          <p:cNvPr id="9219" name="Rectangle 3">
            <a:extLst>
              <a:ext uri="{FF2B5EF4-FFF2-40B4-BE49-F238E27FC236}">
                <a16:creationId xmlns:a16="http://schemas.microsoft.com/office/drawing/2014/main" id="{D6586DD4-CFD6-40ED-BA00-62297EA2E8A6}"/>
              </a:ext>
            </a:extLst>
          </p:cNvPr>
          <p:cNvSpPr>
            <a:spLocks noGrp="1" noChangeArrowheads="1"/>
          </p:cNvSpPr>
          <p:nvPr>
            <p:ph type="body" idx="1"/>
          </p:nvPr>
        </p:nvSpPr>
        <p:spPr>
          <a:xfrm>
            <a:off x="1981200" y="1719263"/>
            <a:ext cx="8686800" cy="4411662"/>
          </a:xfrm>
        </p:spPr>
        <p:txBody>
          <a:bodyPr/>
          <a:lstStyle/>
          <a:p>
            <a:pPr eaLnBrk="1" hangingPunct="1"/>
            <a:r>
              <a:rPr lang="en-US" altLang="en-US"/>
              <a:t>Create a utility function</a:t>
            </a:r>
          </a:p>
          <a:p>
            <a:pPr lvl="1" eaLnBrk="1" hangingPunct="1"/>
            <a:r>
              <a:rPr lang="en-US" altLang="en-US"/>
              <a:t>Evaluation of board/game state to determine how strong the position of player 1 is.</a:t>
            </a:r>
          </a:p>
          <a:p>
            <a:pPr lvl="1" eaLnBrk="1" hangingPunct="1"/>
            <a:r>
              <a:rPr lang="en-US" altLang="en-US"/>
              <a:t>Player 1(max) wants to maximize the utility function</a:t>
            </a:r>
          </a:p>
          <a:p>
            <a:pPr lvl="1" eaLnBrk="1" hangingPunct="1"/>
            <a:r>
              <a:rPr lang="en-US" altLang="en-US"/>
              <a:t>Player 2 (min) wants to minimize the utility function</a:t>
            </a:r>
          </a:p>
          <a:p>
            <a:pPr eaLnBrk="1" hangingPunct="1"/>
            <a:r>
              <a:rPr lang="en-US" altLang="en-US"/>
              <a:t>Minimax tree</a:t>
            </a:r>
          </a:p>
          <a:p>
            <a:pPr lvl="1" eaLnBrk="1" hangingPunct="1"/>
            <a:r>
              <a:rPr lang="en-US" altLang="en-US"/>
              <a:t>Generate a new level for each move</a:t>
            </a:r>
          </a:p>
          <a:p>
            <a:pPr lvl="1" eaLnBrk="1" hangingPunct="1"/>
            <a:r>
              <a:rPr lang="en-US" altLang="en-US"/>
              <a:t>Levels alternate between “max” (player 1 moves) and “min” (player 2 moves)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0AF82099-5C9C-4060-BBA8-ECD5E0C5C4F4}"/>
              </a:ext>
            </a:extLst>
          </p:cNvPr>
          <p:cNvSpPr>
            <a:spLocks noGrp="1" noChangeArrowheads="1"/>
          </p:cNvSpPr>
          <p:nvPr>
            <p:ph type="title"/>
          </p:nvPr>
        </p:nvSpPr>
        <p:spPr/>
        <p:txBody>
          <a:bodyPr/>
          <a:lstStyle/>
          <a:p>
            <a:pPr eaLnBrk="1" hangingPunct="1"/>
            <a:r>
              <a:rPr lang="en-US" altLang="en-US"/>
              <a:t>Game tree</a:t>
            </a:r>
          </a:p>
        </p:txBody>
      </p:sp>
      <p:sp>
        <p:nvSpPr>
          <p:cNvPr id="6151" name="Text Box 8">
            <a:extLst>
              <a:ext uri="{FF2B5EF4-FFF2-40B4-BE49-F238E27FC236}">
                <a16:creationId xmlns:a16="http://schemas.microsoft.com/office/drawing/2014/main" id="{B129B2F7-2F59-430F-A0BC-B95F23921397}"/>
              </a:ext>
            </a:extLst>
          </p:cNvPr>
          <p:cNvSpPr txBox="1">
            <a:spLocks noChangeArrowheads="1"/>
          </p:cNvSpPr>
          <p:nvPr/>
        </p:nvSpPr>
        <p:spPr bwMode="auto">
          <a:xfrm>
            <a:off x="1736725" y="1560513"/>
            <a:ext cx="615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Max</a:t>
            </a:r>
          </a:p>
        </p:txBody>
      </p:sp>
      <p:sp>
        <p:nvSpPr>
          <p:cNvPr id="6152" name="Text Box 9">
            <a:extLst>
              <a:ext uri="{FF2B5EF4-FFF2-40B4-BE49-F238E27FC236}">
                <a16:creationId xmlns:a16="http://schemas.microsoft.com/office/drawing/2014/main" id="{0C8BC26D-5DC3-408D-979A-37F594A4B473}"/>
              </a:ext>
            </a:extLst>
          </p:cNvPr>
          <p:cNvSpPr txBox="1">
            <a:spLocks noChangeArrowheads="1"/>
          </p:cNvSpPr>
          <p:nvPr/>
        </p:nvSpPr>
        <p:spPr bwMode="auto">
          <a:xfrm>
            <a:off x="1752600" y="5181601"/>
            <a:ext cx="552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Min</a:t>
            </a:r>
          </a:p>
        </p:txBody>
      </p:sp>
      <p:sp>
        <p:nvSpPr>
          <p:cNvPr id="6153" name="Text Box 10">
            <a:extLst>
              <a:ext uri="{FF2B5EF4-FFF2-40B4-BE49-F238E27FC236}">
                <a16:creationId xmlns:a16="http://schemas.microsoft.com/office/drawing/2014/main" id="{469CE716-BD5B-4491-9EA1-97AE069169EE}"/>
              </a:ext>
            </a:extLst>
          </p:cNvPr>
          <p:cNvSpPr txBox="1">
            <a:spLocks noChangeArrowheads="1"/>
          </p:cNvSpPr>
          <p:nvPr/>
        </p:nvSpPr>
        <p:spPr bwMode="auto">
          <a:xfrm>
            <a:off x="1752600" y="3810001"/>
            <a:ext cx="615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Max</a:t>
            </a:r>
          </a:p>
        </p:txBody>
      </p:sp>
      <p:sp>
        <p:nvSpPr>
          <p:cNvPr id="6154" name="Text Box 11">
            <a:extLst>
              <a:ext uri="{FF2B5EF4-FFF2-40B4-BE49-F238E27FC236}">
                <a16:creationId xmlns:a16="http://schemas.microsoft.com/office/drawing/2014/main" id="{E15691B9-7503-4B29-B59C-C1600C68F7DA}"/>
              </a:ext>
            </a:extLst>
          </p:cNvPr>
          <p:cNvSpPr txBox="1">
            <a:spLocks noChangeArrowheads="1"/>
          </p:cNvSpPr>
          <p:nvPr/>
        </p:nvSpPr>
        <p:spPr bwMode="auto">
          <a:xfrm>
            <a:off x="1752600" y="2590801"/>
            <a:ext cx="552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Min</a:t>
            </a:r>
          </a:p>
        </p:txBody>
      </p:sp>
      <p:sp>
        <p:nvSpPr>
          <p:cNvPr id="6180" name="Line 40">
            <a:extLst>
              <a:ext uri="{FF2B5EF4-FFF2-40B4-BE49-F238E27FC236}">
                <a16:creationId xmlns:a16="http://schemas.microsoft.com/office/drawing/2014/main" id="{49270DD4-C690-48C1-AB05-91587EFC1987}"/>
              </a:ext>
            </a:extLst>
          </p:cNvPr>
          <p:cNvSpPr>
            <a:spLocks noChangeShapeType="1"/>
          </p:cNvSpPr>
          <p:nvPr/>
        </p:nvSpPr>
        <p:spPr bwMode="auto">
          <a:xfrm flipH="1">
            <a:off x="3810000" y="1981200"/>
            <a:ext cx="26670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181" name="Line 41">
            <a:extLst>
              <a:ext uri="{FF2B5EF4-FFF2-40B4-BE49-F238E27FC236}">
                <a16:creationId xmlns:a16="http://schemas.microsoft.com/office/drawing/2014/main" id="{BD729604-0BBC-4A00-B0C6-DEAAA2D0004F}"/>
              </a:ext>
            </a:extLst>
          </p:cNvPr>
          <p:cNvSpPr>
            <a:spLocks noChangeShapeType="1"/>
          </p:cNvSpPr>
          <p:nvPr/>
        </p:nvSpPr>
        <p:spPr bwMode="auto">
          <a:xfrm flipH="1">
            <a:off x="6477000" y="1981200"/>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182" name="Line 42">
            <a:extLst>
              <a:ext uri="{FF2B5EF4-FFF2-40B4-BE49-F238E27FC236}">
                <a16:creationId xmlns:a16="http://schemas.microsoft.com/office/drawing/2014/main" id="{2A95FE15-A397-48C7-87B4-089DD39299BA}"/>
              </a:ext>
            </a:extLst>
          </p:cNvPr>
          <p:cNvSpPr>
            <a:spLocks noChangeShapeType="1"/>
          </p:cNvSpPr>
          <p:nvPr/>
        </p:nvSpPr>
        <p:spPr bwMode="auto">
          <a:xfrm>
            <a:off x="6477000" y="1981200"/>
            <a:ext cx="20574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183" name="Line 43">
            <a:extLst>
              <a:ext uri="{FF2B5EF4-FFF2-40B4-BE49-F238E27FC236}">
                <a16:creationId xmlns:a16="http://schemas.microsoft.com/office/drawing/2014/main" id="{F9AA84D9-3B26-41C2-ADCF-AC987F8EC50F}"/>
              </a:ext>
            </a:extLst>
          </p:cNvPr>
          <p:cNvSpPr>
            <a:spLocks noChangeShapeType="1"/>
          </p:cNvSpPr>
          <p:nvPr/>
        </p:nvSpPr>
        <p:spPr bwMode="auto">
          <a:xfrm flipH="1">
            <a:off x="3429000" y="2971800"/>
            <a:ext cx="3810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184" name="Line 44">
            <a:extLst>
              <a:ext uri="{FF2B5EF4-FFF2-40B4-BE49-F238E27FC236}">
                <a16:creationId xmlns:a16="http://schemas.microsoft.com/office/drawing/2014/main" id="{71977F35-9E53-40EF-A730-EB7E0E572BE5}"/>
              </a:ext>
            </a:extLst>
          </p:cNvPr>
          <p:cNvSpPr>
            <a:spLocks noChangeShapeType="1"/>
          </p:cNvSpPr>
          <p:nvPr/>
        </p:nvSpPr>
        <p:spPr bwMode="auto">
          <a:xfrm>
            <a:off x="3810000" y="2971800"/>
            <a:ext cx="3048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185" name="Line 45">
            <a:extLst>
              <a:ext uri="{FF2B5EF4-FFF2-40B4-BE49-F238E27FC236}">
                <a16:creationId xmlns:a16="http://schemas.microsoft.com/office/drawing/2014/main" id="{47D72E30-A1A1-41EC-8E3C-AA0473C7166D}"/>
              </a:ext>
            </a:extLst>
          </p:cNvPr>
          <p:cNvSpPr>
            <a:spLocks noChangeShapeType="1"/>
          </p:cNvSpPr>
          <p:nvPr/>
        </p:nvSpPr>
        <p:spPr bwMode="auto">
          <a:xfrm flipH="1">
            <a:off x="5638800" y="2971800"/>
            <a:ext cx="8382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186" name="Line 46">
            <a:extLst>
              <a:ext uri="{FF2B5EF4-FFF2-40B4-BE49-F238E27FC236}">
                <a16:creationId xmlns:a16="http://schemas.microsoft.com/office/drawing/2014/main" id="{27AF0C95-C572-4563-AF0E-ABFC42F95385}"/>
              </a:ext>
            </a:extLst>
          </p:cNvPr>
          <p:cNvSpPr>
            <a:spLocks noChangeShapeType="1"/>
          </p:cNvSpPr>
          <p:nvPr/>
        </p:nvSpPr>
        <p:spPr bwMode="auto">
          <a:xfrm flipH="1">
            <a:off x="6248400" y="2971800"/>
            <a:ext cx="2286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187" name="Line 47">
            <a:extLst>
              <a:ext uri="{FF2B5EF4-FFF2-40B4-BE49-F238E27FC236}">
                <a16:creationId xmlns:a16="http://schemas.microsoft.com/office/drawing/2014/main" id="{921CDB12-EA1D-4856-87A7-AEEDCEBDC8FF}"/>
              </a:ext>
            </a:extLst>
          </p:cNvPr>
          <p:cNvSpPr>
            <a:spLocks noChangeShapeType="1"/>
          </p:cNvSpPr>
          <p:nvPr/>
        </p:nvSpPr>
        <p:spPr bwMode="auto">
          <a:xfrm>
            <a:off x="6477000" y="2971800"/>
            <a:ext cx="3810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188" name="Line 48">
            <a:extLst>
              <a:ext uri="{FF2B5EF4-FFF2-40B4-BE49-F238E27FC236}">
                <a16:creationId xmlns:a16="http://schemas.microsoft.com/office/drawing/2014/main" id="{EAA11008-D114-476B-9358-65652C428E4B}"/>
              </a:ext>
            </a:extLst>
          </p:cNvPr>
          <p:cNvSpPr>
            <a:spLocks noChangeShapeType="1"/>
          </p:cNvSpPr>
          <p:nvPr/>
        </p:nvSpPr>
        <p:spPr bwMode="auto">
          <a:xfrm>
            <a:off x="6477000" y="2971800"/>
            <a:ext cx="9906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189" name="Line 49">
            <a:extLst>
              <a:ext uri="{FF2B5EF4-FFF2-40B4-BE49-F238E27FC236}">
                <a16:creationId xmlns:a16="http://schemas.microsoft.com/office/drawing/2014/main" id="{E0AC114D-2DE9-4F2F-AB3E-F2DF6F8BC94D}"/>
              </a:ext>
            </a:extLst>
          </p:cNvPr>
          <p:cNvSpPr>
            <a:spLocks noChangeShapeType="1"/>
          </p:cNvSpPr>
          <p:nvPr/>
        </p:nvSpPr>
        <p:spPr bwMode="auto">
          <a:xfrm flipH="1">
            <a:off x="8382000" y="2971800"/>
            <a:ext cx="3810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190" name="Line 50">
            <a:extLst>
              <a:ext uri="{FF2B5EF4-FFF2-40B4-BE49-F238E27FC236}">
                <a16:creationId xmlns:a16="http://schemas.microsoft.com/office/drawing/2014/main" id="{EA43153E-1DAF-4575-A806-B099C635EFF4}"/>
              </a:ext>
            </a:extLst>
          </p:cNvPr>
          <p:cNvSpPr>
            <a:spLocks noChangeShapeType="1"/>
          </p:cNvSpPr>
          <p:nvPr/>
        </p:nvSpPr>
        <p:spPr bwMode="auto">
          <a:xfrm>
            <a:off x="8763000" y="2971800"/>
            <a:ext cx="1524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192" name="Line 52">
            <a:extLst>
              <a:ext uri="{FF2B5EF4-FFF2-40B4-BE49-F238E27FC236}">
                <a16:creationId xmlns:a16="http://schemas.microsoft.com/office/drawing/2014/main" id="{9FF18E39-FABB-4AE2-B163-E63A2B5D082B}"/>
              </a:ext>
            </a:extLst>
          </p:cNvPr>
          <p:cNvSpPr>
            <a:spLocks noChangeShapeType="1"/>
          </p:cNvSpPr>
          <p:nvPr/>
        </p:nvSpPr>
        <p:spPr bwMode="auto">
          <a:xfrm flipH="1">
            <a:off x="2895600" y="4038600"/>
            <a:ext cx="5334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193" name="Line 53">
            <a:extLst>
              <a:ext uri="{FF2B5EF4-FFF2-40B4-BE49-F238E27FC236}">
                <a16:creationId xmlns:a16="http://schemas.microsoft.com/office/drawing/2014/main" id="{9F76EF3E-0742-4264-89A4-8176051C16A0}"/>
              </a:ext>
            </a:extLst>
          </p:cNvPr>
          <p:cNvSpPr>
            <a:spLocks noChangeShapeType="1"/>
          </p:cNvSpPr>
          <p:nvPr/>
        </p:nvSpPr>
        <p:spPr bwMode="auto">
          <a:xfrm flipH="1">
            <a:off x="3352800" y="4038600"/>
            <a:ext cx="762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194" name="Line 54">
            <a:extLst>
              <a:ext uri="{FF2B5EF4-FFF2-40B4-BE49-F238E27FC236}">
                <a16:creationId xmlns:a16="http://schemas.microsoft.com/office/drawing/2014/main" id="{279A3238-E6BF-4951-BCC2-84D57D7C9BEF}"/>
              </a:ext>
            </a:extLst>
          </p:cNvPr>
          <p:cNvSpPr>
            <a:spLocks noChangeShapeType="1"/>
          </p:cNvSpPr>
          <p:nvPr/>
        </p:nvSpPr>
        <p:spPr bwMode="auto">
          <a:xfrm>
            <a:off x="3429000" y="4038600"/>
            <a:ext cx="3810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195" name="Line 55">
            <a:extLst>
              <a:ext uri="{FF2B5EF4-FFF2-40B4-BE49-F238E27FC236}">
                <a16:creationId xmlns:a16="http://schemas.microsoft.com/office/drawing/2014/main" id="{50020D65-2340-4EB8-9095-64678EE8A30B}"/>
              </a:ext>
            </a:extLst>
          </p:cNvPr>
          <p:cNvSpPr>
            <a:spLocks noChangeShapeType="1"/>
          </p:cNvSpPr>
          <p:nvPr/>
        </p:nvSpPr>
        <p:spPr bwMode="auto">
          <a:xfrm>
            <a:off x="4114800" y="4038600"/>
            <a:ext cx="3810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196" name="Line 56">
            <a:extLst>
              <a:ext uri="{FF2B5EF4-FFF2-40B4-BE49-F238E27FC236}">
                <a16:creationId xmlns:a16="http://schemas.microsoft.com/office/drawing/2014/main" id="{5D178A5D-C6F7-405D-9B1E-7BF3AFD8A0BC}"/>
              </a:ext>
            </a:extLst>
          </p:cNvPr>
          <p:cNvSpPr>
            <a:spLocks noChangeShapeType="1"/>
          </p:cNvSpPr>
          <p:nvPr/>
        </p:nvSpPr>
        <p:spPr bwMode="auto">
          <a:xfrm flipH="1">
            <a:off x="5334000" y="4038600"/>
            <a:ext cx="3048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199" name="Line 59">
            <a:extLst>
              <a:ext uri="{FF2B5EF4-FFF2-40B4-BE49-F238E27FC236}">
                <a16:creationId xmlns:a16="http://schemas.microsoft.com/office/drawing/2014/main" id="{97F1B08C-CD0A-4D15-A2E9-FBBB09FC07AD}"/>
              </a:ext>
            </a:extLst>
          </p:cNvPr>
          <p:cNvSpPr>
            <a:spLocks noChangeShapeType="1"/>
          </p:cNvSpPr>
          <p:nvPr/>
        </p:nvSpPr>
        <p:spPr bwMode="auto">
          <a:xfrm>
            <a:off x="8915400" y="4038600"/>
            <a:ext cx="6858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200" name="Line 60">
            <a:extLst>
              <a:ext uri="{FF2B5EF4-FFF2-40B4-BE49-F238E27FC236}">
                <a16:creationId xmlns:a16="http://schemas.microsoft.com/office/drawing/2014/main" id="{818A8A6A-5793-4A26-AA6E-788930ADC194}"/>
              </a:ext>
            </a:extLst>
          </p:cNvPr>
          <p:cNvSpPr>
            <a:spLocks noChangeShapeType="1"/>
          </p:cNvSpPr>
          <p:nvPr/>
        </p:nvSpPr>
        <p:spPr bwMode="auto">
          <a:xfrm>
            <a:off x="8382000" y="4038600"/>
            <a:ext cx="7620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201" name="Line 61">
            <a:extLst>
              <a:ext uri="{FF2B5EF4-FFF2-40B4-BE49-F238E27FC236}">
                <a16:creationId xmlns:a16="http://schemas.microsoft.com/office/drawing/2014/main" id="{B4DB658B-97A7-44C6-8F38-B652506E572B}"/>
              </a:ext>
            </a:extLst>
          </p:cNvPr>
          <p:cNvSpPr>
            <a:spLocks noChangeShapeType="1"/>
          </p:cNvSpPr>
          <p:nvPr/>
        </p:nvSpPr>
        <p:spPr bwMode="auto">
          <a:xfrm>
            <a:off x="8382000" y="4038600"/>
            <a:ext cx="3048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202" name="Line 62">
            <a:extLst>
              <a:ext uri="{FF2B5EF4-FFF2-40B4-BE49-F238E27FC236}">
                <a16:creationId xmlns:a16="http://schemas.microsoft.com/office/drawing/2014/main" id="{C9200AA5-162E-4852-BFC5-06B6B11000A0}"/>
              </a:ext>
            </a:extLst>
          </p:cNvPr>
          <p:cNvSpPr>
            <a:spLocks noChangeShapeType="1"/>
          </p:cNvSpPr>
          <p:nvPr/>
        </p:nvSpPr>
        <p:spPr bwMode="auto">
          <a:xfrm>
            <a:off x="6858000" y="4038600"/>
            <a:ext cx="12192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203" name="Line 63">
            <a:extLst>
              <a:ext uri="{FF2B5EF4-FFF2-40B4-BE49-F238E27FC236}">
                <a16:creationId xmlns:a16="http://schemas.microsoft.com/office/drawing/2014/main" id="{C84F7D77-7457-47CA-A292-4821EB5D42CE}"/>
              </a:ext>
            </a:extLst>
          </p:cNvPr>
          <p:cNvSpPr>
            <a:spLocks noChangeShapeType="1"/>
          </p:cNvSpPr>
          <p:nvPr/>
        </p:nvSpPr>
        <p:spPr bwMode="auto">
          <a:xfrm>
            <a:off x="6858000" y="4038600"/>
            <a:ext cx="7620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204" name="Line 64">
            <a:extLst>
              <a:ext uri="{FF2B5EF4-FFF2-40B4-BE49-F238E27FC236}">
                <a16:creationId xmlns:a16="http://schemas.microsoft.com/office/drawing/2014/main" id="{B991C4D9-2831-441D-8EEF-18C4C48A3AAA}"/>
              </a:ext>
            </a:extLst>
          </p:cNvPr>
          <p:cNvSpPr>
            <a:spLocks noChangeShapeType="1"/>
          </p:cNvSpPr>
          <p:nvPr/>
        </p:nvSpPr>
        <p:spPr bwMode="auto">
          <a:xfrm>
            <a:off x="6858000" y="4038600"/>
            <a:ext cx="3048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205" name="Line 65">
            <a:extLst>
              <a:ext uri="{FF2B5EF4-FFF2-40B4-BE49-F238E27FC236}">
                <a16:creationId xmlns:a16="http://schemas.microsoft.com/office/drawing/2014/main" id="{CB12A8ED-D09C-467C-9AFD-89B5AB1326A8}"/>
              </a:ext>
            </a:extLst>
          </p:cNvPr>
          <p:cNvSpPr>
            <a:spLocks noChangeShapeType="1"/>
          </p:cNvSpPr>
          <p:nvPr/>
        </p:nvSpPr>
        <p:spPr bwMode="auto">
          <a:xfrm flipH="1">
            <a:off x="5791200" y="4038600"/>
            <a:ext cx="4572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206" name="Line 66">
            <a:extLst>
              <a:ext uri="{FF2B5EF4-FFF2-40B4-BE49-F238E27FC236}">
                <a16:creationId xmlns:a16="http://schemas.microsoft.com/office/drawing/2014/main" id="{5CD8748B-CECE-47C3-A208-4DCB30876C1E}"/>
              </a:ext>
            </a:extLst>
          </p:cNvPr>
          <p:cNvSpPr>
            <a:spLocks noChangeShapeType="1"/>
          </p:cNvSpPr>
          <p:nvPr/>
        </p:nvSpPr>
        <p:spPr bwMode="auto">
          <a:xfrm>
            <a:off x="6248400" y="4038600"/>
            <a:ext cx="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207" name="Line 67">
            <a:extLst>
              <a:ext uri="{FF2B5EF4-FFF2-40B4-BE49-F238E27FC236}">
                <a16:creationId xmlns:a16="http://schemas.microsoft.com/office/drawing/2014/main" id="{3C381723-6A8C-405F-8D47-908EE2B2D4C8}"/>
              </a:ext>
            </a:extLst>
          </p:cNvPr>
          <p:cNvSpPr>
            <a:spLocks noChangeShapeType="1"/>
          </p:cNvSpPr>
          <p:nvPr/>
        </p:nvSpPr>
        <p:spPr bwMode="auto">
          <a:xfrm flipH="1">
            <a:off x="6705600" y="4038600"/>
            <a:ext cx="1524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1296" name="Text Box 65">
            <a:extLst>
              <a:ext uri="{FF2B5EF4-FFF2-40B4-BE49-F238E27FC236}">
                <a16:creationId xmlns:a16="http://schemas.microsoft.com/office/drawing/2014/main" id="{6E11DDE1-778B-40F1-8698-4F7B83A830F4}"/>
              </a:ext>
            </a:extLst>
          </p:cNvPr>
          <p:cNvSpPr txBox="1">
            <a:spLocks noChangeArrowheads="1"/>
          </p:cNvSpPr>
          <p:nvPr/>
        </p:nvSpPr>
        <p:spPr bwMode="auto">
          <a:xfrm>
            <a:off x="5394325" y="569913"/>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aphicFrame>
        <p:nvGraphicFramePr>
          <p:cNvPr id="6232" name="Group 88">
            <a:extLst>
              <a:ext uri="{FF2B5EF4-FFF2-40B4-BE49-F238E27FC236}">
                <a16:creationId xmlns:a16="http://schemas.microsoft.com/office/drawing/2014/main" id="{BECABC36-6959-4192-9EAC-33D9903BFFE4}"/>
              </a:ext>
            </a:extLst>
          </p:cNvPr>
          <p:cNvGraphicFramePr>
            <a:graphicFrameLocks noGrp="1"/>
          </p:cNvGraphicFramePr>
          <p:nvPr/>
        </p:nvGraphicFramePr>
        <p:xfrm>
          <a:off x="6096000" y="1295400"/>
          <a:ext cx="457200" cy="533400"/>
        </p:xfrm>
        <a:graphic>
          <a:graphicData uri="http://schemas.openxmlformats.org/drawingml/2006/table">
            <a:tbl>
              <a:tblPr/>
              <a:tblGrid>
                <a:gridCol w="152400">
                  <a:extLst>
                    <a:ext uri="{9D8B030D-6E8A-4147-A177-3AD203B41FA5}">
                      <a16:colId xmlns:a16="http://schemas.microsoft.com/office/drawing/2014/main" val="551675389"/>
                    </a:ext>
                  </a:extLst>
                </a:gridCol>
                <a:gridCol w="152400">
                  <a:extLst>
                    <a:ext uri="{9D8B030D-6E8A-4147-A177-3AD203B41FA5}">
                      <a16:colId xmlns:a16="http://schemas.microsoft.com/office/drawing/2014/main" val="2293465708"/>
                    </a:ext>
                  </a:extLst>
                </a:gridCol>
                <a:gridCol w="152400">
                  <a:extLst>
                    <a:ext uri="{9D8B030D-6E8A-4147-A177-3AD203B41FA5}">
                      <a16:colId xmlns:a16="http://schemas.microsoft.com/office/drawing/2014/main" val="4072496973"/>
                    </a:ext>
                  </a:extLst>
                </a:gridCol>
              </a:tblGrid>
              <a:tr h="1778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7258337"/>
                  </a:ext>
                </a:extLst>
              </a:tr>
              <a:tr h="1778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82717503"/>
                  </a:ext>
                </a:extLst>
              </a:tr>
              <a:tr h="1778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0019681"/>
                  </a:ext>
                </a:extLst>
              </a:tr>
            </a:tbl>
          </a:graphicData>
        </a:graphic>
      </p:graphicFrame>
      <p:graphicFrame>
        <p:nvGraphicFramePr>
          <p:cNvPr id="6233" name="Group 89">
            <a:extLst>
              <a:ext uri="{FF2B5EF4-FFF2-40B4-BE49-F238E27FC236}">
                <a16:creationId xmlns:a16="http://schemas.microsoft.com/office/drawing/2014/main" id="{4942EA26-DA8E-411C-BD2E-A1C6C130745D}"/>
              </a:ext>
            </a:extLst>
          </p:cNvPr>
          <p:cNvGraphicFramePr>
            <a:graphicFrameLocks noGrp="1"/>
          </p:cNvGraphicFramePr>
          <p:nvPr/>
        </p:nvGraphicFramePr>
        <p:xfrm>
          <a:off x="3352800" y="2514600"/>
          <a:ext cx="457200" cy="533400"/>
        </p:xfrm>
        <a:graphic>
          <a:graphicData uri="http://schemas.openxmlformats.org/drawingml/2006/table">
            <a:tbl>
              <a:tblPr/>
              <a:tblGrid>
                <a:gridCol w="152400">
                  <a:extLst>
                    <a:ext uri="{9D8B030D-6E8A-4147-A177-3AD203B41FA5}">
                      <a16:colId xmlns:a16="http://schemas.microsoft.com/office/drawing/2014/main" val="1934607650"/>
                    </a:ext>
                  </a:extLst>
                </a:gridCol>
                <a:gridCol w="152400">
                  <a:extLst>
                    <a:ext uri="{9D8B030D-6E8A-4147-A177-3AD203B41FA5}">
                      <a16:colId xmlns:a16="http://schemas.microsoft.com/office/drawing/2014/main" val="1905507309"/>
                    </a:ext>
                  </a:extLst>
                </a:gridCol>
                <a:gridCol w="152400">
                  <a:extLst>
                    <a:ext uri="{9D8B030D-6E8A-4147-A177-3AD203B41FA5}">
                      <a16:colId xmlns:a16="http://schemas.microsoft.com/office/drawing/2014/main" val="3321191114"/>
                    </a:ext>
                  </a:extLst>
                </a:gridCol>
              </a:tblGrid>
              <a:tr h="1778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Arial" panose="020B0604020202020204" pitchFamily="34" charset="0"/>
                        </a:rPr>
                        <a:t>X</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15111945"/>
                  </a:ext>
                </a:extLst>
              </a:tr>
              <a:tr h="1778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32634178"/>
                  </a:ext>
                </a:extLst>
              </a:tr>
              <a:tr h="1778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54029168"/>
                  </a:ext>
                </a:extLst>
              </a:tr>
            </a:tbl>
          </a:graphicData>
        </a:graphic>
      </p:graphicFrame>
      <p:graphicFrame>
        <p:nvGraphicFramePr>
          <p:cNvPr id="6251" name="Group 107">
            <a:extLst>
              <a:ext uri="{FF2B5EF4-FFF2-40B4-BE49-F238E27FC236}">
                <a16:creationId xmlns:a16="http://schemas.microsoft.com/office/drawing/2014/main" id="{F6E66AC0-FE8C-4692-88BC-EA244F03FC0D}"/>
              </a:ext>
            </a:extLst>
          </p:cNvPr>
          <p:cNvGraphicFramePr>
            <a:graphicFrameLocks noGrp="1"/>
          </p:cNvGraphicFramePr>
          <p:nvPr/>
        </p:nvGraphicFramePr>
        <p:xfrm>
          <a:off x="5943600" y="2438400"/>
          <a:ext cx="457200" cy="533400"/>
        </p:xfrm>
        <a:graphic>
          <a:graphicData uri="http://schemas.openxmlformats.org/drawingml/2006/table">
            <a:tbl>
              <a:tblPr/>
              <a:tblGrid>
                <a:gridCol w="152400">
                  <a:extLst>
                    <a:ext uri="{9D8B030D-6E8A-4147-A177-3AD203B41FA5}">
                      <a16:colId xmlns:a16="http://schemas.microsoft.com/office/drawing/2014/main" val="1820208914"/>
                    </a:ext>
                  </a:extLst>
                </a:gridCol>
                <a:gridCol w="152400">
                  <a:extLst>
                    <a:ext uri="{9D8B030D-6E8A-4147-A177-3AD203B41FA5}">
                      <a16:colId xmlns:a16="http://schemas.microsoft.com/office/drawing/2014/main" val="1896544500"/>
                    </a:ext>
                  </a:extLst>
                </a:gridCol>
                <a:gridCol w="152400">
                  <a:extLst>
                    <a:ext uri="{9D8B030D-6E8A-4147-A177-3AD203B41FA5}">
                      <a16:colId xmlns:a16="http://schemas.microsoft.com/office/drawing/2014/main" val="382255589"/>
                    </a:ext>
                  </a:extLst>
                </a:gridCol>
              </a:tblGrid>
              <a:tr h="1778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Arial" panose="020B0604020202020204" pitchFamily="34" charset="0"/>
                        </a:rPr>
                        <a:t>X</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63835589"/>
                  </a:ext>
                </a:extLst>
              </a:tr>
              <a:tr h="1778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73418787"/>
                  </a:ext>
                </a:extLst>
              </a:tr>
              <a:tr h="1778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41169927"/>
                  </a:ext>
                </a:extLst>
              </a:tr>
            </a:tbl>
          </a:graphicData>
        </a:graphic>
      </p:graphicFrame>
      <p:graphicFrame>
        <p:nvGraphicFramePr>
          <p:cNvPr id="6269" name="Group 125">
            <a:extLst>
              <a:ext uri="{FF2B5EF4-FFF2-40B4-BE49-F238E27FC236}">
                <a16:creationId xmlns:a16="http://schemas.microsoft.com/office/drawing/2014/main" id="{EE884B44-0F6F-4BFA-8150-5FC47A185C2A}"/>
              </a:ext>
            </a:extLst>
          </p:cNvPr>
          <p:cNvGraphicFramePr>
            <a:graphicFrameLocks noGrp="1"/>
          </p:cNvGraphicFramePr>
          <p:nvPr/>
        </p:nvGraphicFramePr>
        <p:xfrm>
          <a:off x="8534400" y="2438400"/>
          <a:ext cx="457200" cy="533400"/>
        </p:xfrm>
        <a:graphic>
          <a:graphicData uri="http://schemas.openxmlformats.org/drawingml/2006/table">
            <a:tbl>
              <a:tblPr/>
              <a:tblGrid>
                <a:gridCol w="152400">
                  <a:extLst>
                    <a:ext uri="{9D8B030D-6E8A-4147-A177-3AD203B41FA5}">
                      <a16:colId xmlns:a16="http://schemas.microsoft.com/office/drawing/2014/main" val="615812149"/>
                    </a:ext>
                  </a:extLst>
                </a:gridCol>
                <a:gridCol w="152400">
                  <a:extLst>
                    <a:ext uri="{9D8B030D-6E8A-4147-A177-3AD203B41FA5}">
                      <a16:colId xmlns:a16="http://schemas.microsoft.com/office/drawing/2014/main" val="2772562153"/>
                    </a:ext>
                  </a:extLst>
                </a:gridCol>
                <a:gridCol w="152400">
                  <a:extLst>
                    <a:ext uri="{9D8B030D-6E8A-4147-A177-3AD203B41FA5}">
                      <a16:colId xmlns:a16="http://schemas.microsoft.com/office/drawing/2014/main" val="2809731834"/>
                    </a:ext>
                  </a:extLst>
                </a:gridCol>
              </a:tblGrid>
              <a:tr h="1778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00183454"/>
                  </a:ext>
                </a:extLst>
              </a:tr>
              <a:tr h="1778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Arial" panose="020B0604020202020204" pitchFamily="34" charset="0"/>
                        </a:rPr>
                        <a:t>X</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13564420"/>
                  </a:ext>
                </a:extLst>
              </a:tr>
              <a:tr h="1778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83790740"/>
                  </a:ext>
                </a:extLst>
              </a:tr>
            </a:tbl>
          </a:graphicData>
        </a:graphic>
      </p:graphicFrame>
      <p:graphicFrame>
        <p:nvGraphicFramePr>
          <p:cNvPr id="6306" name="Group 162">
            <a:extLst>
              <a:ext uri="{FF2B5EF4-FFF2-40B4-BE49-F238E27FC236}">
                <a16:creationId xmlns:a16="http://schemas.microsoft.com/office/drawing/2014/main" id="{743D47A0-2BB1-4F65-9FB4-053E1BAF07F5}"/>
              </a:ext>
            </a:extLst>
          </p:cNvPr>
          <p:cNvGraphicFramePr>
            <a:graphicFrameLocks noGrp="1"/>
          </p:cNvGraphicFramePr>
          <p:nvPr/>
        </p:nvGraphicFramePr>
        <p:xfrm>
          <a:off x="2971800" y="3657600"/>
          <a:ext cx="381000" cy="457200"/>
        </p:xfrm>
        <a:graphic>
          <a:graphicData uri="http://schemas.openxmlformats.org/drawingml/2006/table">
            <a:tbl>
              <a:tblPr/>
              <a:tblGrid>
                <a:gridCol w="127000">
                  <a:extLst>
                    <a:ext uri="{9D8B030D-6E8A-4147-A177-3AD203B41FA5}">
                      <a16:colId xmlns:a16="http://schemas.microsoft.com/office/drawing/2014/main" val="97298116"/>
                    </a:ext>
                  </a:extLst>
                </a:gridCol>
                <a:gridCol w="127000">
                  <a:extLst>
                    <a:ext uri="{9D8B030D-6E8A-4147-A177-3AD203B41FA5}">
                      <a16:colId xmlns:a16="http://schemas.microsoft.com/office/drawing/2014/main" val="3055272173"/>
                    </a:ext>
                  </a:extLst>
                </a:gridCol>
                <a:gridCol w="127000">
                  <a:extLst>
                    <a:ext uri="{9D8B030D-6E8A-4147-A177-3AD203B41FA5}">
                      <a16:colId xmlns:a16="http://schemas.microsoft.com/office/drawing/2014/main" val="3207857833"/>
                    </a:ext>
                  </a:extLst>
                </a:gridCol>
              </a:tblGrid>
              <a:tr h="1270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Arial" panose="020B0604020202020204" pitchFamily="34" charset="0"/>
                        </a:rPr>
                        <a:t>X</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45587091"/>
                  </a:ext>
                </a:extLst>
              </a:tr>
              <a:tr h="1270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Arial" panose="020B0604020202020204" pitchFamily="34" charset="0"/>
                        </a:rPr>
                        <a:t>O</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62484142"/>
                  </a:ext>
                </a:extLst>
              </a:tr>
              <a:tr h="1270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3322072"/>
                  </a:ext>
                </a:extLst>
              </a:tr>
            </a:tbl>
          </a:graphicData>
        </a:graphic>
      </p:graphicFrame>
      <p:graphicFrame>
        <p:nvGraphicFramePr>
          <p:cNvPr id="6307" name="Group 163">
            <a:extLst>
              <a:ext uri="{FF2B5EF4-FFF2-40B4-BE49-F238E27FC236}">
                <a16:creationId xmlns:a16="http://schemas.microsoft.com/office/drawing/2014/main" id="{A6D1F9D6-D48D-4425-97D3-5777295FA742}"/>
              </a:ext>
            </a:extLst>
          </p:cNvPr>
          <p:cNvGraphicFramePr>
            <a:graphicFrameLocks noGrp="1"/>
          </p:cNvGraphicFramePr>
          <p:nvPr/>
        </p:nvGraphicFramePr>
        <p:xfrm>
          <a:off x="4114800" y="3581400"/>
          <a:ext cx="381000" cy="457200"/>
        </p:xfrm>
        <a:graphic>
          <a:graphicData uri="http://schemas.openxmlformats.org/drawingml/2006/table">
            <a:tbl>
              <a:tblPr/>
              <a:tblGrid>
                <a:gridCol w="127000">
                  <a:extLst>
                    <a:ext uri="{9D8B030D-6E8A-4147-A177-3AD203B41FA5}">
                      <a16:colId xmlns:a16="http://schemas.microsoft.com/office/drawing/2014/main" val="1628372172"/>
                    </a:ext>
                  </a:extLst>
                </a:gridCol>
                <a:gridCol w="127000">
                  <a:extLst>
                    <a:ext uri="{9D8B030D-6E8A-4147-A177-3AD203B41FA5}">
                      <a16:colId xmlns:a16="http://schemas.microsoft.com/office/drawing/2014/main" val="2230046745"/>
                    </a:ext>
                  </a:extLst>
                </a:gridCol>
                <a:gridCol w="127000">
                  <a:extLst>
                    <a:ext uri="{9D8B030D-6E8A-4147-A177-3AD203B41FA5}">
                      <a16:colId xmlns:a16="http://schemas.microsoft.com/office/drawing/2014/main" val="2739729814"/>
                    </a:ext>
                  </a:extLst>
                </a:gridCol>
              </a:tblGrid>
              <a:tr h="1270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Arial" panose="020B0604020202020204" pitchFamily="34" charset="0"/>
                        </a:rPr>
                        <a:t>X</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Arial" panose="020B0604020202020204" pitchFamily="34" charset="0"/>
                        </a:rPr>
                        <a:t>O</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76395797"/>
                  </a:ext>
                </a:extLst>
              </a:tr>
              <a:tr h="1270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00534083"/>
                  </a:ext>
                </a:extLst>
              </a:tr>
              <a:tr h="1270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43356835"/>
                  </a:ext>
                </a:extLst>
              </a:tr>
            </a:tbl>
          </a:graphicData>
        </a:graphic>
      </p:graphicFrame>
      <p:graphicFrame>
        <p:nvGraphicFramePr>
          <p:cNvPr id="6325" name="Group 181">
            <a:extLst>
              <a:ext uri="{FF2B5EF4-FFF2-40B4-BE49-F238E27FC236}">
                <a16:creationId xmlns:a16="http://schemas.microsoft.com/office/drawing/2014/main" id="{6BE4E2AB-60A3-4D87-888D-ED7DBB993768}"/>
              </a:ext>
            </a:extLst>
          </p:cNvPr>
          <p:cNvGraphicFramePr>
            <a:graphicFrameLocks noGrp="1"/>
          </p:cNvGraphicFramePr>
          <p:nvPr/>
        </p:nvGraphicFramePr>
        <p:xfrm>
          <a:off x="2590800" y="5257800"/>
          <a:ext cx="381000" cy="457200"/>
        </p:xfrm>
        <a:graphic>
          <a:graphicData uri="http://schemas.openxmlformats.org/drawingml/2006/table">
            <a:tbl>
              <a:tblPr/>
              <a:tblGrid>
                <a:gridCol w="127000">
                  <a:extLst>
                    <a:ext uri="{9D8B030D-6E8A-4147-A177-3AD203B41FA5}">
                      <a16:colId xmlns:a16="http://schemas.microsoft.com/office/drawing/2014/main" val="2804882445"/>
                    </a:ext>
                  </a:extLst>
                </a:gridCol>
                <a:gridCol w="127000">
                  <a:extLst>
                    <a:ext uri="{9D8B030D-6E8A-4147-A177-3AD203B41FA5}">
                      <a16:colId xmlns:a16="http://schemas.microsoft.com/office/drawing/2014/main" val="2379439613"/>
                    </a:ext>
                  </a:extLst>
                </a:gridCol>
                <a:gridCol w="127000">
                  <a:extLst>
                    <a:ext uri="{9D8B030D-6E8A-4147-A177-3AD203B41FA5}">
                      <a16:colId xmlns:a16="http://schemas.microsoft.com/office/drawing/2014/main" val="2208485895"/>
                    </a:ext>
                  </a:extLst>
                </a:gridCol>
              </a:tblGrid>
              <a:tr h="1270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Arial" panose="020B0604020202020204" pitchFamily="34" charset="0"/>
                        </a:rPr>
                        <a:t>X</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74541502"/>
                  </a:ext>
                </a:extLst>
              </a:tr>
              <a:tr h="1270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Arial" panose="020B0604020202020204" pitchFamily="34" charset="0"/>
                        </a:rPr>
                        <a:t>X</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Arial" panose="020B0604020202020204" pitchFamily="34" charset="0"/>
                        </a:rPr>
                        <a:t>O</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82166280"/>
                  </a:ext>
                </a:extLst>
              </a:tr>
              <a:tr h="1270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90661123"/>
                  </a:ext>
                </a:extLst>
              </a:tr>
            </a:tbl>
          </a:graphicData>
        </a:graphic>
      </p:graphicFrame>
      <p:graphicFrame>
        <p:nvGraphicFramePr>
          <p:cNvPr id="6343" name="Group 199">
            <a:extLst>
              <a:ext uri="{FF2B5EF4-FFF2-40B4-BE49-F238E27FC236}">
                <a16:creationId xmlns:a16="http://schemas.microsoft.com/office/drawing/2014/main" id="{6400E80F-531D-432A-8A17-FDDA834DDF8C}"/>
              </a:ext>
            </a:extLst>
          </p:cNvPr>
          <p:cNvGraphicFramePr>
            <a:graphicFrameLocks noGrp="1"/>
          </p:cNvGraphicFramePr>
          <p:nvPr/>
        </p:nvGraphicFramePr>
        <p:xfrm>
          <a:off x="3124200" y="5257800"/>
          <a:ext cx="381000" cy="457200"/>
        </p:xfrm>
        <a:graphic>
          <a:graphicData uri="http://schemas.openxmlformats.org/drawingml/2006/table">
            <a:tbl>
              <a:tblPr/>
              <a:tblGrid>
                <a:gridCol w="127000">
                  <a:extLst>
                    <a:ext uri="{9D8B030D-6E8A-4147-A177-3AD203B41FA5}">
                      <a16:colId xmlns:a16="http://schemas.microsoft.com/office/drawing/2014/main" val="3526073575"/>
                    </a:ext>
                  </a:extLst>
                </a:gridCol>
                <a:gridCol w="127000">
                  <a:extLst>
                    <a:ext uri="{9D8B030D-6E8A-4147-A177-3AD203B41FA5}">
                      <a16:colId xmlns:a16="http://schemas.microsoft.com/office/drawing/2014/main" val="3128583893"/>
                    </a:ext>
                  </a:extLst>
                </a:gridCol>
                <a:gridCol w="127000">
                  <a:extLst>
                    <a:ext uri="{9D8B030D-6E8A-4147-A177-3AD203B41FA5}">
                      <a16:colId xmlns:a16="http://schemas.microsoft.com/office/drawing/2014/main" val="1497867252"/>
                    </a:ext>
                  </a:extLst>
                </a:gridCol>
              </a:tblGrid>
              <a:tr h="1270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Arial" panose="020B0604020202020204" pitchFamily="34" charset="0"/>
                        </a:rPr>
                        <a:t>X</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10894926"/>
                  </a:ext>
                </a:extLst>
              </a:tr>
              <a:tr h="1270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Arial" panose="020B0604020202020204" pitchFamily="34" charset="0"/>
                        </a:rPr>
                        <a:t>O</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61925873"/>
                  </a:ext>
                </a:extLst>
              </a:tr>
              <a:tr h="1270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Arial" panose="020B0604020202020204" pitchFamily="34" charset="0"/>
                        </a:rPr>
                        <a:t>X</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57872729"/>
                  </a:ext>
                </a:extLst>
              </a:tr>
            </a:tbl>
          </a:graphicData>
        </a:graphic>
      </p:graphicFrame>
      <p:graphicFrame>
        <p:nvGraphicFramePr>
          <p:cNvPr id="6361" name="Group 217">
            <a:extLst>
              <a:ext uri="{FF2B5EF4-FFF2-40B4-BE49-F238E27FC236}">
                <a16:creationId xmlns:a16="http://schemas.microsoft.com/office/drawing/2014/main" id="{0DCFFC8D-4685-4E07-B88C-039B503A9D00}"/>
              </a:ext>
            </a:extLst>
          </p:cNvPr>
          <p:cNvGraphicFramePr>
            <a:graphicFrameLocks noGrp="1"/>
          </p:cNvGraphicFramePr>
          <p:nvPr/>
        </p:nvGraphicFramePr>
        <p:xfrm>
          <a:off x="3581400" y="5257800"/>
          <a:ext cx="381000" cy="457200"/>
        </p:xfrm>
        <a:graphic>
          <a:graphicData uri="http://schemas.openxmlformats.org/drawingml/2006/table">
            <a:tbl>
              <a:tblPr/>
              <a:tblGrid>
                <a:gridCol w="127000">
                  <a:extLst>
                    <a:ext uri="{9D8B030D-6E8A-4147-A177-3AD203B41FA5}">
                      <a16:colId xmlns:a16="http://schemas.microsoft.com/office/drawing/2014/main" val="2027930647"/>
                    </a:ext>
                  </a:extLst>
                </a:gridCol>
                <a:gridCol w="127000">
                  <a:extLst>
                    <a:ext uri="{9D8B030D-6E8A-4147-A177-3AD203B41FA5}">
                      <a16:colId xmlns:a16="http://schemas.microsoft.com/office/drawing/2014/main" val="1472025022"/>
                    </a:ext>
                  </a:extLst>
                </a:gridCol>
                <a:gridCol w="127000">
                  <a:extLst>
                    <a:ext uri="{9D8B030D-6E8A-4147-A177-3AD203B41FA5}">
                      <a16:colId xmlns:a16="http://schemas.microsoft.com/office/drawing/2014/main" val="2128463428"/>
                    </a:ext>
                  </a:extLst>
                </a:gridCol>
              </a:tblGrid>
              <a:tr h="1270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Arial" panose="020B0604020202020204" pitchFamily="34" charset="0"/>
                        </a:rPr>
                        <a:t>X</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37531370"/>
                  </a:ext>
                </a:extLst>
              </a:tr>
              <a:tr h="1270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Arial" panose="020B0604020202020204" pitchFamily="34" charset="0"/>
                        </a:rPr>
                        <a:t>O</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56320153"/>
                  </a:ext>
                </a:extLst>
              </a:tr>
              <a:tr h="1270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Arial" panose="020B0604020202020204" pitchFamily="34" charset="0"/>
                        </a:rPr>
                        <a:t>X</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79820535"/>
                  </a:ext>
                </a:extLst>
              </a:tr>
            </a:tbl>
          </a:graphicData>
        </a:graphic>
      </p:graphicFrame>
      <p:graphicFrame>
        <p:nvGraphicFramePr>
          <p:cNvPr id="6379" name="Group 235">
            <a:extLst>
              <a:ext uri="{FF2B5EF4-FFF2-40B4-BE49-F238E27FC236}">
                <a16:creationId xmlns:a16="http://schemas.microsoft.com/office/drawing/2014/main" id="{2586353C-099F-4BA2-AFE5-C3D09858B474}"/>
              </a:ext>
            </a:extLst>
          </p:cNvPr>
          <p:cNvGraphicFramePr>
            <a:graphicFrameLocks noGrp="1"/>
          </p:cNvGraphicFramePr>
          <p:nvPr/>
        </p:nvGraphicFramePr>
        <p:xfrm>
          <a:off x="4419600" y="5257800"/>
          <a:ext cx="381000" cy="457200"/>
        </p:xfrm>
        <a:graphic>
          <a:graphicData uri="http://schemas.openxmlformats.org/drawingml/2006/table">
            <a:tbl>
              <a:tblPr/>
              <a:tblGrid>
                <a:gridCol w="127000">
                  <a:extLst>
                    <a:ext uri="{9D8B030D-6E8A-4147-A177-3AD203B41FA5}">
                      <a16:colId xmlns:a16="http://schemas.microsoft.com/office/drawing/2014/main" val="3986079970"/>
                    </a:ext>
                  </a:extLst>
                </a:gridCol>
                <a:gridCol w="127000">
                  <a:extLst>
                    <a:ext uri="{9D8B030D-6E8A-4147-A177-3AD203B41FA5}">
                      <a16:colId xmlns:a16="http://schemas.microsoft.com/office/drawing/2014/main" val="1169561388"/>
                    </a:ext>
                  </a:extLst>
                </a:gridCol>
                <a:gridCol w="127000">
                  <a:extLst>
                    <a:ext uri="{9D8B030D-6E8A-4147-A177-3AD203B41FA5}">
                      <a16:colId xmlns:a16="http://schemas.microsoft.com/office/drawing/2014/main" val="1091368772"/>
                    </a:ext>
                  </a:extLst>
                </a:gridCol>
              </a:tblGrid>
              <a:tr h="1270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Arial" panose="020B0604020202020204" pitchFamily="34" charset="0"/>
                        </a:rPr>
                        <a:t>X</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Arial" panose="020B0604020202020204" pitchFamily="34" charset="0"/>
                        </a:rPr>
                        <a:t>O</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27001967"/>
                  </a:ext>
                </a:extLst>
              </a:tr>
              <a:tr h="1270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Arial" panose="020B0604020202020204" pitchFamily="34" charset="0"/>
                        </a:rPr>
                        <a:t>X</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10903192"/>
                  </a:ext>
                </a:extLst>
              </a:tr>
              <a:tr h="1270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49429300"/>
                  </a:ext>
                </a:extLst>
              </a:tr>
            </a:tbl>
          </a:graphicData>
        </a:graphic>
      </p:graphicFrame>
      <p:graphicFrame>
        <p:nvGraphicFramePr>
          <p:cNvPr id="6398" name="Group 254">
            <a:extLst>
              <a:ext uri="{FF2B5EF4-FFF2-40B4-BE49-F238E27FC236}">
                <a16:creationId xmlns:a16="http://schemas.microsoft.com/office/drawing/2014/main" id="{DB2F48BD-C428-4CFA-A1BB-BAF9DD75EB65}"/>
              </a:ext>
            </a:extLst>
          </p:cNvPr>
          <p:cNvGraphicFramePr>
            <a:graphicFrameLocks noGrp="1"/>
          </p:cNvGraphicFramePr>
          <p:nvPr/>
        </p:nvGraphicFramePr>
        <p:xfrm>
          <a:off x="5410200" y="3657600"/>
          <a:ext cx="381000" cy="457200"/>
        </p:xfrm>
        <a:graphic>
          <a:graphicData uri="http://schemas.openxmlformats.org/drawingml/2006/table">
            <a:tbl>
              <a:tblPr/>
              <a:tblGrid>
                <a:gridCol w="127000">
                  <a:extLst>
                    <a:ext uri="{9D8B030D-6E8A-4147-A177-3AD203B41FA5}">
                      <a16:colId xmlns:a16="http://schemas.microsoft.com/office/drawing/2014/main" val="730456134"/>
                    </a:ext>
                  </a:extLst>
                </a:gridCol>
                <a:gridCol w="127000">
                  <a:extLst>
                    <a:ext uri="{9D8B030D-6E8A-4147-A177-3AD203B41FA5}">
                      <a16:colId xmlns:a16="http://schemas.microsoft.com/office/drawing/2014/main" val="136879006"/>
                    </a:ext>
                  </a:extLst>
                </a:gridCol>
                <a:gridCol w="127000">
                  <a:extLst>
                    <a:ext uri="{9D8B030D-6E8A-4147-A177-3AD203B41FA5}">
                      <a16:colId xmlns:a16="http://schemas.microsoft.com/office/drawing/2014/main" val="2172509473"/>
                    </a:ext>
                  </a:extLst>
                </a:gridCol>
              </a:tblGrid>
              <a:tr h="1270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Arial" panose="020B0604020202020204" pitchFamily="34" charset="0"/>
                        </a:rPr>
                        <a:t>O</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Arial" panose="020B0604020202020204" pitchFamily="34" charset="0"/>
                        </a:rPr>
                        <a:t>X</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90222077"/>
                  </a:ext>
                </a:extLst>
              </a:tr>
              <a:tr h="1270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30778620"/>
                  </a:ext>
                </a:extLst>
              </a:tr>
              <a:tr h="1270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2334014"/>
                  </a:ext>
                </a:extLst>
              </a:tr>
            </a:tbl>
          </a:graphicData>
        </a:graphic>
      </p:graphicFrame>
      <p:graphicFrame>
        <p:nvGraphicFramePr>
          <p:cNvPr id="6416" name="Group 272">
            <a:extLst>
              <a:ext uri="{FF2B5EF4-FFF2-40B4-BE49-F238E27FC236}">
                <a16:creationId xmlns:a16="http://schemas.microsoft.com/office/drawing/2014/main" id="{B3EEA71A-4726-41F4-B298-47B6B651CEB9}"/>
              </a:ext>
            </a:extLst>
          </p:cNvPr>
          <p:cNvGraphicFramePr>
            <a:graphicFrameLocks noGrp="1"/>
          </p:cNvGraphicFramePr>
          <p:nvPr/>
        </p:nvGraphicFramePr>
        <p:xfrm>
          <a:off x="6096000" y="3657600"/>
          <a:ext cx="381000" cy="457200"/>
        </p:xfrm>
        <a:graphic>
          <a:graphicData uri="http://schemas.openxmlformats.org/drawingml/2006/table">
            <a:tbl>
              <a:tblPr/>
              <a:tblGrid>
                <a:gridCol w="127000">
                  <a:extLst>
                    <a:ext uri="{9D8B030D-6E8A-4147-A177-3AD203B41FA5}">
                      <a16:colId xmlns:a16="http://schemas.microsoft.com/office/drawing/2014/main" val="146990038"/>
                    </a:ext>
                  </a:extLst>
                </a:gridCol>
                <a:gridCol w="127000">
                  <a:extLst>
                    <a:ext uri="{9D8B030D-6E8A-4147-A177-3AD203B41FA5}">
                      <a16:colId xmlns:a16="http://schemas.microsoft.com/office/drawing/2014/main" val="1361796448"/>
                    </a:ext>
                  </a:extLst>
                </a:gridCol>
                <a:gridCol w="127000">
                  <a:extLst>
                    <a:ext uri="{9D8B030D-6E8A-4147-A177-3AD203B41FA5}">
                      <a16:colId xmlns:a16="http://schemas.microsoft.com/office/drawing/2014/main" val="672851917"/>
                    </a:ext>
                  </a:extLst>
                </a:gridCol>
              </a:tblGrid>
              <a:tr h="1270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Arial" panose="020B0604020202020204" pitchFamily="34" charset="0"/>
                        </a:rPr>
                        <a:t>X</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69177931"/>
                  </a:ext>
                </a:extLst>
              </a:tr>
              <a:tr h="1270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Arial" panose="020B0604020202020204" pitchFamily="34" charset="0"/>
                        </a:rPr>
                        <a:t>O</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53483180"/>
                  </a:ext>
                </a:extLst>
              </a:tr>
              <a:tr h="1270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60604643"/>
                  </a:ext>
                </a:extLst>
              </a:tr>
            </a:tbl>
          </a:graphicData>
        </a:graphic>
      </p:graphicFrame>
      <p:graphicFrame>
        <p:nvGraphicFramePr>
          <p:cNvPr id="6434" name="Group 290">
            <a:extLst>
              <a:ext uri="{FF2B5EF4-FFF2-40B4-BE49-F238E27FC236}">
                <a16:creationId xmlns:a16="http://schemas.microsoft.com/office/drawing/2014/main" id="{2624DD20-3E98-4537-BC91-F798A9AB17CF}"/>
              </a:ext>
            </a:extLst>
          </p:cNvPr>
          <p:cNvGraphicFramePr>
            <a:graphicFrameLocks noGrp="1"/>
          </p:cNvGraphicFramePr>
          <p:nvPr/>
        </p:nvGraphicFramePr>
        <p:xfrm>
          <a:off x="6781800" y="3657600"/>
          <a:ext cx="381000" cy="457200"/>
        </p:xfrm>
        <a:graphic>
          <a:graphicData uri="http://schemas.openxmlformats.org/drawingml/2006/table">
            <a:tbl>
              <a:tblPr/>
              <a:tblGrid>
                <a:gridCol w="127000">
                  <a:extLst>
                    <a:ext uri="{9D8B030D-6E8A-4147-A177-3AD203B41FA5}">
                      <a16:colId xmlns:a16="http://schemas.microsoft.com/office/drawing/2014/main" val="1069399245"/>
                    </a:ext>
                  </a:extLst>
                </a:gridCol>
                <a:gridCol w="127000">
                  <a:extLst>
                    <a:ext uri="{9D8B030D-6E8A-4147-A177-3AD203B41FA5}">
                      <a16:colId xmlns:a16="http://schemas.microsoft.com/office/drawing/2014/main" val="3930273422"/>
                    </a:ext>
                  </a:extLst>
                </a:gridCol>
                <a:gridCol w="127000">
                  <a:extLst>
                    <a:ext uri="{9D8B030D-6E8A-4147-A177-3AD203B41FA5}">
                      <a16:colId xmlns:a16="http://schemas.microsoft.com/office/drawing/2014/main" val="1495925551"/>
                    </a:ext>
                  </a:extLst>
                </a:gridCol>
              </a:tblGrid>
              <a:tr h="1270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Arial" panose="020B0604020202020204" pitchFamily="34" charset="0"/>
                        </a:rPr>
                        <a:t>X</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74942462"/>
                  </a:ext>
                </a:extLst>
              </a:tr>
              <a:tr h="1270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Arial" panose="020B0604020202020204" pitchFamily="34" charset="0"/>
                        </a:rPr>
                        <a:t>O</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28158404"/>
                  </a:ext>
                </a:extLst>
              </a:tr>
              <a:tr h="1270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93793351"/>
                  </a:ext>
                </a:extLst>
              </a:tr>
            </a:tbl>
          </a:graphicData>
        </a:graphic>
      </p:graphicFrame>
      <p:graphicFrame>
        <p:nvGraphicFramePr>
          <p:cNvPr id="6452" name="Group 308">
            <a:extLst>
              <a:ext uri="{FF2B5EF4-FFF2-40B4-BE49-F238E27FC236}">
                <a16:creationId xmlns:a16="http://schemas.microsoft.com/office/drawing/2014/main" id="{ECAFD086-FD1A-4C74-89D0-470A13B50B36}"/>
              </a:ext>
            </a:extLst>
          </p:cNvPr>
          <p:cNvGraphicFramePr>
            <a:graphicFrameLocks noGrp="1"/>
          </p:cNvGraphicFramePr>
          <p:nvPr/>
        </p:nvGraphicFramePr>
        <p:xfrm>
          <a:off x="7391400" y="3657600"/>
          <a:ext cx="381000" cy="457200"/>
        </p:xfrm>
        <a:graphic>
          <a:graphicData uri="http://schemas.openxmlformats.org/drawingml/2006/table">
            <a:tbl>
              <a:tblPr/>
              <a:tblGrid>
                <a:gridCol w="127000">
                  <a:extLst>
                    <a:ext uri="{9D8B030D-6E8A-4147-A177-3AD203B41FA5}">
                      <a16:colId xmlns:a16="http://schemas.microsoft.com/office/drawing/2014/main" val="3445864932"/>
                    </a:ext>
                  </a:extLst>
                </a:gridCol>
                <a:gridCol w="127000">
                  <a:extLst>
                    <a:ext uri="{9D8B030D-6E8A-4147-A177-3AD203B41FA5}">
                      <a16:colId xmlns:a16="http://schemas.microsoft.com/office/drawing/2014/main" val="3361348798"/>
                    </a:ext>
                  </a:extLst>
                </a:gridCol>
                <a:gridCol w="127000">
                  <a:extLst>
                    <a:ext uri="{9D8B030D-6E8A-4147-A177-3AD203B41FA5}">
                      <a16:colId xmlns:a16="http://schemas.microsoft.com/office/drawing/2014/main" val="96016795"/>
                    </a:ext>
                  </a:extLst>
                </a:gridCol>
              </a:tblGrid>
              <a:tr h="1270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Arial" panose="020B0604020202020204" pitchFamily="34" charset="0"/>
                        </a:rPr>
                        <a:t>X</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70851748"/>
                  </a:ext>
                </a:extLst>
              </a:tr>
              <a:tr h="1270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61927762"/>
                  </a:ext>
                </a:extLst>
              </a:tr>
              <a:tr h="1270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Arial" panose="020B0604020202020204" pitchFamily="34" charset="0"/>
                        </a:rPr>
                        <a:t>O</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87114771"/>
                  </a:ext>
                </a:extLst>
              </a:tr>
            </a:tbl>
          </a:graphicData>
        </a:graphic>
      </p:graphicFrame>
      <p:graphicFrame>
        <p:nvGraphicFramePr>
          <p:cNvPr id="6470" name="Group 326">
            <a:extLst>
              <a:ext uri="{FF2B5EF4-FFF2-40B4-BE49-F238E27FC236}">
                <a16:creationId xmlns:a16="http://schemas.microsoft.com/office/drawing/2014/main" id="{0AF37135-B901-45F9-8045-249F81878C55}"/>
              </a:ext>
            </a:extLst>
          </p:cNvPr>
          <p:cNvGraphicFramePr>
            <a:graphicFrameLocks noGrp="1"/>
          </p:cNvGraphicFramePr>
          <p:nvPr/>
        </p:nvGraphicFramePr>
        <p:xfrm>
          <a:off x="8153400" y="3581400"/>
          <a:ext cx="381000" cy="457200"/>
        </p:xfrm>
        <a:graphic>
          <a:graphicData uri="http://schemas.openxmlformats.org/drawingml/2006/table">
            <a:tbl>
              <a:tblPr/>
              <a:tblGrid>
                <a:gridCol w="127000">
                  <a:extLst>
                    <a:ext uri="{9D8B030D-6E8A-4147-A177-3AD203B41FA5}">
                      <a16:colId xmlns:a16="http://schemas.microsoft.com/office/drawing/2014/main" val="3455625867"/>
                    </a:ext>
                  </a:extLst>
                </a:gridCol>
                <a:gridCol w="127000">
                  <a:extLst>
                    <a:ext uri="{9D8B030D-6E8A-4147-A177-3AD203B41FA5}">
                      <a16:colId xmlns:a16="http://schemas.microsoft.com/office/drawing/2014/main" val="2861879432"/>
                    </a:ext>
                  </a:extLst>
                </a:gridCol>
                <a:gridCol w="127000">
                  <a:extLst>
                    <a:ext uri="{9D8B030D-6E8A-4147-A177-3AD203B41FA5}">
                      <a16:colId xmlns:a16="http://schemas.microsoft.com/office/drawing/2014/main" val="3092919697"/>
                    </a:ext>
                  </a:extLst>
                </a:gridCol>
              </a:tblGrid>
              <a:tr h="1270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Arial" panose="020B0604020202020204" pitchFamily="34" charset="0"/>
                        </a:rPr>
                        <a:t>O</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45135265"/>
                  </a:ext>
                </a:extLst>
              </a:tr>
              <a:tr h="1270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Arial" panose="020B0604020202020204" pitchFamily="34" charset="0"/>
                        </a:rPr>
                        <a:t>X</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29357555"/>
                  </a:ext>
                </a:extLst>
              </a:tr>
              <a:tr h="1270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4898071"/>
                  </a:ext>
                </a:extLst>
              </a:tr>
            </a:tbl>
          </a:graphicData>
        </a:graphic>
      </p:graphicFrame>
      <p:graphicFrame>
        <p:nvGraphicFramePr>
          <p:cNvPr id="6488" name="Group 344">
            <a:extLst>
              <a:ext uri="{FF2B5EF4-FFF2-40B4-BE49-F238E27FC236}">
                <a16:creationId xmlns:a16="http://schemas.microsoft.com/office/drawing/2014/main" id="{B8206CC8-E18E-4469-B944-BEFA945F7367}"/>
              </a:ext>
            </a:extLst>
          </p:cNvPr>
          <p:cNvGraphicFramePr>
            <a:graphicFrameLocks noGrp="1"/>
          </p:cNvGraphicFramePr>
          <p:nvPr/>
        </p:nvGraphicFramePr>
        <p:xfrm>
          <a:off x="8686800" y="3581400"/>
          <a:ext cx="381000" cy="457200"/>
        </p:xfrm>
        <a:graphic>
          <a:graphicData uri="http://schemas.openxmlformats.org/drawingml/2006/table">
            <a:tbl>
              <a:tblPr/>
              <a:tblGrid>
                <a:gridCol w="127000">
                  <a:extLst>
                    <a:ext uri="{9D8B030D-6E8A-4147-A177-3AD203B41FA5}">
                      <a16:colId xmlns:a16="http://schemas.microsoft.com/office/drawing/2014/main" val="3190485381"/>
                    </a:ext>
                  </a:extLst>
                </a:gridCol>
                <a:gridCol w="127000">
                  <a:extLst>
                    <a:ext uri="{9D8B030D-6E8A-4147-A177-3AD203B41FA5}">
                      <a16:colId xmlns:a16="http://schemas.microsoft.com/office/drawing/2014/main" val="1779216225"/>
                    </a:ext>
                  </a:extLst>
                </a:gridCol>
                <a:gridCol w="127000">
                  <a:extLst>
                    <a:ext uri="{9D8B030D-6E8A-4147-A177-3AD203B41FA5}">
                      <a16:colId xmlns:a16="http://schemas.microsoft.com/office/drawing/2014/main" val="4277377045"/>
                    </a:ext>
                  </a:extLst>
                </a:gridCol>
              </a:tblGrid>
              <a:tr h="1270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Arial" panose="020B0604020202020204" pitchFamily="34" charset="0"/>
                        </a:rPr>
                        <a:t>O</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17648351"/>
                  </a:ext>
                </a:extLst>
              </a:tr>
              <a:tr h="1270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Arial" panose="020B0604020202020204" pitchFamily="34" charset="0"/>
                        </a:rPr>
                        <a:t>X</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57139067"/>
                  </a:ext>
                </a:extLst>
              </a:tr>
              <a:tr h="127000">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2537869"/>
                  </a:ext>
                </a:extLst>
              </a:tr>
            </a:tbl>
          </a:graphicData>
        </a:graphic>
      </p:graphicFrame>
      <p:sp>
        <p:nvSpPr>
          <p:cNvPr id="6524" name="Text Box 380">
            <a:extLst>
              <a:ext uri="{FF2B5EF4-FFF2-40B4-BE49-F238E27FC236}">
                <a16:creationId xmlns:a16="http://schemas.microsoft.com/office/drawing/2014/main" id="{136C8D5B-ABFB-4047-A997-86FDE9B17967}"/>
              </a:ext>
            </a:extLst>
          </p:cNvPr>
          <p:cNvSpPr txBox="1">
            <a:spLocks noChangeArrowheads="1"/>
          </p:cNvSpPr>
          <p:nvPr/>
        </p:nvSpPr>
        <p:spPr bwMode="auto">
          <a:xfrm>
            <a:off x="5257800" y="5105400"/>
            <a:ext cx="7429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440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18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8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18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23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25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269"/>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618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18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18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18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18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18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18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19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30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30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39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41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43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45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6470"/>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6488"/>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0"/>
                                          </p:stCondLst>
                                        </p:cTn>
                                        <p:tgtEl>
                                          <p:spTgt spid="6192"/>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6193"/>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6194"/>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6195"/>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6196"/>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6199"/>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6200"/>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6201"/>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6202"/>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6203"/>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6204"/>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6205"/>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6206"/>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6207"/>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6325"/>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6343"/>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6361"/>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6379"/>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6524"/>
                                        </p:tgtEl>
                                        <p:attrNameLst>
                                          <p:attrName>style.visibility</p:attrName>
                                        </p:attrNameLst>
                                      </p:cBhvr>
                                      <p:to>
                                        <p:strVal val="visible"/>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6151"/>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6152"/>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6153"/>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61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1" grpId="0"/>
      <p:bldP spid="6152" grpId="0"/>
      <p:bldP spid="6153" grpId="0"/>
      <p:bldP spid="6154" grpId="0"/>
      <p:bldP spid="652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9">
            <a:extLst>
              <a:ext uri="{FF2B5EF4-FFF2-40B4-BE49-F238E27FC236}">
                <a16:creationId xmlns:a16="http://schemas.microsoft.com/office/drawing/2014/main" id="{CCE4CF6B-8514-461F-9B74-BB520F42A73E}"/>
              </a:ext>
            </a:extLst>
          </p:cNvPr>
          <p:cNvSpPr>
            <a:spLocks noChangeArrowheads="1"/>
          </p:cNvSpPr>
          <p:nvPr/>
        </p:nvSpPr>
        <p:spPr bwMode="auto">
          <a:xfrm>
            <a:off x="1811339" y="5800725"/>
            <a:ext cx="1597025" cy="890588"/>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sp>
        <p:nvSpPr>
          <p:cNvPr id="13315" name="Oval 25">
            <a:extLst>
              <a:ext uri="{FF2B5EF4-FFF2-40B4-BE49-F238E27FC236}">
                <a16:creationId xmlns:a16="http://schemas.microsoft.com/office/drawing/2014/main" id="{5BC3A853-EB20-4D7A-8E94-D0DC298E1E14}"/>
              </a:ext>
            </a:extLst>
          </p:cNvPr>
          <p:cNvSpPr>
            <a:spLocks noChangeArrowheads="1"/>
          </p:cNvSpPr>
          <p:nvPr/>
        </p:nvSpPr>
        <p:spPr bwMode="auto">
          <a:xfrm>
            <a:off x="3124200" y="4013200"/>
            <a:ext cx="1143000" cy="1016000"/>
          </a:xfrm>
          <a:prstGeom prst="ellipse">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sp>
        <p:nvSpPr>
          <p:cNvPr id="13316" name="Rectangle 3">
            <a:extLst>
              <a:ext uri="{FF2B5EF4-FFF2-40B4-BE49-F238E27FC236}">
                <a16:creationId xmlns:a16="http://schemas.microsoft.com/office/drawing/2014/main" id="{66BC11F3-E7EE-4E8B-9224-2A45C037C7CC}"/>
              </a:ext>
            </a:extLst>
          </p:cNvPr>
          <p:cNvSpPr>
            <a:spLocks noChangeArrowheads="1"/>
          </p:cNvSpPr>
          <p:nvPr/>
        </p:nvSpPr>
        <p:spPr bwMode="auto">
          <a:xfrm>
            <a:off x="4953000" y="609600"/>
            <a:ext cx="1066800" cy="609600"/>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cxnSp>
        <p:nvCxnSpPr>
          <p:cNvPr id="8" name="Straight Connector 7">
            <a:extLst>
              <a:ext uri="{FF2B5EF4-FFF2-40B4-BE49-F238E27FC236}">
                <a16:creationId xmlns:a16="http://schemas.microsoft.com/office/drawing/2014/main" id="{A09F1417-B052-4B13-A649-609B18C65D5E}"/>
              </a:ext>
            </a:extLst>
          </p:cNvPr>
          <p:cNvCxnSpPr/>
          <p:nvPr/>
        </p:nvCxnSpPr>
        <p:spPr bwMode="auto">
          <a:xfrm flipH="1">
            <a:off x="3962400" y="1219200"/>
            <a:ext cx="990600" cy="1143000"/>
          </a:xfrm>
          <a:prstGeom prst="line">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13318" name="Straight Connector 9">
            <a:extLst>
              <a:ext uri="{FF2B5EF4-FFF2-40B4-BE49-F238E27FC236}">
                <a16:creationId xmlns:a16="http://schemas.microsoft.com/office/drawing/2014/main" id="{EBE80C96-33E4-420F-8069-4FFD5A3CE121}"/>
              </a:ext>
            </a:extLst>
          </p:cNvPr>
          <p:cNvCxnSpPr>
            <a:cxnSpLocks noChangeShapeType="1"/>
          </p:cNvCxnSpPr>
          <p:nvPr/>
        </p:nvCxnSpPr>
        <p:spPr bwMode="auto">
          <a:xfrm>
            <a:off x="6019800" y="1219200"/>
            <a:ext cx="1295400" cy="1143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3319" name="Oval 10">
            <a:extLst>
              <a:ext uri="{FF2B5EF4-FFF2-40B4-BE49-F238E27FC236}">
                <a16:creationId xmlns:a16="http://schemas.microsoft.com/office/drawing/2014/main" id="{679434CA-3C94-4D3D-A9C6-13F7AB124A44}"/>
              </a:ext>
            </a:extLst>
          </p:cNvPr>
          <p:cNvSpPr>
            <a:spLocks noChangeArrowheads="1"/>
          </p:cNvSpPr>
          <p:nvPr/>
        </p:nvSpPr>
        <p:spPr bwMode="auto">
          <a:xfrm>
            <a:off x="3676650" y="1755775"/>
            <a:ext cx="914400" cy="914400"/>
          </a:xfrm>
          <a:prstGeom prst="ellipse">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sp>
        <p:nvSpPr>
          <p:cNvPr id="13320" name="Oval 11">
            <a:extLst>
              <a:ext uri="{FF2B5EF4-FFF2-40B4-BE49-F238E27FC236}">
                <a16:creationId xmlns:a16="http://schemas.microsoft.com/office/drawing/2014/main" id="{C73ADBFD-304E-4E7E-A269-F436107836B6}"/>
              </a:ext>
            </a:extLst>
          </p:cNvPr>
          <p:cNvSpPr>
            <a:spLocks noChangeArrowheads="1"/>
          </p:cNvSpPr>
          <p:nvPr/>
        </p:nvSpPr>
        <p:spPr bwMode="auto">
          <a:xfrm>
            <a:off x="6681788" y="1905000"/>
            <a:ext cx="914400" cy="914400"/>
          </a:xfrm>
          <a:prstGeom prst="ellipse">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cxnSp>
        <p:nvCxnSpPr>
          <p:cNvPr id="13321" name="Straight Connector 13">
            <a:extLst>
              <a:ext uri="{FF2B5EF4-FFF2-40B4-BE49-F238E27FC236}">
                <a16:creationId xmlns:a16="http://schemas.microsoft.com/office/drawing/2014/main" id="{05DF9FCB-9F25-46A8-9F15-7DB1619DE2FA}"/>
              </a:ext>
            </a:extLst>
          </p:cNvPr>
          <p:cNvCxnSpPr>
            <a:cxnSpLocks/>
          </p:cNvCxnSpPr>
          <p:nvPr/>
        </p:nvCxnSpPr>
        <p:spPr bwMode="auto">
          <a:xfrm>
            <a:off x="5599113" y="1219200"/>
            <a:ext cx="0" cy="12954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3322" name="Oval 14">
            <a:extLst>
              <a:ext uri="{FF2B5EF4-FFF2-40B4-BE49-F238E27FC236}">
                <a16:creationId xmlns:a16="http://schemas.microsoft.com/office/drawing/2014/main" id="{D9C159C1-B397-4713-AC5F-6702D868C8F8}"/>
              </a:ext>
            </a:extLst>
          </p:cNvPr>
          <p:cNvSpPr>
            <a:spLocks noChangeArrowheads="1"/>
          </p:cNvSpPr>
          <p:nvPr/>
        </p:nvSpPr>
        <p:spPr bwMode="auto">
          <a:xfrm>
            <a:off x="5291138" y="1781175"/>
            <a:ext cx="914400" cy="914400"/>
          </a:xfrm>
          <a:prstGeom prst="ellipse">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cxnSp>
        <p:nvCxnSpPr>
          <p:cNvPr id="13323" name="Straight Connector 16">
            <a:extLst>
              <a:ext uri="{FF2B5EF4-FFF2-40B4-BE49-F238E27FC236}">
                <a16:creationId xmlns:a16="http://schemas.microsoft.com/office/drawing/2014/main" id="{DE8CF691-4F0C-4558-ADFC-F396DA21BF6F}"/>
              </a:ext>
            </a:extLst>
          </p:cNvPr>
          <p:cNvCxnSpPr>
            <a:cxnSpLocks noChangeShapeType="1"/>
            <a:stCxn id="13319" idx="3"/>
          </p:cNvCxnSpPr>
          <p:nvPr/>
        </p:nvCxnSpPr>
        <p:spPr bwMode="auto">
          <a:xfrm flipH="1">
            <a:off x="3295650" y="2536825"/>
            <a:ext cx="514350" cy="8953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324" name="Straight Connector 18">
            <a:extLst>
              <a:ext uri="{FF2B5EF4-FFF2-40B4-BE49-F238E27FC236}">
                <a16:creationId xmlns:a16="http://schemas.microsoft.com/office/drawing/2014/main" id="{AA47F3E7-73DB-4617-867F-D130FE931623}"/>
              </a:ext>
            </a:extLst>
          </p:cNvPr>
          <p:cNvCxnSpPr>
            <a:cxnSpLocks noChangeShapeType="1"/>
            <a:stCxn id="13319" idx="5"/>
          </p:cNvCxnSpPr>
          <p:nvPr/>
        </p:nvCxnSpPr>
        <p:spPr bwMode="auto">
          <a:xfrm>
            <a:off x="4457700" y="2536825"/>
            <a:ext cx="400050" cy="8191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3325" name="Rectangle 19">
            <a:extLst>
              <a:ext uri="{FF2B5EF4-FFF2-40B4-BE49-F238E27FC236}">
                <a16:creationId xmlns:a16="http://schemas.microsoft.com/office/drawing/2014/main" id="{3B81D1F7-4CCA-497F-AD09-9FDA0639CE4D}"/>
              </a:ext>
            </a:extLst>
          </p:cNvPr>
          <p:cNvSpPr>
            <a:spLocks noChangeArrowheads="1"/>
          </p:cNvSpPr>
          <p:nvPr/>
        </p:nvSpPr>
        <p:spPr bwMode="auto">
          <a:xfrm>
            <a:off x="2609850" y="3124200"/>
            <a:ext cx="1066800" cy="609600"/>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sp>
        <p:nvSpPr>
          <p:cNvPr id="13326" name="Rectangle 20">
            <a:extLst>
              <a:ext uri="{FF2B5EF4-FFF2-40B4-BE49-F238E27FC236}">
                <a16:creationId xmlns:a16="http://schemas.microsoft.com/office/drawing/2014/main" id="{570A890F-114E-43B8-9B5F-4557D9AEA1D0}"/>
              </a:ext>
            </a:extLst>
          </p:cNvPr>
          <p:cNvSpPr>
            <a:spLocks noChangeArrowheads="1"/>
          </p:cNvSpPr>
          <p:nvPr/>
        </p:nvSpPr>
        <p:spPr bwMode="auto">
          <a:xfrm>
            <a:off x="4110038" y="3048000"/>
            <a:ext cx="1066800" cy="609600"/>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cxnSp>
        <p:nvCxnSpPr>
          <p:cNvPr id="13327" name="Straight Connector 21">
            <a:extLst>
              <a:ext uri="{FF2B5EF4-FFF2-40B4-BE49-F238E27FC236}">
                <a16:creationId xmlns:a16="http://schemas.microsoft.com/office/drawing/2014/main" id="{6F986FE2-E33E-448B-8358-6AFC86791592}"/>
              </a:ext>
            </a:extLst>
          </p:cNvPr>
          <p:cNvCxnSpPr>
            <a:cxnSpLocks noChangeShapeType="1"/>
          </p:cNvCxnSpPr>
          <p:nvPr/>
        </p:nvCxnSpPr>
        <p:spPr bwMode="auto">
          <a:xfrm flipH="1">
            <a:off x="2476500" y="3740150"/>
            <a:ext cx="514350" cy="8953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328" name="Straight Connector 22">
            <a:extLst>
              <a:ext uri="{FF2B5EF4-FFF2-40B4-BE49-F238E27FC236}">
                <a16:creationId xmlns:a16="http://schemas.microsoft.com/office/drawing/2014/main" id="{5D7BCB2E-2BB4-4680-B437-1BFADCAD0015}"/>
              </a:ext>
            </a:extLst>
          </p:cNvPr>
          <p:cNvCxnSpPr>
            <a:cxnSpLocks noChangeShapeType="1"/>
          </p:cNvCxnSpPr>
          <p:nvPr/>
        </p:nvCxnSpPr>
        <p:spPr bwMode="auto">
          <a:xfrm>
            <a:off x="3433764" y="3733800"/>
            <a:ext cx="401637" cy="8191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3329" name="Oval 23">
            <a:extLst>
              <a:ext uri="{FF2B5EF4-FFF2-40B4-BE49-F238E27FC236}">
                <a16:creationId xmlns:a16="http://schemas.microsoft.com/office/drawing/2014/main" id="{1B3B7AD1-D9D1-42F5-808B-6B89AEAD97F6}"/>
              </a:ext>
            </a:extLst>
          </p:cNvPr>
          <p:cNvSpPr>
            <a:spLocks noChangeArrowheads="1"/>
          </p:cNvSpPr>
          <p:nvPr/>
        </p:nvSpPr>
        <p:spPr bwMode="auto">
          <a:xfrm>
            <a:off x="2108200" y="4221163"/>
            <a:ext cx="914400" cy="914400"/>
          </a:xfrm>
          <a:prstGeom prst="ellipse">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sp>
        <p:nvSpPr>
          <p:cNvPr id="13330" name="Oval 24">
            <a:extLst>
              <a:ext uri="{FF2B5EF4-FFF2-40B4-BE49-F238E27FC236}">
                <a16:creationId xmlns:a16="http://schemas.microsoft.com/office/drawing/2014/main" id="{8E541338-96FE-4C38-9F4F-B8E290B3E634}"/>
              </a:ext>
            </a:extLst>
          </p:cNvPr>
          <p:cNvSpPr>
            <a:spLocks noChangeArrowheads="1"/>
          </p:cNvSpPr>
          <p:nvPr/>
        </p:nvSpPr>
        <p:spPr bwMode="auto">
          <a:xfrm>
            <a:off x="3313114" y="4187826"/>
            <a:ext cx="801687" cy="644525"/>
          </a:xfrm>
          <a:prstGeom prst="ellipse">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cxnSp>
        <p:nvCxnSpPr>
          <p:cNvPr id="13331" name="Straight Connector 27">
            <a:extLst>
              <a:ext uri="{FF2B5EF4-FFF2-40B4-BE49-F238E27FC236}">
                <a16:creationId xmlns:a16="http://schemas.microsoft.com/office/drawing/2014/main" id="{8ABD4FFE-BB9A-4F3D-A298-A4734D6A36CD}"/>
              </a:ext>
            </a:extLst>
          </p:cNvPr>
          <p:cNvCxnSpPr>
            <a:cxnSpLocks noChangeShapeType="1"/>
            <a:stCxn id="13329" idx="4"/>
          </p:cNvCxnSpPr>
          <p:nvPr/>
        </p:nvCxnSpPr>
        <p:spPr bwMode="auto">
          <a:xfrm>
            <a:off x="2565400" y="5135564"/>
            <a:ext cx="0" cy="80803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3332" name="Rectangle 28">
            <a:extLst>
              <a:ext uri="{FF2B5EF4-FFF2-40B4-BE49-F238E27FC236}">
                <a16:creationId xmlns:a16="http://schemas.microsoft.com/office/drawing/2014/main" id="{98528BAE-5118-42A8-8116-FD76729A6982}"/>
              </a:ext>
            </a:extLst>
          </p:cNvPr>
          <p:cNvSpPr>
            <a:spLocks noChangeArrowheads="1"/>
          </p:cNvSpPr>
          <p:nvPr/>
        </p:nvSpPr>
        <p:spPr bwMode="auto">
          <a:xfrm>
            <a:off x="2051050" y="5938838"/>
            <a:ext cx="1066800" cy="609600"/>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cxnSp>
        <p:nvCxnSpPr>
          <p:cNvPr id="13333" name="Straight Connector 30">
            <a:extLst>
              <a:ext uri="{FF2B5EF4-FFF2-40B4-BE49-F238E27FC236}">
                <a16:creationId xmlns:a16="http://schemas.microsoft.com/office/drawing/2014/main" id="{26BC2728-5EA3-4991-BFAB-A6D0198CCBFC}"/>
              </a:ext>
            </a:extLst>
          </p:cNvPr>
          <p:cNvCxnSpPr>
            <a:cxnSpLocks noChangeShapeType="1"/>
          </p:cNvCxnSpPr>
          <p:nvPr/>
        </p:nvCxnSpPr>
        <p:spPr bwMode="auto">
          <a:xfrm>
            <a:off x="4940300" y="3657600"/>
            <a:ext cx="0" cy="12954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3334" name="Oval 31">
            <a:extLst>
              <a:ext uri="{FF2B5EF4-FFF2-40B4-BE49-F238E27FC236}">
                <a16:creationId xmlns:a16="http://schemas.microsoft.com/office/drawing/2014/main" id="{FBD82D22-5AC0-4407-B961-9C4FC2C0983B}"/>
              </a:ext>
            </a:extLst>
          </p:cNvPr>
          <p:cNvSpPr>
            <a:spLocks noChangeArrowheads="1"/>
          </p:cNvSpPr>
          <p:nvPr/>
        </p:nvSpPr>
        <p:spPr bwMode="auto">
          <a:xfrm>
            <a:off x="4456113" y="3962400"/>
            <a:ext cx="1143000" cy="1016000"/>
          </a:xfrm>
          <a:prstGeom prst="ellipse">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sp>
        <p:nvSpPr>
          <p:cNvPr id="13335" name="Oval 32">
            <a:extLst>
              <a:ext uri="{FF2B5EF4-FFF2-40B4-BE49-F238E27FC236}">
                <a16:creationId xmlns:a16="http://schemas.microsoft.com/office/drawing/2014/main" id="{1606C2B0-EB59-495D-996C-126C680F5060}"/>
              </a:ext>
            </a:extLst>
          </p:cNvPr>
          <p:cNvSpPr>
            <a:spLocks noChangeArrowheads="1"/>
          </p:cNvSpPr>
          <p:nvPr/>
        </p:nvSpPr>
        <p:spPr bwMode="auto">
          <a:xfrm>
            <a:off x="4594225" y="4143376"/>
            <a:ext cx="801688" cy="644525"/>
          </a:xfrm>
          <a:prstGeom prst="ellipse">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cxnSp>
        <p:nvCxnSpPr>
          <p:cNvPr id="13336" name="Straight Connector 33">
            <a:extLst>
              <a:ext uri="{FF2B5EF4-FFF2-40B4-BE49-F238E27FC236}">
                <a16:creationId xmlns:a16="http://schemas.microsoft.com/office/drawing/2014/main" id="{CD31C76B-BD15-4757-B8AE-50A8045872E2}"/>
              </a:ext>
            </a:extLst>
          </p:cNvPr>
          <p:cNvCxnSpPr>
            <a:cxnSpLocks/>
          </p:cNvCxnSpPr>
          <p:nvPr/>
        </p:nvCxnSpPr>
        <p:spPr bwMode="auto">
          <a:xfrm>
            <a:off x="5748338" y="2695576"/>
            <a:ext cx="0" cy="77787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3337" name="Rectangle 35">
            <a:extLst>
              <a:ext uri="{FF2B5EF4-FFF2-40B4-BE49-F238E27FC236}">
                <a16:creationId xmlns:a16="http://schemas.microsoft.com/office/drawing/2014/main" id="{67796422-2582-4206-A0F7-5DD95A5131CE}"/>
              </a:ext>
            </a:extLst>
          </p:cNvPr>
          <p:cNvSpPr>
            <a:spLocks noChangeArrowheads="1"/>
          </p:cNvSpPr>
          <p:nvPr/>
        </p:nvSpPr>
        <p:spPr bwMode="auto">
          <a:xfrm>
            <a:off x="5503863" y="3135314"/>
            <a:ext cx="914400" cy="682625"/>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sp>
        <p:nvSpPr>
          <p:cNvPr id="13338" name="Rectangle 36">
            <a:extLst>
              <a:ext uri="{FF2B5EF4-FFF2-40B4-BE49-F238E27FC236}">
                <a16:creationId xmlns:a16="http://schemas.microsoft.com/office/drawing/2014/main" id="{A971F4AA-75E0-4354-8B65-75D51327FA94}"/>
              </a:ext>
            </a:extLst>
          </p:cNvPr>
          <p:cNvSpPr>
            <a:spLocks noChangeArrowheads="1"/>
          </p:cNvSpPr>
          <p:nvPr/>
        </p:nvSpPr>
        <p:spPr bwMode="auto">
          <a:xfrm>
            <a:off x="5649914" y="3211514"/>
            <a:ext cx="631825" cy="522287"/>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cxnSp>
        <p:nvCxnSpPr>
          <p:cNvPr id="13339" name="Straight Connector 38">
            <a:extLst>
              <a:ext uri="{FF2B5EF4-FFF2-40B4-BE49-F238E27FC236}">
                <a16:creationId xmlns:a16="http://schemas.microsoft.com/office/drawing/2014/main" id="{4BB87CD1-D156-4D25-B0A4-CB397A008316}"/>
              </a:ext>
            </a:extLst>
          </p:cNvPr>
          <p:cNvCxnSpPr>
            <a:cxnSpLocks noChangeShapeType="1"/>
            <a:stCxn id="13320" idx="4"/>
          </p:cNvCxnSpPr>
          <p:nvPr/>
        </p:nvCxnSpPr>
        <p:spPr bwMode="auto">
          <a:xfrm flipH="1">
            <a:off x="6934200" y="2819401"/>
            <a:ext cx="204788" cy="39211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3340" name="Rectangle 39">
            <a:extLst>
              <a:ext uri="{FF2B5EF4-FFF2-40B4-BE49-F238E27FC236}">
                <a16:creationId xmlns:a16="http://schemas.microsoft.com/office/drawing/2014/main" id="{D4575A49-B4D3-48CD-B896-2B90299FFF61}"/>
              </a:ext>
            </a:extLst>
          </p:cNvPr>
          <p:cNvSpPr>
            <a:spLocks noChangeArrowheads="1"/>
          </p:cNvSpPr>
          <p:nvPr/>
        </p:nvSpPr>
        <p:spPr bwMode="auto">
          <a:xfrm>
            <a:off x="6716714" y="3181351"/>
            <a:ext cx="765175" cy="544513"/>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cxnSp>
        <p:nvCxnSpPr>
          <p:cNvPr id="13341" name="Straight Connector 41">
            <a:extLst>
              <a:ext uri="{FF2B5EF4-FFF2-40B4-BE49-F238E27FC236}">
                <a16:creationId xmlns:a16="http://schemas.microsoft.com/office/drawing/2014/main" id="{7064873C-C94D-4693-A042-11ED24D7D345}"/>
              </a:ext>
            </a:extLst>
          </p:cNvPr>
          <p:cNvCxnSpPr>
            <a:cxnSpLocks noChangeShapeType="1"/>
          </p:cNvCxnSpPr>
          <p:nvPr/>
        </p:nvCxnSpPr>
        <p:spPr bwMode="auto">
          <a:xfrm flipH="1">
            <a:off x="6418264" y="3733800"/>
            <a:ext cx="439737" cy="6858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342" name="Straight Connector 44">
            <a:extLst>
              <a:ext uri="{FF2B5EF4-FFF2-40B4-BE49-F238E27FC236}">
                <a16:creationId xmlns:a16="http://schemas.microsoft.com/office/drawing/2014/main" id="{65C176CD-83FF-449F-A91F-BC95662B058E}"/>
              </a:ext>
            </a:extLst>
          </p:cNvPr>
          <p:cNvCxnSpPr>
            <a:cxnSpLocks noChangeShapeType="1"/>
          </p:cNvCxnSpPr>
          <p:nvPr/>
        </p:nvCxnSpPr>
        <p:spPr bwMode="auto">
          <a:xfrm>
            <a:off x="7561263" y="2563814"/>
            <a:ext cx="252412" cy="51117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3343" name="Rectangle 45">
            <a:extLst>
              <a:ext uri="{FF2B5EF4-FFF2-40B4-BE49-F238E27FC236}">
                <a16:creationId xmlns:a16="http://schemas.microsoft.com/office/drawing/2014/main" id="{5FB0379E-4869-431B-940D-D4722C4F8BCA}"/>
              </a:ext>
            </a:extLst>
          </p:cNvPr>
          <p:cNvSpPr>
            <a:spLocks noChangeArrowheads="1"/>
          </p:cNvSpPr>
          <p:nvPr/>
        </p:nvSpPr>
        <p:spPr bwMode="auto">
          <a:xfrm>
            <a:off x="7699375" y="3084513"/>
            <a:ext cx="755650" cy="673100"/>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sp>
        <p:nvSpPr>
          <p:cNvPr id="13344" name="Rectangle 46">
            <a:extLst>
              <a:ext uri="{FF2B5EF4-FFF2-40B4-BE49-F238E27FC236}">
                <a16:creationId xmlns:a16="http://schemas.microsoft.com/office/drawing/2014/main" id="{A6D83719-30D0-415B-B239-F7FBD5885D12}"/>
              </a:ext>
            </a:extLst>
          </p:cNvPr>
          <p:cNvSpPr>
            <a:spLocks noChangeArrowheads="1"/>
          </p:cNvSpPr>
          <p:nvPr/>
        </p:nvSpPr>
        <p:spPr bwMode="auto">
          <a:xfrm>
            <a:off x="7866064" y="3203576"/>
            <a:ext cx="422275" cy="461963"/>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cxnSp>
        <p:nvCxnSpPr>
          <p:cNvPr id="13345" name="Straight Connector 48">
            <a:extLst>
              <a:ext uri="{FF2B5EF4-FFF2-40B4-BE49-F238E27FC236}">
                <a16:creationId xmlns:a16="http://schemas.microsoft.com/office/drawing/2014/main" id="{483BC97F-2DDF-4FB0-85D8-7EC80600A152}"/>
              </a:ext>
            </a:extLst>
          </p:cNvPr>
          <p:cNvCxnSpPr>
            <a:cxnSpLocks noChangeShapeType="1"/>
            <a:stCxn id="13320" idx="6"/>
          </p:cNvCxnSpPr>
          <p:nvPr/>
        </p:nvCxnSpPr>
        <p:spPr bwMode="auto">
          <a:xfrm>
            <a:off x="7596188" y="2362200"/>
            <a:ext cx="1471612" cy="6540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3346" name="Rectangle 49">
            <a:extLst>
              <a:ext uri="{FF2B5EF4-FFF2-40B4-BE49-F238E27FC236}">
                <a16:creationId xmlns:a16="http://schemas.microsoft.com/office/drawing/2014/main" id="{CE094807-BBD3-47A1-B9AE-4C209FD96953}"/>
              </a:ext>
            </a:extLst>
          </p:cNvPr>
          <p:cNvSpPr>
            <a:spLocks noChangeArrowheads="1"/>
          </p:cNvSpPr>
          <p:nvPr/>
        </p:nvSpPr>
        <p:spPr bwMode="auto">
          <a:xfrm>
            <a:off x="8726488" y="3016250"/>
            <a:ext cx="754062" cy="673100"/>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sp>
        <p:nvSpPr>
          <p:cNvPr id="13347" name="Rectangle 50">
            <a:extLst>
              <a:ext uri="{FF2B5EF4-FFF2-40B4-BE49-F238E27FC236}">
                <a16:creationId xmlns:a16="http://schemas.microsoft.com/office/drawing/2014/main" id="{72FA9E70-262C-47D7-BFE0-D196175B47DE}"/>
              </a:ext>
            </a:extLst>
          </p:cNvPr>
          <p:cNvSpPr>
            <a:spLocks noChangeArrowheads="1"/>
          </p:cNvSpPr>
          <p:nvPr/>
        </p:nvSpPr>
        <p:spPr bwMode="auto">
          <a:xfrm>
            <a:off x="8893176" y="3138488"/>
            <a:ext cx="422275" cy="461962"/>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sp>
        <p:nvSpPr>
          <p:cNvPr id="13348" name="Oval 51">
            <a:extLst>
              <a:ext uri="{FF2B5EF4-FFF2-40B4-BE49-F238E27FC236}">
                <a16:creationId xmlns:a16="http://schemas.microsoft.com/office/drawing/2014/main" id="{94746236-A6F3-4212-BD9D-A4D58B8BBF44}"/>
              </a:ext>
            </a:extLst>
          </p:cNvPr>
          <p:cNvSpPr>
            <a:spLocks noChangeArrowheads="1"/>
          </p:cNvSpPr>
          <p:nvPr/>
        </p:nvSpPr>
        <p:spPr bwMode="auto">
          <a:xfrm>
            <a:off x="5854700" y="4008438"/>
            <a:ext cx="914400" cy="914400"/>
          </a:xfrm>
          <a:prstGeom prst="ellipse">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cxnSp>
        <p:nvCxnSpPr>
          <p:cNvPr id="13349" name="Straight Connector 53">
            <a:extLst>
              <a:ext uri="{FF2B5EF4-FFF2-40B4-BE49-F238E27FC236}">
                <a16:creationId xmlns:a16="http://schemas.microsoft.com/office/drawing/2014/main" id="{A895F11A-76BF-4D37-BD20-D7635817C4A6}"/>
              </a:ext>
            </a:extLst>
          </p:cNvPr>
          <p:cNvCxnSpPr>
            <a:cxnSpLocks noChangeShapeType="1"/>
            <a:stCxn id="13340" idx="2"/>
          </p:cNvCxnSpPr>
          <p:nvPr/>
        </p:nvCxnSpPr>
        <p:spPr bwMode="auto">
          <a:xfrm>
            <a:off x="7099301" y="3725863"/>
            <a:ext cx="225425" cy="46196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3350" name="Oval 54">
            <a:extLst>
              <a:ext uri="{FF2B5EF4-FFF2-40B4-BE49-F238E27FC236}">
                <a16:creationId xmlns:a16="http://schemas.microsoft.com/office/drawing/2014/main" id="{CA87A3DC-548D-4079-AE14-F2768C3DAE3C}"/>
              </a:ext>
            </a:extLst>
          </p:cNvPr>
          <p:cNvSpPr>
            <a:spLocks noChangeArrowheads="1"/>
          </p:cNvSpPr>
          <p:nvPr/>
        </p:nvSpPr>
        <p:spPr bwMode="auto">
          <a:xfrm>
            <a:off x="7000875" y="4073526"/>
            <a:ext cx="865188" cy="904875"/>
          </a:xfrm>
          <a:prstGeom prst="ellipse">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sp>
        <p:nvSpPr>
          <p:cNvPr id="13351" name="Oval 55">
            <a:extLst>
              <a:ext uri="{FF2B5EF4-FFF2-40B4-BE49-F238E27FC236}">
                <a16:creationId xmlns:a16="http://schemas.microsoft.com/office/drawing/2014/main" id="{28FA6EDF-1B7E-4471-BD35-C34662FF2B8A}"/>
              </a:ext>
            </a:extLst>
          </p:cNvPr>
          <p:cNvSpPr>
            <a:spLocks noChangeArrowheads="1"/>
          </p:cNvSpPr>
          <p:nvPr/>
        </p:nvSpPr>
        <p:spPr bwMode="auto">
          <a:xfrm>
            <a:off x="7218363" y="4252913"/>
            <a:ext cx="481012" cy="546100"/>
          </a:xfrm>
          <a:prstGeom prst="ellipse">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cxnSp>
        <p:nvCxnSpPr>
          <p:cNvPr id="13352" name="Straight Connector 57">
            <a:extLst>
              <a:ext uri="{FF2B5EF4-FFF2-40B4-BE49-F238E27FC236}">
                <a16:creationId xmlns:a16="http://schemas.microsoft.com/office/drawing/2014/main" id="{DAC37763-0913-4FF4-BDE6-2E10B9E6C4CA}"/>
              </a:ext>
            </a:extLst>
          </p:cNvPr>
          <p:cNvCxnSpPr>
            <a:cxnSpLocks/>
            <a:stCxn id="13348" idx="4"/>
          </p:cNvCxnSpPr>
          <p:nvPr/>
        </p:nvCxnSpPr>
        <p:spPr bwMode="auto">
          <a:xfrm>
            <a:off x="6311900" y="4922838"/>
            <a:ext cx="0" cy="63976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3353" name="Rectangle 59">
            <a:extLst>
              <a:ext uri="{FF2B5EF4-FFF2-40B4-BE49-F238E27FC236}">
                <a16:creationId xmlns:a16="http://schemas.microsoft.com/office/drawing/2014/main" id="{F18A04C5-8963-4C03-9F9E-B007F698762B}"/>
              </a:ext>
            </a:extLst>
          </p:cNvPr>
          <p:cNvSpPr>
            <a:spLocks noChangeArrowheads="1"/>
          </p:cNvSpPr>
          <p:nvPr/>
        </p:nvSpPr>
        <p:spPr bwMode="auto">
          <a:xfrm>
            <a:off x="5748338" y="5205413"/>
            <a:ext cx="1066800" cy="609600"/>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cxnSp>
        <p:nvCxnSpPr>
          <p:cNvPr id="13354" name="Straight Connector 61">
            <a:extLst>
              <a:ext uri="{FF2B5EF4-FFF2-40B4-BE49-F238E27FC236}">
                <a16:creationId xmlns:a16="http://schemas.microsoft.com/office/drawing/2014/main" id="{ED17D1F5-0292-4F72-B617-D865399A0AE0}"/>
              </a:ext>
            </a:extLst>
          </p:cNvPr>
          <p:cNvCxnSpPr>
            <a:cxnSpLocks noChangeShapeType="1"/>
            <a:stCxn id="13353" idx="2"/>
          </p:cNvCxnSpPr>
          <p:nvPr/>
        </p:nvCxnSpPr>
        <p:spPr bwMode="auto">
          <a:xfrm>
            <a:off x="6281738" y="5815014"/>
            <a:ext cx="0" cy="2809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3355" name="Oval 62">
            <a:extLst>
              <a:ext uri="{FF2B5EF4-FFF2-40B4-BE49-F238E27FC236}">
                <a16:creationId xmlns:a16="http://schemas.microsoft.com/office/drawing/2014/main" id="{15D1B8BF-CC6E-4232-BC59-01809E2DA8CA}"/>
              </a:ext>
            </a:extLst>
          </p:cNvPr>
          <p:cNvSpPr>
            <a:spLocks noChangeArrowheads="1"/>
          </p:cNvSpPr>
          <p:nvPr/>
        </p:nvSpPr>
        <p:spPr bwMode="auto">
          <a:xfrm>
            <a:off x="5880100" y="6024564"/>
            <a:ext cx="863600" cy="681037"/>
          </a:xfrm>
          <a:prstGeom prst="ellipse">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sp>
        <p:nvSpPr>
          <p:cNvPr id="13356" name="Oval 63">
            <a:extLst>
              <a:ext uri="{FF2B5EF4-FFF2-40B4-BE49-F238E27FC236}">
                <a16:creationId xmlns:a16="http://schemas.microsoft.com/office/drawing/2014/main" id="{AC1CCC2E-1855-4E4C-B97B-B6070353B332}"/>
              </a:ext>
            </a:extLst>
          </p:cNvPr>
          <p:cNvSpPr>
            <a:spLocks noChangeArrowheads="1"/>
          </p:cNvSpPr>
          <p:nvPr/>
        </p:nvSpPr>
        <p:spPr bwMode="auto">
          <a:xfrm>
            <a:off x="6088063" y="6076951"/>
            <a:ext cx="482600" cy="544513"/>
          </a:xfrm>
          <a:prstGeom prst="ellipse">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sp>
        <p:nvSpPr>
          <p:cNvPr id="13357" name="TextBox 64">
            <a:extLst>
              <a:ext uri="{FF2B5EF4-FFF2-40B4-BE49-F238E27FC236}">
                <a16:creationId xmlns:a16="http://schemas.microsoft.com/office/drawing/2014/main" id="{7AFA0C1F-6CCD-497E-A5E2-08D2F33A5C65}"/>
              </a:ext>
            </a:extLst>
          </p:cNvPr>
          <p:cNvSpPr txBox="1">
            <a:spLocks noChangeArrowheads="1"/>
          </p:cNvSpPr>
          <p:nvPr/>
        </p:nvSpPr>
        <p:spPr bwMode="auto">
          <a:xfrm>
            <a:off x="3552826" y="6243639"/>
            <a:ext cx="4095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W</a:t>
            </a:r>
            <a:endParaRPr lang="en-IN" altLang="en-US"/>
          </a:p>
        </p:txBody>
      </p:sp>
      <p:sp>
        <p:nvSpPr>
          <p:cNvPr id="13358" name="TextBox 65">
            <a:extLst>
              <a:ext uri="{FF2B5EF4-FFF2-40B4-BE49-F238E27FC236}">
                <a16:creationId xmlns:a16="http://schemas.microsoft.com/office/drawing/2014/main" id="{3CBDF1FD-DDA5-44B1-9B8A-68B3C17A9054}"/>
              </a:ext>
            </a:extLst>
          </p:cNvPr>
          <p:cNvSpPr txBox="1">
            <a:spLocks noChangeArrowheads="1"/>
          </p:cNvSpPr>
          <p:nvPr/>
        </p:nvSpPr>
        <p:spPr bwMode="auto">
          <a:xfrm>
            <a:off x="1682750" y="4368800"/>
            <a:ext cx="4079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W</a:t>
            </a:r>
            <a:endParaRPr lang="en-IN" altLang="en-US"/>
          </a:p>
        </p:txBody>
      </p:sp>
      <p:sp>
        <p:nvSpPr>
          <p:cNvPr id="13359" name="TextBox 66">
            <a:extLst>
              <a:ext uri="{FF2B5EF4-FFF2-40B4-BE49-F238E27FC236}">
                <a16:creationId xmlns:a16="http://schemas.microsoft.com/office/drawing/2014/main" id="{FC7733CB-5028-401F-9E00-D4BE08F611D5}"/>
              </a:ext>
            </a:extLst>
          </p:cNvPr>
          <p:cNvSpPr txBox="1">
            <a:spLocks noChangeArrowheads="1"/>
          </p:cNvSpPr>
          <p:nvPr/>
        </p:nvSpPr>
        <p:spPr bwMode="auto">
          <a:xfrm>
            <a:off x="2090739" y="3257550"/>
            <a:ext cx="4095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W</a:t>
            </a:r>
            <a:endParaRPr lang="en-IN" altLang="en-US"/>
          </a:p>
        </p:txBody>
      </p:sp>
      <p:sp>
        <p:nvSpPr>
          <p:cNvPr id="13360" name="TextBox 67">
            <a:extLst>
              <a:ext uri="{FF2B5EF4-FFF2-40B4-BE49-F238E27FC236}">
                <a16:creationId xmlns:a16="http://schemas.microsoft.com/office/drawing/2014/main" id="{05B04560-6F8B-4477-8707-7865697A3B84}"/>
              </a:ext>
            </a:extLst>
          </p:cNvPr>
          <p:cNvSpPr txBox="1">
            <a:spLocks noChangeArrowheads="1"/>
          </p:cNvSpPr>
          <p:nvPr/>
        </p:nvSpPr>
        <p:spPr bwMode="auto">
          <a:xfrm>
            <a:off x="3286126" y="1744663"/>
            <a:ext cx="4095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L</a:t>
            </a:r>
            <a:endParaRPr lang="en-IN" altLang="en-US"/>
          </a:p>
        </p:txBody>
      </p:sp>
      <p:sp>
        <p:nvSpPr>
          <p:cNvPr id="13361" name="TextBox 68">
            <a:extLst>
              <a:ext uri="{FF2B5EF4-FFF2-40B4-BE49-F238E27FC236}">
                <a16:creationId xmlns:a16="http://schemas.microsoft.com/office/drawing/2014/main" id="{70E3EB28-5976-48B2-8141-3754A6BB36FB}"/>
              </a:ext>
            </a:extLst>
          </p:cNvPr>
          <p:cNvSpPr txBox="1">
            <a:spLocks noChangeArrowheads="1"/>
          </p:cNvSpPr>
          <p:nvPr/>
        </p:nvSpPr>
        <p:spPr bwMode="auto">
          <a:xfrm>
            <a:off x="4879976" y="5021264"/>
            <a:ext cx="4095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L</a:t>
            </a:r>
            <a:endParaRPr lang="en-IN" altLang="en-US"/>
          </a:p>
        </p:txBody>
      </p:sp>
      <p:sp>
        <p:nvSpPr>
          <p:cNvPr id="13362" name="TextBox 69">
            <a:extLst>
              <a:ext uri="{FF2B5EF4-FFF2-40B4-BE49-F238E27FC236}">
                <a16:creationId xmlns:a16="http://schemas.microsoft.com/office/drawing/2014/main" id="{78CEB632-DB32-40D7-A2F4-6E8777E1605F}"/>
              </a:ext>
            </a:extLst>
          </p:cNvPr>
          <p:cNvSpPr txBox="1">
            <a:spLocks noChangeArrowheads="1"/>
          </p:cNvSpPr>
          <p:nvPr/>
        </p:nvSpPr>
        <p:spPr bwMode="auto">
          <a:xfrm>
            <a:off x="4725989" y="2668589"/>
            <a:ext cx="4095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L</a:t>
            </a:r>
            <a:endParaRPr lang="en-IN" altLang="en-US"/>
          </a:p>
        </p:txBody>
      </p:sp>
      <p:sp>
        <p:nvSpPr>
          <p:cNvPr id="13363" name="TextBox 70">
            <a:extLst>
              <a:ext uri="{FF2B5EF4-FFF2-40B4-BE49-F238E27FC236}">
                <a16:creationId xmlns:a16="http://schemas.microsoft.com/office/drawing/2014/main" id="{489E6F4C-DDCD-493C-9324-3684BD312442}"/>
              </a:ext>
            </a:extLst>
          </p:cNvPr>
          <p:cNvSpPr txBox="1">
            <a:spLocks noChangeArrowheads="1"/>
          </p:cNvSpPr>
          <p:nvPr/>
        </p:nvSpPr>
        <p:spPr bwMode="auto">
          <a:xfrm>
            <a:off x="5008564" y="1665289"/>
            <a:ext cx="4095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W</a:t>
            </a:r>
            <a:endParaRPr lang="en-IN" altLang="en-US"/>
          </a:p>
        </p:txBody>
      </p:sp>
      <p:sp>
        <p:nvSpPr>
          <p:cNvPr id="13364" name="TextBox 71">
            <a:extLst>
              <a:ext uri="{FF2B5EF4-FFF2-40B4-BE49-F238E27FC236}">
                <a16:creationId xmlns:a16="http://schemas.microsoft.com/office/drawing/2014/main" id="{6E5F6E86-8DDA-4354-AA58-372CC39AD9C5}"/>
              </a:ext>
            </a:extLst>
          </p:cNvPr>
          <p:cNvSpPr txBox="1">
            <a:spLocks noChangeArrowheads="1"/>
          </p:cNvSpPr>
          <p:nvPr/>
        </p:nvSpPr>
        <p:spPr bwMode="auto">
          <a:xfrm>
            <a:off x="5641976" y="3789364"/>
            <a:ext cx="4095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W</a:t>
            </a:r>
            <a:endParaRPr lang="en-IN" altLang="en-US"/>
          </a:p>
        </p:txBody>
      </p:sp>
      <p:sp>
        <p:nvSpPr>
          <p:cNvPr id="13365" name="TextBox 72">
            <a:extLst>
              <a:ext uri="{FF2B5EF4-FFF2-40B4-BE49-F238E27FC236}">
                <a16:creationId xmlns:a16="http://schemas.microsoft.com/office/drawing/2014/main" id="{441FDCD3-8216-4779-9003-FE2F28985EBF}"/>
              </a:ext>
            </a:extLst>
          </p:cNvPr>
          <p:cNvSpPr txBox="1">
            <a:spLocks noChangeArrowheads="1"/>
          </p:cNvSpPr>
          <p:nvPr/>
        </p:nvSpPr>
        <p:spPr bwMode="auto">
          <a:xfrm>
            <a:off x="7050089" y="1447800"/>
            <a:ext cx="4079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L</a:t>
            </a:r>
            <a:endParaRPr lang="en-IN" altLang="en-US"/>
          </a:p>
        </p:txBody>
      </p:sp>
      <p:sp>
        <p:nvSpPr>
          <p:cNvPr id="13366" name="TextBox 73">
            <a:extLst>
              <a:ext uri="{FF2B5EF4-FFF2-40B4-BE49-F238E27FC236}">
                <a16:creationId xmlns:a16="http://schemas.microsoft.com/office/drawing/2014/main" id="{6D8255AB-BF2F-46D6-A0AE-B4BD1202E9A3}"/>
              </a:ext>
            </a:extLst>
          </p:cNvPr>
          <p:cNvSpPr txBox="1">
            <a:spLocks noChangeArrowheads="1"/>
          </p:cNvSpPr>
          <p:nvPr/>
        </p:nvSpPr>
        <p:spPr bwMode="auto">
          <a:xfrm>
            <a:off x="6661151" y="2827338"/>
            <a:ext cx="4095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L</a:t>
            </a:r>
            <a:endParaRPr lang="en-IN" altLang="en-US"/>
          </a:p>
        </p:txBody>
      </p:sp>
      <p:sp>
        <p:nvSpPr>
          <p:cNvPr id="13367" name="TextBox 74">
            <a:extLst>
              <a:ext uri="{FF2B5EF4-FFF2-40B4-BE49-F238E27FC236}">
                <a16:creationId xmlns:a16="http://schemas.microsoft.com/office/drawing/2014/main" id="{FB263049-1E83-4AF4-86AE-18DD95CFFAD2}"/>
              </a:ext>
            </a:extLst>
          </p:cNvPr>
          <p:cNvSpPr txBox="1">
            <a:spLocks noChangeArrowheads="1"/>
          </p:cNvSpPr>
          <p:nvPr/>
        </p:nvSpPr>
        <p:spPr bwMode="auto">
          <a:xfrm>
            <a:off x="6399214" y="3714750"/>
            <a:ext cx="4095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L</a:t>
            </a:r>
            <a:endParaRPr lang="en-IN" altLang="en-US"/>
          </a:p>
        </p:txBody>
      </p:sp>
      <p:sp>
        <p:nvSpPr>
          <p:cNvPr id="13368" name="TextBox 75">
            <a:extLst>
              <a:ext uri="{FF2B5EF4-FFF2-40B4-BE49-F238E27FC236}">
                <a16:creationId xmlns:a16="http://schemas.microsoft.com/office/drawing/2014/main" id="{A08646DC-25EF-4DE9-8F3A-F0881C27FCDB}"/>
              </a:ext>
            </a:extLst>
          </p:cNvPr>
          <p:cNvSpPr txBox="1">
            <a:spLocks noChangeArrowheads="1"/>
          </p:cNvSpPr>
          <p:nvPr/>
        </p:nvSpPr>
        <p:spPr bwMode="auto">
          <a:xfrm>
            <a:off x="7400926" y="5011738"/>
            <a:ext cx="4095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L</a:t>
            </a:r>
            <a:endParaRPr lang="en-IN" altLang="en-US"/>
          </a:p>
        </p:txBody>
      </p:sp>
      <p:sp>
        <p:nvSpPr>
          <p:cNvPr id="13369" name="TextBox 76">
            <a:extLst>
              <a:ext uri="{FF2B5EF4-FFF2-40B4-BE49-F238E27FC236}">
                <a16:creationId xmlns:a16="http://schemas.microsoft.com/office/drawing/2014/main" id="{D97978CB-BBAD-4020-99D8-6CA2C69C5C12}"/>
              </a:ext>
            </a:extLst>
          </p:cNvPr>
          <p:cNvSpPr txBox="1">
            <a:spLocks noChangeArrowheads="1"/>
          </p:cNvSpPr>
          <p:nvPr/>
        </p:nvSpPr>
        <p:spPr bwMode="auto">
          <a:xfrm>
            <a:off x="6638926" y="6437313"/>
            <a:ext cx="4095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L</a:t>
            </a:r>
            <a:endParaRPr lang="en-IN" altLang="en-US"/>
          </a:p>
        </p:txBody>
      </p:sp>
      <p:sp>
        <p:nvSpPr>
          <p:cNvPr id="13370" name="TextBox 77">
            <a:extLst>
              <a:ext uri="{FF2B5EF4-FFF2-40B4-BE49-F238E27FC236}">
                <a16:creationId xmlns:a16="http://schemas.microsoft.com/office/drawing/2014/main" id="{14186DC3-68F9-4FE2-B15B-498556F4E81D}"/>
              </a:ext>
            </a:extLst>
          </p:cNvPr>
          <p:cNvSpPr txBox="1">
            <a:spLocks noChangeArrowheads="1"/>
          </p:cNvSpPr>
          <p:nvPr/>
        </p:nvSpPr>
        <p:spPr bwMode="auto">
          <a:xfrm>
            <a:off x="6415089" y="4894264"/>
            <a:ext cx="4095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L</a:t>
            </a:r>
            <a:endParaRPr lang="en-IN" altLang="en-US"/>
          </a:p>
        </p:txBody>
      </p:sp>
      <p:sp>
        <p:nvSpPr>
          <p:cNvPr id="13371" name="TextBox 78">
            <a:extLst>
              <a:ext uri="{FF2B5EF4-FFF2-40B4-BE49-F238E27FC236}">
                <a16:creationId xmlns:a16="http://schemas.microsoft.com/office/drawing/2014/main" id="{8DDD87F0-3744-4A4B-A488-D50BF9CF3F11}"/>
              </a:ext>
            </a:extLst>
          </p:cNvPr>
          <p:cNvSpPr txBox="1">
            <a:spLocks noChangeArrowheads="1"/>
          </p:cNvSpPr>
          <p:nvPr/>
        </p:nvSpPr>
        <p:spPr bwMode="auto">
          <a:xfrm>
            <a:off x="7896226" y="3810000"/>
            <a:ext cx="4095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W</a:t>
            </a:r>
            <a:endParaRPr lang="en-IN" altLang="en-US"/>
          </a:p>
        </p:txBody>
      </p:sp>
      <p:sp>
        <p:nvSpPr>
          <p:cNvPr id="13372" name="TextBox 79">
            <a:extLst>
              <a:ext uri="{FF2B5EF4-FFF2-40B4-BE49-F238E27FC236}">
                <a16:creationId xmlns:a16="http://schemas.microsoft.com/office/drawing/2014/main" id="{6951B811-5A48-417C-AE79-A70FAA5F4CAA}"/>
              </a:ext>
            </a:extLst>
          </p:cNvPr>
          <p:cNvSpPr txBox="1">
            <a:spLocks noChangeArrowheads="1"/>
          </p:cNvSpPr>
          <p:nvPr/>
        </p:nvSpPr>
        <p:spPr bwMode="auto">
          <a:xfrm>
            <a:off x="8886826" y="3744914"/>
            <a:ext cx="4095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W</a:t>
            </a:r>
            <a:endParaRPr lang="en-IN" altLang="en-US"/>
          </a:p>
        </p:txBody>
      </p:sp>
      <p:sp>
        <p:nvSpPr>
          <p:cNvPr id="13373" name="TextBox 80">
            <a:extLst>
              <a:ext uri="{FF2B5EF4-FFF2-40B4-BE49-F238E27FC236}">
                <a16:creationId xmlns:a16="http://schemas.microsoft.com/office/drawing/2014/main" id="{92274005-7728-44C2-B305-6E162B3BA320}"/>
              </a:ext>
            </a:extLst>
          </p:cNvPr>
          <p:cNvSpPr txBox="1">
            <a:spLocks noChangeArrowheads="1"/>
          </p:cNvSpPr>
          <p:nvPr/>
        </p:nvSpPr>
        <p:spPr bwMode="auto">
          <a:xfrm>
            <a:off x="6051551" y="693738"/>
            <a:ext cx="4095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W</a:t>
            </a:r>
            <a:endParaRPr lang="en-I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3357">
                                            <p:txEl>
                                              <p:pRg st="0" end="0"/>
                                            </p:txEl>
                                          </p:spTgt>
                                        </p:tgtEl>
                                        <p:attrNameLst>
                                          <p:attrName>style.visibility</p:attrName>
                                        </p:attrNameLst>
                                      </p:cBhvr>
                                      <p:to>
                                        <p:strVal val="visible"/>
                                      </p:to>
                                    </p:set>
                                    <p:anim calcmode="lin" valueType="num">
                                      <p:cBhvr additive="base">
                                        <p:cTn id="7" dur="500" fill="hold"/>
                                        <p:tgtEl>
                                          <p:spTgt spid="1335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35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3364">
                                            <p:txEl>
                                              <p:pRg st="0" end="0"/>
                                            </p:txEl>
                                          </p:spTgt>
                                        </p:tgtEl>
                                        <p:attrNameLst>
                                          <p:attrName>style.visibility</p:attrName>
                                        </p:attrNameLst>
                                      </p:cBhvr>
                                      <p:to>
                                        <p:strVal val="visible"/>
                                      </p:to>
                                    </p:set>
                                    <p:anim calcmode="lin" valueType="num">
                                      <p:cBhvr additive="base">
                                        <p:cTn id="13" dur="500" fill="hold"/>
                                        <p:tgtEl>
                                          <p:spTgt spid="1336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36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3371">
                                            <p:txEl>
                                              <p:pRg st="0" end="0"/>
                                            </p:txEl>
                                          </p:spTgt>
                                        </p:tgtEl>
                                        <p:attrNameLst>
                                          <p:attrName>style.visibility</p:attrName>
                                        </p:attrNameLst>
                                      </p:cBhvr>
                                      <p:to>
                                        <p:strVal val="visible"/>
                                      </p:to>
                                    </p:set>
                                    <p:anim calcmode="lin" valueType="num">
                                      <p:cBhvr additive="base">
                                        <p:cTn id="19" dur="500" fill="hold"/>
                                        <p:tgtEl>
                                          <p:spTgt spid="13371">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37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6" presetClass="entr" presetSubtype="21" fill="hold" nodeType="clickEffect">
                                  <p:stCondLst>
                                    <p:cond delay="0"/>
                                  </p:stCondLst>
                                  <p:childTnLst>
                                    <p:set>
                                      <p:cBhvr>
                                        <p:cTn id="24" dur="1" fill="hold">
                                          <p:stCondLst>
                                            <p:cond delay="0"/>
                                          </p:stCondLst>
                                        </p:cTn>
                                        <p:tgtEl>
                                          <p:spTgt spid="13372">
                                            <p:txEl>
                                              <p:pRg st="0" end="0"/>
                                            </p:txEl>
                                          </p:spTgt>
                                        </p:tgtEl>
                                        <p:attrNameLst>
                                          <p:attrName>style.visibility</p:attrName>
                                        </p:attrNameLst>
                                      </p:cBhvr>
                                      <p:to>
                                        <p:strVal val="visible"/>
                                      </p:to>
                                    </p:set>
                                    <p:animEffect transition="in" filter="barn(inVertical)">
                                      <p:cBhvr>
                                        <p:cTn id="25" dur="500"/>
                                        <p:tgtEl>
                                          <p:spTgt spid="13372">
                                            <p:txEl>
                                              <p:pRg st="0" end="0"/>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nodeType="clickEffect">
                                  <p:stCondLst>
                                    <p:cond delay="0"/>
                                  </p:stCondLst>
                                  <p:childTnLst>
                                    <p:set>
                                      <p:cBhvr>
                                        <p:cTn id="29" dur="1" fill="hold">
                                          <p:stCondLst>
                                            <p:cond delay="0"/>
                                          </p:stCondLst>
                                        </p:cTn>
                                        <p:tgtEl>
                                          <p:spTgt spid="13358">
                                            <p:txEl>
                                              <p:pRg st="0" end="0"/>
                                            </p:txEl>
                                          </p:spTgt>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4" fill="hold" nodeType="clickEffect">
                                  <p:stCondLst>
                                    <p:cond delay="0"/>
                                  </p:stCondLst>
                                  <p:childTnLst>
                                    <p:set>
                                      <p:cBhvr>
                                        <p:cTn id="33" dur="1" fill="hold">
                                          <p:stCondLst>
                                            <p:cond delay="0"/>
                                          </p:stCondLst>
                                        </p:cTn>
                                        <p:tgtEl>
                                          <p:spTgt spid="13359">
                                            <p:txEl>
                                              <p:pRg st="0" end="0"/>
                                            </p:txEl>
                                          </p:spTgt>
                                        </p:tgtEl>
                                        <p:attrNameLst>
                                          <p:attrName>style.visibility</p:attrName>
                                        </p:attrNameLst>
                                      </p:cBhvr>
                                      <p:to>
                                        <p:strVal val="visible"/>
                                      </p:to>
                                    </p:set>
                                    <p:anim calcmode="lin" valueType="num">
                                      <p:cBhvr additive="base">
                                        <p:cTn id="34" dur="500" fill="hold"/>
                                        <p:tgtEl>
                                          <p:spTgt spid="13359">
                                            <p:txEl>
                                              <p:pRg st="0" end="0"/>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133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4" fill="hold" nodeType="clickEffect">
                                  <p:stCondLst>
                                    <p:cond delay="0"/>
                                  </p:stCondLst>
                                  <p:childTnLst>
                                    <p:set>
                                      <p:cBhvr>
                                        <p:cTn id="39" dur="1" fill="hold">
                                          <p:stCondLst>
                                            <p:cond delay="0"/>
                                          </p:stCondLst>
                                        </p:cTn>
                                        <p:tgtEl>
                                          <p:spTgt spid="13361">
                                            <p:txEl>
                                              <p:pRg st="0" end="0"/>
                                            </p:txEl>
                                          </p:spTgt>
                                        </p:tgtEl>
                                        <p:attrNameLst>
                                          <p:attrName>style.visibility</p:attrName>
                                        </p:attrNameLst>
                                      </p:cBhvr>
                                      <p:to>
                                        <p:strVal val="visible"/>
                                      </p:to>
                                    </p:set>
                                    <p:anim calcmode="lin" valueType="num">
                                      <p:cBhvr additive="base">
                                        <p:cTn id="40" dur="500" fill="hold"/>
                                        <p:tgtEl>
                                          <p:spTgt spid="13361">
                                            <p:txEl>
                                              <p:pRg st="0" end="0"/>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1336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 presetClass="entr" presetSubtype="4" fill="hold" nodeType="clickEffect">
                                  <p:stCondLst>
                                    <p:cond delay="0"/>
                                  </p:stCondLst>
                                  <p:childTnLst>
                                    <p:set>
                                      <p:cBhvr>
                                        <p:cTn id="45" dur="1" fill="hold">
                                          <p:stCondLst>
                                            <p:cond delay="0"/>
                                          </p:stCondLst>
                                        </p:cTn>
                                        <p:tgtEl>
                                          <p:spTgt spid="13362">
                                            <p:txEl>
                                              <p:pRg st="0" end="0"/>
                                            </p:txEl>
                                          </p:spTgt>
                                        </p:tgtEl>
                                        <p:attrNameLst>
                                          <p:attrName>style.visibility</p:attrName>
                                        </p:attrNameLst>
                                      </p:cBhvr>
                                      <p:to>
                                        <p:strVal val="visible"/>
                                      </p:to>
                                    </p:set>
                                    <p:anim calcmode="lin" valueType="num">
                                      <p:cBhvr additive="base">
                                        <p:cTn id="46" dur="500" fill="hold"/>
                                        <p:tgtEl>
                                          <p:spTgt spid="13362">
                                            <p:txEl>
                                              <p:pRg st="0" end="0"/>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1336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2" presetClass="entr" presetSubtype="4" fill="hold" nodeType="clickEffect">
                                  <p:stCondLst>
                                    <p:cond delay="0"/>
                                  </p:stCondLst>
                                  <p:childTnLst>
                                    <p:set>
                                      <p:cBhvr>
                                        <p:cTn id="51" dur="1" fill="hold">
                                          <p:stCondLst>
                                            <p:cond delay="0"/>
                                          </p:stCondLst>
                                        </p:cTn>
                                        <p:tgtEl>
                                          <p:spTgt spid="13360">
                                            <p:txEl>
                                              <p:pRg st="0" end="0"/>
                                            </p:txEl>
                                          </p:spTgt>
                                        </p:tgtEl>
                                        <p:attrNameLst>
                                          <p:attrName>style.visibility</p:attrName>
                                        </p:attrNameLst>
                                      </p:cBhvr>
                                      <p:to>
                                        <p:strVal val="visible"/>
                                      </p:to>
                                    </p:set>
                                    <p:anim calcmode="lin" valueType="num">
                                      <p:cBhvr additive="base">
                                        <p:cTn id="52" dur="500" fill="hold"/>
                                        <p:tgtEl>
                                          <p:spTgt spid="13360">
                                            <p:txEl>
                                              <p:pRg st="0" end="0"/>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1336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4" fill="hold" nodeType="clickPar">
                      <p:stCondLst>
                        <p:cond delay="indefinite"/>
                      </p:stCondLst>
                      <p:childTnLst>
                        <p:par>
                          <p:cTn id="55" fill="hold" nodeType="withGroup">
                            <p:stCondLst>
                              <p:cond delay="0"/>
                            </p:stCondLst>
                            <p:childTnLst>
                              <p:par>
                                <p:cTn id="56" presetID="2" presetClass="entr" presetSubtype="4" fill="hold" nodeType="clickEffect">
                                  <p:stCondLst>
                                    <p:cond delay="0"/>
                                  </p:stCondLst>
                                  <p:childTnLst>
                                    <p:set>
                                      <p:cBhvr>
                                        <p:cTn id="57" dur="1" fill="hold">
                                          <p:stCondLst>
                                            <p:cond delay="0"/>
                                          </p:stCondLst>
                                        </p:cTn>
                                        <p:tgtEl>
                                          <p:spTgt spid="13363">
                                            <p:txEl>
                                              <p:pRg st="0" end="0"/>
                                            </p:txEl>
                                          </p:spTgt>
                                        </p:tgtEl>
                                        <p:attrNameLst>
                                          <p:attrName>style.visibility</p:attrName>
                                        </p:attrNameLst>
                                      </p:cBhvr>
                                      <p:to>
                                        <p:strVal val="visible"/>
                                      </p:to>
                                    </p:set>
                                    <p:anim calcmode="lin" valueType="num">
                                      <p:cBhvr additive="base">
                                        <p:cTn id="58" dur="500" fill="hold"/>
                                        <p:tgtEl>
                                          <p:spTgt spid="13363">
                                            <p:txEl>
                                              <p:pRg st="0" end="0"/>
                                            </p:txEl>
                                          </p:spTgt>
                                        </p:tgtEl>
                                        <p:attrNameLst>
                                          <p:attrName>ppt_x</p:attrName>
                                        </p:attrNameLst>
                                      </p:cBhvr>
                                      <p:tavLst>
                                        <p:tav tm="0">
                                          <p:val>
                                            <p:strVal val="#ppt_x"/>
                                          </p:val>
                                        </p:tav>
                                        <p:tav tm="100000">
                                          <p:val>
                                            <p:strVal val="#ppt_x"/>
                                          </p:val>
                                        </p:tav>
                                      </p:tavLst>
                                    </p:anim>
                                    <p:anim calcmode="lin" valueType="num">
                                      <p:cBhvr additive="base">
                                        <p:cTn id="59" dur="500" fill="hold"/>
                                        <p:tgtEl>
                                          <p:spTgt spid="133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60" fill="hold" nodeType="clickPar">
                      <p:stCondLst>
                        <p:cond delay="indefinite"/>
                      </p:stCondLst>
                      <p:childTnLst>
                        <p:par>
                          <p:cTn id="61" fill="hold" nodeType="withGroup">
                            <p:stCondLst>
                              <p:cond delay="0"/>
                            </p:stCondLst>
                            <p:childTnLst>
                              <p:par>
                                <p:cTn id="62" presetID="2" presetClass="entr" presetSubtype="4" fill="hold" nodeType="clickEffect">
                                  <p:stCondLst>
                                    <p:cond delay="0"/>
                                  </p:stCondLst>
                                  <p:childTnLst>
                                    <p:set>
                                      <p:cBhvr>
                                        <p:cTn id="63" dur="1" fill="hold">
                                          <p:stCondLst>
                                            <p:cond delay="0"/>
                                          </p:stCondLst>
                                        </p:cTn>
                                        <p:tgtEl>
                                          <p:spTgt spid="13369">
                                            <p:txEl>
                                              <p:pRg st="0" end="0"/>
                                            </p:txEl>
                                          </p:spTgt>
                                        </p:tgtEl>
                                        <p:attrNameLst>
                                          <p:attrName>style.visibility</p:attrName>
                                        </p:attrNameLst>
                                      </p:cBhvr>
                                      <p:to>
                                        <p:strVal val="visible"/>
                                      </p:to>
                                    </p:set>
                                    <p:anim calcmode="lin" valueType="num">
                                      <p:cBhvr additive="base">
                                        <p:cTn id="64" dur="500" fill="hold"/>
                                        <p:tgtEl>
                                          <p:spTgt spid="13369">
                                            <p:txEl>
                                              <p:pRg st="0" end="0"/>
                                            </p:txEl>
                                          </p:spTgt>
                                        </p:tgtEl>
                                        <p:attrNameLst>
                                          <p:attrName>ppt_x</p:attrName>
                                        </p:attrNameLst>
                                      </p:cBhvr>
                                      <p:tavLst>
                                        <p:tav tm="0">
                                          <p:val>
                                            <p:strVal val="#ppt_x"/>
                                          </p:val>
                                        </p:tav>
                                        <p:tav tm="100000">
                                          <p:val>
                                            <p:strVal val="#ppt_x"/>
                                          </p:val>
                                        </p:tav>
                                      </p:tavLst>
                                    </p:anim>
                                    <p:anim calcmode="lin" valueType="num">
                                      <p:cBhvr additive="base">
                                        <p:cTn id="65" dur="500" fill="hold"/>
                                        <p:tgtEl>
                                          <p:spTgt spid="1336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66" fill="hold" nodeType="clickPar">
                      <p:stCondLst>
                        <p:cond delay="indefinite"/>
                      </p:stCondLst>
                      <p:childTnLst>
                        <p:par>
                          <p:cTn id="67" fill="hold" nodeType="withGroup">
                            <p:stCondLst>
                              <p:cond delay="0"/>
                            </p:stCondLst>
                            <p:childTnLst>
                              <p:par>
                                <p:cTn id="68" presetID="2" presetClass="entr" presetSubtype="4" fill="hold" nodeType="clickEffect">
                                  <p:stCondLst>
                                    <p:cond delay="0"/>
                                  </p:stCondLst>
                                  <p:childTnLst>
                                    <p:set>
                                      <p:cBhvr>
                                        <p:cTn id="69" dur="1" fill="hold">
                                          <p:stCondLst>
                                            <p:cond delay="0"/>
                                          </p:stCondLst>
                                        </p:cTn>
                                        <p:tgtEl>
                                          <p:spTgt spid="13370">
                                            <p:txEl>
                                              <p:pRg st="0" end="0"/>
                                            </p:txEl>
                                          </p:spTgt>
                                        </p:tgtEl>
                                        <p:attrNameLst>
                                          <p:attrName>style.visibility</p:attrName>
                                        </p:attrNameLst>
                                      </p:cBhvr>
                                      <p:to>
                                        <p:strVal val="visible"/>
                                      </p:to>
                                    </p:set>
                                    <p:anim calcmode="lin" valueType="num">
                                      <p:cBhvr additive="base">
                                        <p:cTn id="70" dur="500" fill="hold"/>
                                        <p:tgtEl>
                                          <p:spTgt spid="13370">
                                            <p:txEl>
                                              <p:pRg st="0" end="0"/>
                                            </p:txEl>
                                          </p:spTgt>
                                        </p:tgtEl>
                                        <p:attrNameLst>
                                          <p:attrName>ppt_x</p:attrName>
                                        </p:attrNameLst>
                                      </p:cBhvr>
                                      <p:tavLst>
                                        <p:tav tm="0">
                                          <p:val>
                                            <p:strVal val="#ppt_x"/>
                                          </p:val>
                                        </p:tav>
                                        <p:tav tm="100000">
                                          <p:val>
                                            <p:strVal val="#ppt_x"/>
                                          </p:val>
                                        </p:tav>
                                      </p:tavLst>
                                    </p:anim>
                                    <p:anim calcmode="lin" valueType="num">
                                      <p:cBhvr additive="base">
                                        <p:cTn id="71" dur="500" fill="hold"/>
                                        <p:tgtEl>
                                          <p:spTgt spid="1337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72" fill="hold" nodeType="clickPar">
                      <p:stCondLst>
                        <p:cond delay="indefinite"/>
                      </p:stCondLst>
                      <p:childTnLst>
                        <p:par>
                          <p:cTn id="73" fill="hold" nodeType="withGroup">
                            <p:stCondLst>
                              <p:cond delay="0"/>
                            </p:stCondLst>
                            <p:childTnLst>
                              <p:par>
                                <p:cTn id="74" presetID="2" presetClass="entr" presetSubtype="4" fill="hold" nodeType="clickEffect">
                                  <p:stCondLst>
                                    <p:cond delay="0"/>
                                  </p:stCondLst>
                                  <p:childTnLst>
                                    <p:set>
                                      <p:cBhvr>
                                        <p:cTn id="75" dur="1" fill="hold">
                                          <p:stCondLst>
                                            <p:cond delay="0"/>
                                          </p:stCondLst>
                                        </p:cTn>
                                        <p:tgtEl>
                                          <p:spTgt spid="13367">
                                            <p:txEl>
                                              <p:pRg st="0" end="0"/>
                                            </p:txEl>
                                          </p:spTgt>
                                        </p:tgtEl>
                                        <p:attrNameLst>
                                          <p:attrName>style.visibility</p:attrName>
                                        </p:attrNameLst>
                                      </p:cBhvr>
                                      <p:to>
                                        <p:strVal val="visible"/>
                                      </p:to>
                                    </p:set>
                                    <p:anim calcmode="lin" valueType="num">
                                      <p:cBhvr additive="base">
                                        <p:cTn id="76" dur="500" fill="hold"/>
                                        <p:tgtEl>
                                          <p:spTgt spid="13367">
                                            <p:txEl>
                                              <p:pRg st="0" end="0"/>
                                            </p:txEl>
                                          </p:spTgt>
                                        </p:tgtEl>
                                        <p:attrNameLst>
                                          <p:attrName>ppt_x</p:attrName>
                                        </p:attrNameLst>
                                      </p:cBhvr>
                                      <p:tavLst>
                                        <p:tav tm="0">
                                          <p:val>
                                            <p:strVal val="#ppt_x"/>
                                          </p:val>
                                        </p:tav>
                                        <p:tav tm="100000">
                                          <p:val>
                                            <p:strVal val="#ppt_x"/>
                                          </p:val>
                                        </p:tav>
                                      </p:tavLst>
                                    </p:anim>
                                    <p:anim calcmode="lin" valueType="num">
                                      <p:cBhvr additive="base">
                                        <p:cTn id="77" dur="500" fill="hold"/>
                                        <p:tgtEl>
                                          <p:spTgt spid="133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78" fill="hold" nodeType="clickPar">
                      <p:stCondLst>
                        <p:cond delay="indefinite"/>
                      </p:stCondLst>
                      <p:childTnLst>
                        <p:par>
                          <p:cTn id="79" fill="hold" nodeType="withGroup">
                            <p:stCondLst>
                              <p:cond delay="0"/>
                            </p:stCondLst>
                            <p:childTnLst>
                              <p:par>
                                <p:cTn id="80" presetID="2" presetClass="entr" presetSubtype="4" fill="hold" nodeType="clickEffect">
                                  <p:stCondLst>
                                    <p:cond delay="0"/>
                                  </p:stCondLst>
                                  <p:childTnLst>
                                    <p:set>
                                      <p:cBhvr>
                                        <p:cTn id="81" dur="1" fill="hold">
                                          <p:stCondLst>
                                            <p:cond delay="0"/>
                                          </p:stCondLst>
                                        </p:cTn>
                                        <p:tgtEl>
                                          <p:spTgt spid="13368">
                                            <p:txEl>
                                              <p:pRg st="0" end="0"/>
                                            </p:txEl>
                                          </p:spTgt>
                                        </p:tgtEl>
                                        <p:attrNameLst>
                                          <p:attrName>style.visibility</p:attrName>
                                        </p:attrNameLst>
                                      </p:cBhvr>
                                      <p:to>
                                        <p:strVal val="visible"/>
                                      </p:to>
                                    </p:set>
                                    <p:anim calcmode="lin" valueType="num">
                                      <p:cBhvr additive="base">
                                        <p:cTn id="82" dur="500" fill="hold"/>
                                        <p:tgtEl>
                                          <p:spTgt spid="13368">
                                            <p:txEl>
                                              <p:pRg st="0" end="0"/>
                                            </p:txEl>
                                          </p:spTgt>
                                        </p:tgtEl>
                                        <p:attrNameLst>
                                          <p:attrName>ppt_x</p:attrName>
                                        </p:attrNameLst>
                                      </p:cBhvr>
                                      <p:tavLst>
                                        <p:tav tm="0">
                                          <p:val>
                                            <p:strVal val="#ppt_x"/>
                                          </p:val>
                                        </p:tav>
                                        <p:tav tm="100000">
                                          <p:val>
                                            <p:strVal val="#ppt_x"/>
                                          </p:val>
                                        </p:tav>
                                      </p:tavLst>
                                    </p:anim>
                                    <p:anim calcmode="lin" valueType="num">
                                      <p:cBhvr additive="base">
                                        <p:cTn id="83" dur="500" fill="hold"/>
                                        <p:tgtEl>
                                          <p:spTgt spid="1336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84" fill="hold" nodeType="clickPar">
                      <p:stCondLst>
                        <p:cond delay="indefinite"/>
                      </p:stCondLst>
                      <p:childTnLst>
                        <p:par>
                          <p:cTn id="85" fill="hold" nodeType="withGroup">
                            <p:stCondLst>
                              <p:cond delay="0"/>
                            </p:stCondLst>
                            <p:childTnLst>
                              <p:par>
                                <p:cTn id="86" presetID="42" presetClass="entr" presetSubtype="0" fill="hold" nodeType="clickEffect">
                                  <p:stCondLst>
                                    <p:cond delay="0"/>
                                  </p:stCondLst>
                                  <p:childTnLst>
                                    <p:set>
                                      <p:cBhvr>
                                        <p:cTn id="87" dur="1" fill="hold">
                                          <p:stCondLst>
                                            <p:cond delay="0"/>
                                          </p:stCondLst>
                                        </p:cTn>
                                        <p:tgtEl>
                                          <p:spTgt spid="13366">
                                            <p:txEl>
                                              <p:pRg st="0" end="0"/>
                                            </p:txEl>
                                          </p:spTgt>
                                        </p:tgtEl>
                                        <p:attrNameLst>
                                          <p:attrName>style.visibility</p:attrName>
                                        </p:attrNameLst>
                                      </p:cBhvr>
                                      <p:to>
                                        <p:strVal val="visible"/>
                                      </p:to>
                                    </p:set>
                                    <p:animEffect transition="in" filter="fade">
                                      <p:cBhvr>
                                        <p:cTn id="88" dur="1000"/>
                                        <p:tgtEl>
                                          <p:spTgt spid="13366">
                                            <p:txEl>
                                              <p:pRg st="0" end="0"/>
                                            </p:txEl>
                                          </p:spTgt>
                                        </p:tgtEl>
                                      </p:cBhvr>
                                    </p:animEffect>
                                    <p:anim calcmode="lin" valueType="num">
                                      <p:cBhvr>
                                        <p:cTn id="89" dur="1000" fill="hold"/>
                                        <p:tgtEl>
                                          <p:spTgt spid="13366">
                                            <p:txEl>
                                              <p:pRg st="0" end="0"/>
                                            </p:txEl>
                                          </p:spTgt>
                                        </p:tgtEl>
                                        <p:attrNameLst>
                                          <p:attrName>ppt_x</p:attrName>
                                        </p:attrNameLst>
                                      </p:cBhvr>
                                      <p:tavLst>
                                        <p:tav tm="0">
                                          <p:val>
                                            <p:strVal val="#ppt_x"/>
                                          </p:val>
                                        </p:tav>
                                        <p:tav tm="100000">
                                          <p:val>
                                            <p:strVal val="#ppt_x"/>
                                          </p:val>
                                        </p:tav>
                                      </p:tavLst>
                                    </p:anim>
                                    <p:anim calcmode="lin" valueType="num">
                                      <p:cBhvr>
                                        <p:cTn id="90" dur="1000" fill="hold"/>
                                        <p:tgtEl>
                                          <p:spTgt spid="1336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91" fill="hold" nodeType="clickPar">
                      <p:stCondLst>
                        <p:cond delay="indefinite"/>
                      </p:stCondLst>
                      <p:childTnLst>
                        <p:par>
                          <p:cTn id="92" fill="hold" nodeType="withGroup">
                            <p:stCondLst>
                              <p:cond delay="0"/>
                            </p:stCondLst>
                            <p:childTnLst>
                              <p:par>
                                <p:cTn id="93" presetID="2" presetClass="entr" presetSubtype="4" fill="hold" nodeType="clickEffect">
                                  <p:stCondLst>
                                    <p:cond delay="0"/>
                                  </p:stCondLst>
                                  <p:childTnLst>
                                    <p:set>
                                      <p:cBhvr>
                                        <p:cTn id="94" dur="1" fill="hold">
                                          <p:stCondLst>
                                            <p:cond delay="0"/>
                                          </p:stCondLst>
                                        </p:cTn>
                                        <p:tgtEl>
                                          <p:spTgt spid="13365">
                                            <p:txEl>
                                              <p:pRg st="0" end="0"/>
                                            </p:txEl>
                                          </p:spTgt>
                                        </p:tgtEl>
                                        <p:attrNameLst>
                                          <p:attrName>style.visibility</p:attrName>
                                        </p:attrNameLst>
                                      </p:cBhvr>
                                      <p:to>
                                        <p:strVal val="visible"/>
                                      </p:to>
                                    </p:set>
                                    <p:anim calcmode="lin" valueType="num">
                                      <p:cBhvr additive="base">
                                        <p:cTn id="95" dur="500" fill="hold"/>
                                        <p:tgtEl>
                                          <p:spTgt spid="13365">
                                            <p:txEl>
                                              <p:pRg st="0" end="0"/>
                                            </p:txEl>
                                          </p:spTgt>
                                        </p:tgtEl>
                                        <p:attrNameLst>
                                          <p:attrName>ppt_x</p:attrName>
                                        </p:attrNameLst>
                                      </p:cBhvr>
                                      <p:tavLst>
                                        <p:tav tm="0">
                                          <p:val>
                                            <p:strVal val="#ppt_x"/>
                                          </p:val>
                                        </p:tav>
                                        <p:tav tm="100000">
                                          <p:val>
                                            <p:strVal val="#ppt_x"/>
                                          </p:val>
                                        </p:tav>
                                      </p:tavLst>
                                    </p:anim>
                                    <p:anim calcmode="lin" valueType="num">
                                      <p:cBhvr additive="base">
                                        <p:cTn id="96" dur="500" fill="hold"/>
                                        <p:tgtEl>
                                          <p:spTgt spid="1336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7" fill="hold" nodeType="clickPar">
                      <p:stCondLst>
                        <p:cond delay="indefinite"/>
                      </p:stCondLst>
                      <p:childTnLst>
                        <p:par>
                          <p:cTn id="98" fill="hold" nodeType="withGroup">
                            <p:stCondLst>
                              <p:cond delay="0"/>
                            </p:stCondLst>
                            <p:childTnLst>
                              <p:par>
                                <p:cTn id="99" presetID="42" presetClass="entr" presetSubtype="0" fill="hold" nodeType="clickEffect">
                                  <p:stCondLst>
                                    <p:cond delay="0"/>
                                  </p:stCondLst>
                                  <p:childTnLst>
                                    <p:set>
                                      <p:cBhvr>
                                        <p:cTn id="100" dur="1" fill="hold">
                                          <p:stCondLst>
                                            <p:cond delay="0"/>
                                          </p:stCondLst>
                                        </p:cTn>
                                        <p:tgtEl>
                                          <p:spTgt spid="13373">
                                            <p:txEl>
                                              <p:pRg st="0" end="0"/>
                                            </p:txEl>
                                          </p:spTgt>
                                        </p:tgtEl>
                                        <p:attrNameLst>
                                          <p:attrName>style.visibility</p:attrName>
                                        </p:attrNameLst>
                                      </p:cBhvr>
                                      <p:to>
                                        <p:strVal val="visible"/>
                                      </p:to>
                                    </p:set>
                                    <p:animEffect transition="in" filter="fade">
                                      <p:cBhvr>
                                        <p:cTn id="101" dur="1000"/>
                                        <p:tgtEl>
                                          <p:spTgt spid="13373">
                                            <p:txEl>
                                              <p:pRg st="0" end="0"/>
                                            </p:txEl>
                                          </p:spTgt>
                                        </p:tgtEl>
                                      </p:cBhvr>
                                    </p:animEffect>
                                    <p:anim calcmode="lin" valueType="num">
                                      <p:cBhvr>
                                        <p:cTn id="102" dur="1000" fill="hold"/>
                                        <p:tgtEl>
                                          <p:spTgt spid="13373">
                                            <p:txEl>
                                              <p:pRg st="0" end="0"/>
                                            </p:txEl>
                                          </p:spTgt>
                                        </p:tgtEl>
                                        <p:attrNameLst>
                                          <p:attrName>ppt_x</p:attrName>
                                        </p:attrNameLst>
                                      </p:cBhvr>
                                      <p:tavLst>
                                        <p:tav tm="0">
                                          <p:val>
                                            <p:strVal val="#ppt_x"/>
                                          </p:val>
                                        </p:tav>
                                        <p:tav tm="100000">
                                          <p:val>
                                            <p:strVal val="#ppt_x"/>
                                          </p:val>
                                        </p:tav>
                                      </p:tavLst>
                                    </p:anim>
                                    <p:anim calcmode="lin" valueType="num">
                                      <p:cBhvr>
                                        <p:cTn id="103" dur="1000" fill="hold"/>
                                        <p:tgtEl>
                                          <p:spTgt spid="1337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a:extLst>
              <a:ext uri="{FF2B5EF4-FFF2-40B4-BE49-F238E27FC236}">
                <a16:creationId xmlns:a16="http://schemas.microsoft.com/office/drawing/2014/main" id="{1870CEC0-A86D-4FFD-9277-EB50170E2707}"/>
              </a:ext>
            </a:extLst>
          </p:cNvPr>
          <p:cNvSpPr>
            <a:spLocks noChangeArrowheads="1"/>
          </p:cNvSpPr>
          <p:nvPr/>
        </p:nvSpPr>
        <p:spPr bwMode="auto">
          <a:xfrm>
            <a:off x="4953000" y="609600"/>
            <a:ext cx="1066800" cy="609600"/>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cxnSp>
        <p:nvCxnSpPr>
          <p:cNvPr id="8" name="Straight Connector 7">
            <a:extLst>
              <a:ext uri="{FF2B5EF4-FFF2-40B4-BE49-F238E27FC236}">
                <a16:creationId xmlns:a16="http://schemas.microsoft.com/office/drawing/2014/main" id="{A09F1417-B052-4B13-A649-609B18C65D5E}"/>
              </a:ext>
            </a:extLst>
          </p:cNvPr>
          <p:cNvCxnSpPr/>
          <p:nvPr/>
        </p:nvCxnSpPr>
        <p:spPr bwMode="auto">
          <a:xfrm flipH="1">
            <a:off x="3962400" y="1187450"/>
            <a:ext cx="990600" cy="1143000"/>
          </a:xfrm>
          <a:prstGeom prst="line">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14340" name="Straight Connector 9">
            <a:extLst>
              <a:ext uri="{FF2B5EF4-FFF2-40B4-BE49-F238E27FC236}">
                <a16:creationId xmlns:a16="http://schemas.microsoft.com/office/drawing/2014/main" id="{DD19EDB2-E288-49BF-AB3C-1B647BDEF73E}"/>
              </a:ext>
            </a:extLst>
          </p:cNvPr>
          <p:cNvCxnSpPr>
            <a:cxnSpLocks noChangeShapeType="1"/>
          </p:cNvCxnSpPr>
          <p:nvPr/>
        </p:nvCxnSpPr>
        <p:spPr bwMode="auto">
          <a:xfrm>
            <a:off x="6019800" y="1219200"/>
            <a:ext cx="1295400" cy="1143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4341" name="Oval 10">
            <a:extLst>
              <a:ext uri="{FF2B5EF4-FFF2-40B4-BE49-F238E27FC236}">
                <a16:creationId xmlns:a16="http://schemas.microsoft.com/office/drawing/2014/main" id="{C732F250-874E-46E7-B453-0DD1B2637715}"/>
              </a:ext>
            </a:extLst>
          </p:cNvPr>
          <p:cNvSpPr>
            <a:spLocks noChangeArrowheads="1"/>
          </p:cNvSpPr>
          <p:nvPr/>
        </p:nvSpPr>
        <p:spPr bwMode="auto">
          <a:xfrm>
            <a:off x="3438525" y="1608138"/>
            <a:ext cx="914400" cy="914400"/>
          </a:xfrm>
          <a:prstGeom prst="ellipse">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sp>
        <p:nvSpPr>
          <p:cNvPr id="14342" name="Oval 11">
            <a:extLst>
              <a:ext uri="{FF2B5EF4-FFF2-40B4-BE49-F238E27FC236}">
                <a16:creationId xmlns:a16="http://schemas.microsoft.com/office/drawing/2014/main" id="{49A4F295-0DD1-47A8-BF45-8ED9893C99E9}"/>
              </a:ext>
            </a:extLst>
          </p:cNvPr>
          <p:cNvSpPr>
            <a:spLocks noChangeArrowheads="1"/>
          </p:cNvSpPr>
          <p:nvPr/>
        </p:nvSpPr>
        <p:spPr bwMode="auto">
          <a:xfrm>
            <a:off x="6681788" y="1905000"/>
            <a:ext cx="914400" cy="914400"/>
          </a:xfrm>
          <a:prstGeom prst="ellipse">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sp>
        <p:nvSpPr>
          <p:cNvPr id="14343" name="Rectangle 19">
            <a:extLst>
              <a:ext uri="{FF2B5EF4-FFF2-40B4-BE49-F238E27FC236}">
                <a16:creationId xmlns:a16="http://schemas.microsoft.com/office/drawing/2014/main" id="{8FD4C145-19E3-4BC9-922C-5F0F7E49BE3A}"/>
              </a:ext>
            </a:extLst>
          </p:cNvPr>
          <p:cNvSpPr>
            <a:spLocks noChangeArrowheads="1"/>
          </p:cNvSpPr>
          <p:nvPr/>
        </p:nvSpPr>
        <p:spPr bwMode="auto">
          <a:xfrm>
            <a:off x="2684463" y="3074988"/>
            <a:ext cx="1066800" cy="609600"/>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sp>
        <p:nvSpPr>
          <p:cNvPr id="14344" name="Rectangle 20">
            <a:extLst>
              <a:ext uri="{FF2B5EF4-FFF2-40B4-BE49-F238E27FC236}">
                <a16:creationId xmlns:a16="http://schemas.microsoft.com/office/drawing/2014/main" id="{6C4D630B-807C-4AC6-902C-997A377F11C0}"/>
              </a:ext>
            </a:extLst>
          </p:cNvPr>
          <p:cNvSpPr>
            <a:spLocks noChangeArrowheads="1"/>
          </p:cNvSpPr>
          <p:nvPr/>
        </p:nvSpPr>
        <p:spPr bwMode="auto">
          <a:xfrm>
            <a:off x="4311650" y="3105150"/>
            <a:ext cx="1066800" cy="609600"/>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cxnSp>
        <p:nvCxnSpPr>
          <p:cNvPr id="14345" name="Straight Connector 21">
            <a:extLst>
              <a:ext uri="{FF2B5EF4-FFF2-40B4-BE49-F238E27FC236}">
                <a16:creationId xmlns:a16="http://schemas.microsoft.com/office/drawing/2014/main" id="{8CA30AA7-CF0B-4BF3-ADA8-0024B0C21390}"/>
              </a:ext>
            </a:extLst>
          </p:cNvPr>
          <p:cNvCxnSpPr>
            <a:cxnSpLocks noChangeShapeType="1"/>
          </p:cNvCxnSpPr>
          <p:nvPr/>
        </p:nvCxnSpPr>
        <p:spPr bwMode="auto">
          <a:xfrm flipH="1">
            <a:off x="2292350" y="3703638"/>
            <a:ext cx="514350" cy="8953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4346" name="Straight Connector 22">
            <a:extLst>
              <a:ext uri="{FF2B5EF4-FFF2-40B4-BE49-F238E27FC236}">
                <a16:creationId xmlns:a16="http://schemas.microsoft.com/office/drawing/2014/main" id="{9B724251-11D8-4A8D-B555-E285FB891E0E}"/>
              </a:ext>
            </a:extLst>
          </p:cNvPr>
          <p:cNvCxnSpPr>
            <a:cxnSpLocks noChangeShapeType="1"/>
          </p:cNvCxnSpPr>
          <p:nvPr/>
        </p:nvCxnSpPr>
        <p:spPr bwMode="auto">
          <a:xfrm>
            <a:off x="3344864" y="3684588"/>
            <a:ext cx="401637" cy="8191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4347" name="Oval 23">
            <a:extLst>
              <a:ext uri="{FF2B5EF4-FFF2-40B4-BE49-F238E27FC236}">
                <a16:creationId xmlns:a16="http://schemas.microsoft.com/office/drawing/2014/main" id="{E9D4BB89-7163-40D1-8A7B-785DC507844B}"/>
              </a:ext>
            </a:extLst>
          </p:cNvPr>
          <p:cNvSpPr>
            <a:spLocks noChangeArrowheads="1"/>
          </p:cNvSpPr>
          <p:nvPr/>
        </p:nvSpPr>
        <p:spPr bwMode="auto">
          <a:xfrm>
            <a:off x="1871663" y="3917950"/>
            <a:ext cx="914400" cy="914400"/>
          </a:xfrm>
          <a:prstGeom prst="ellipse">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sp>
        <p:nvSpPr>
          <p:cNvPr id="14348" name="Oval 24">
            <a:extLst>
              <a:ext uri="{FF2B5EF4-FFF2-40B4-BE49-F238E27FC236}">
                <a16:creationId xmlns:a16="http://schemas.microsoft.com/office/drawing/2014/main" id="{324AA70D-E6D8-4271-9ED4-189D8AF227AF}"/>
              </a:ext>
            </a:extLst>
          </p:cNvPr>
          <p:cNvSpPr>
            <a:spLocks noChangeArrowheads="1"/>
          </p:cNvSpPr>
          <p:nvPr/>
        </p:nvSpPr>
        <p:spPr bwMode="auto">
          <a:xfrm>
            <a:off x="3021014" y="4084639"/>
            <a:ext cx="801687" cy="644525"/>
          </a:xfrm>
          <a:prstGeom prst="ellipse">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sp>
        <p:nvSpPr>
          <p:cNvPr id="14349" name="Rectangle 28">
            <a:extLst>
              <a:ext uri="{FF2B5EF4-FFF2-40B4-BE49-F238E27FC236}">
                <a16:creationId xmlns:a16="http://schemas.microsoft.com/office/drawing/2014/main" id="{A9DC2C23-FF35-4D9A-8DDD-3FD6752B40EF}"/>
              </a:ext>
            </a:extLst>
          </p:cNvPr>
          <p:cNvSpPr>
            <a:spLocks noChangeArrowheads="1"/>
          </p:cNvSpPr>
          <p:nvPr/>
        </p:nvSpPr>
        <p:spPr bwMode="auto">
          <a:xfrm>
            <a:off x="1506538" y="5360989"/>
            <a:ext cx="431801" cy="447675"/>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10</a:t>
            </a:r>
            <a:endParaRPr lang="en-IN" altLang="en-US"/>
          </a:p>
        </p:txBody>
      </p:sp>
      <p:cxnSp>
        <p:nvCxnSpPr>
          <p:cNvPr id="14350" name="Straight Connector 38">
            <a:extLst>
              <a:ext uri="{FF2B5EF4-FFF2-40B4-BE49-F238E27FC236}">
                <a16:creationId xmlns:a16="http://schemas.microsoft.com/office/drawing/2014/main" id="{5774E2F2-8A2B-4F26-B3D9-FFB40016C7D4}"/>
              </a:ext>
            </a:extLst>
          </p:cNvPr>
          <p:cNvCxnSpPr>
            <a:cxnSpLocks noChangeShapeType="1"/>
            <a:stCxn id="14342" idx="4"/>
          </p:cNvCxnSpPr>
          <p:nvPr/>
        </p:nvCxnSpPr>
        <p:spPr bwMode="auto">
          <a:xfrm flipH="1">
            <a:off x="6934200" y="2819401"/>
            <a:ext cx="204788" cy="39211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4351" name="Rectangle 39">
            <a:extLst>
              <a:ext uri="{FF2B5EF4-FFF2-40B4-BE49-F238E27FC236}">
                <a16:creationId xmlns:a16="http://schemas.microsoft.com/office/drawing/2014/main" id="{835DA9D7-36E8-46D5-B2AE-9FB435C3C108}"/>
              </a:ext>
            </a:extLst>
          </p:cNvPr>
          <p:cNvSpPr>
            <a:spLocks noChangeArrowheads="1"/>
          </p:cNvSpPr>
          <p:nvPr/>
        </p:nvSpPr>
        <p:spPr bwMode="auto">
          <a:xfrm>
            <a:off x="6716714" y="3181351"/>
            <a:ext cx="765175" cy="544513"/>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cxnSp>
        <p:nvCxnSpPr>
          <p:cNvPr id="14352" name="Straight Connector 48">
            <a:extLst>
              <a:ext uri="{FF2B5EF4-FFF2-40B4-BE49-F238E27FC236}">
                <a16:creationId xmlns:a16="http://schemas.microsoft.com/office/drawing/2014/main" id="{A04FC19E-60EB-48D5-BD7F-DE9C1D20DFBD}"/>
              </a:ext>
            </a:extLst>
          </p:cNvPr>
          <p:cNvCxnSpPr>
            <a:cxnSpLocks noChangeShapeType="1"/>
            <a:stCxn id="14342" idx="6"/>
          </p:cNvCxnSpPr>
          <p:nvPr/>
        </p:nvCxnSpPr>
        <p:spPr bwMode="auto">
          <a:xfrm>
            <a:off x="7596188" y="2362200"/>
            <a:ext cx="1471612" cy="6540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4353" name="Rectangle 49">
            <a:extLst>
              <a:ext uri="{FF2B5EF4-FFF2-40B4-BE49-F238E27FC236}">
                <a16:creationId xmlns:a16="http://schemas.microsoft.com/office/drawing/2014/main" id="{8B92F93D-36CB-4F68-B5F0-7DDD3AC23B43}"/>
              </a:ext>
            </a:extLst>
          </p:cNvPr>
          <p:cNvSpPr>
            <a:spLocks noChangeArrowheads="1"/>
          </p:cNvSpPr>
          <p:nvPr/>
        </p:nvSpPr>
        <p:spPr bwMode="auto">
          <a:xfrm>
            <a:off x="8726488" y="3016250"/>
            <a:ext cx="754062" cy="673100"/>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sp>
        <p:nvSpPr>
          <p:cNvPr id="14354" name="Oval 62">
            <a:extLst>
              <a:ext uri="{FF2B5EF4-FFF2-40B4-BE49-F238E27FC236}">
                <a16:creationId xmlns:a16="http://schemas.microsoft.com/office/drawing/2014/main" id="{B1776214-BB5A-4758-A1DF-A04366D3EE3D}"/>
              </a:ext>
            </a:extLst>
          </p:cNvPr>
          <p:cNvSpPr>
            <a:spLocks noChangeArrowheads="1"/>
          </p:cNvSpPr>
          <p:nvPr/>
        </p:nvSpPr>
        <p:spPr bwMode="auto">
          <a:xfrm>
            <a:off x="5256214" y="4219576"/>
            <a:ext cx="604837" cy="657225"/>
          </a:xfrm>
          <a:prstGeom prst="ellipse">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sp>
        <p:nvSpPr>
          <p:cNvPr id="14355" name="Oval 63">
            <a:extLst>
              <a:ext uri="{FF2B5EF4-FFF2-40B4-BE49-F238E27FC236}">
                <a16:creationId xmlns:a16="http://schemas.microsoft.com/office/drawing/2014/main" id="{888469B2-3B8A-437E-A9AE-CA2FF805AECD}"/>
              </a:ext>
            </a:extLst>
          </p:cNvPr>
          <p:cNvSpPr>
            <a:spLocks noChangeArrowheads="1"/>
          </p:cNvSpPr>
          <p:nvPr/>
        </p:nvSpPr>
        <p:spPr bwMode="auto">
          <a:xfrm>
            <a:off x="4360863" y="4167189"/>
            <a:ext cx="652462" cy="606425"/>
          </a:xfrm>
          <a:prstGeom prst="ellipse">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sp>
        <p:nvSpPr>
          <p:cNvPr id="14356" name="TextBox 80">
            <a:extLst>
              <a:ext uri="{FF2B5EF4-FFF2-40B4-BE49-F238E27FC236}">
                <a16:creationId xmlns:a16="http://schemas.microsoft.com/office/drawing/2014/main" id="{7E791E70-C4D3-4848-927B-90DAD89A95E3}"/>
              </a:ext>
            </a:extLst>
          </p:cNvPr>
          <p:cNvSpPr txBox="1">
            <a:spLocks noChangeArrowheads="1"/>
          </p:cNvSpPr>
          <p:nvPr/>
        </p:nvSpPr>
        <p:spPr bwMode="auto">
          <a:xfrm>
            <a:off x="5343526" y="268289"/>
            <a:ext cx="4619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10</a:t>
            </a:r>
            <a:endParaRPr lang="en-IN" altLang="en-US"/>
          </a:p>
        </p:txBody>
      </p:sp>
      <p:cxnSp>
        <p:nvCxnSpPr>
          <p:cNvPr id="14357" name="Straight Connector 2">
            <a:extLst>
              <a:ext uri="{FF2B5EF4-FFF2-40B4-BE49-F238E27FC236}">
                <a16:creationId xmlns:a16="http://schemas.microsoft.com/office/drawing/2014/main" id="{628F0DF6-E8D3-4961-89B2-FA33561CFC73}"/>
              </a:ext>
            </a:extLst>
          </p:cNvPr>
          <p:cNvCxnSpPr>
            <a:cxnSpLocks noChangeShapeType="1"/>
          </p:cNvCxnSpPr>
          <p:nvPr/>
        </p:nvCxnSpPr>
        <p:spPr bwMode="auto">
          <a:xfrm flipH="1">
            <a:off x="3313113" y="2479676"/>
            <a:ext cx="431800" cy="68897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4358" name="Straight Connector 5">
            <a:extLst>
              <a:ext uri="{FF2B5EF4-FFF2-40B4-BE49-F238E27FC236}">
                <a16:creationId xmlns:a16="http://schemas.microsoft.com/office/drawing/2014/main" id="{0DE4E67A-4B84-4513-A39E-3AD14A7BCD81}"/>
              </a:ext>
            </a:extLst>
          </p:cNvPr>
          <p:cNvCxnSpPr>
            <a:cxnSpLocks/>
          </p:cNvCxnSpPr>
          <p:nvPr/>
        </p:nvCxnSpPr>
        <p:spPr bwMode="auto">
          <a:xfrm>
            <a:off x="4110038" y="2493964"/>
            <a:ext cx="533400" cy="56832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4359" name="Straight Connector 8">
            <a:extLst>
              <a:ext uri="{FF2B5EF4-FFF2-40B4-BE49-F238E27FC236}">
                <a16:creationId xmlns:a16="http://schemas.microsoft.com/office/drawing/2014/main" id="{DCDCA205-CE30-47E9-B6FC-4B10AA70843C}"/>
              </a:ext>
            </a:extLst>
          </p:cNvPr>
          <p:cNvCxnSpPr>
            <a:cxnSpLocks noChangeShapeType="1"/>
          </p:cNvCxnSpPr>
          <p:nvPr/>
        </p:nvCxnSpPr>
        <p:spPr bwMode="auto">
          <a:xfrm flipH="1">
            <a:off x="1774825" y="4719638"/>
            <a:ext cx="241300" cy="67786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4360" name="Straight Connector 15">
            <a:extLst>
              <a:ext uri="{FF2B5EF4-FFF2-40B4-BE49-F238E27FC236}">
                <a16:creationId xmlns:a16="http://schemas.microsoft.com/office/drawing/2014/main" id="{F20EB1EB-AD76-4055-8A8A-09F9B3FE693D}"/>
              </a:ext>
            </a:extLst>
          </p:cNvPr>
          <p:cNvCxnSpPr>
            <a:cxnSpLocks/>
          </p:cNvCxnSpPr>
          <p:nvPr/>
        </p:nvCxnSpPr>
        <p:spPr bwMode="auto">
          <a:xfrm flipH="1">
            <a:off x="2349500" y="4770438"/>
            <a:ext cx="44450" cy="6540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4361" name="Rectangle 81">
            <a:extLst>
              <a:ext uri="{FF2B5EF4-FFF2-40B4-BE49-F238E27FC236}">
                <a16:creationId xmlns:a16="http://schemas.microsoft.com/office/drawing/2014/main" id="{A32A5D54-1BBC-4FFC-816F-21CDD58B3460}"/>
              </a:ext>
            </a:extLst>
          </p:cNvPr>
          <p:cNvSpPr>
            <a:spLocks noChangeArrowheads="1"/>
          </p:cNvSpPr>
          <p:nvPr/>
        </p:nvSpPr>
        <p:spPr bwMode="auto">
          <a:xfrm>
            <a:off x="2001838" y="5397501"/>
            <a:ext cx="469900" cy="371475"/>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11</a:t>
            </a:r>
            <a:endParaRPr lang="en-IN" altLang="en-US"/>
          </a:p>
        </p:txBody>
      </p:sp>
      <p:cxnSp>
        <p:nvCxnSpPr>
          <p:cNvPr id="14362" name="Straight Connector 26">
            <a:extLst>
              <a:ext uri="{FF2B5EF4-FFF2-40B4-BE49-F238E27FC236}">
                <a16:creationId xmlns:a16="http://schemas.microsoft.com/office/drawing/2014/main" id="{A013B8EF-71C9-48D6-81AA-B184DC953DAD}"/>
              </a:ext>
            </a:extLst>
          </p:cNvPr>
          <p:cNvCxnSpPr>
            <a:cxnSpLocks/>
            <a:stCxn id="14348" idx="3"/>
          </p:cNvCxnSpPr>
          <p:nvPr/>
        </p:nvCxnSpPr>
        <p:spPr bwMode="auto">
          <a:xfrm flipH="1">
            <a:off x="2709864" y="4633914"/>
            <a:ext cx="428625" cy="7381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4363" name="Rectangle 82">
            <a:extLst>
              <a:ext uri="{FF2B5EF4-FFF2-40B4-BE49-F238E27FC236}">
                <a16:creationId xmlns:a16="http://schemas.microsoft.com/office/drawing/2014/main" id="{2E154A2B-05B6-403D-B26E-E48030542377}"/>
              </a:ext>
            </a:extLst>
          </p:cNvPr>
          <p:cNvSpPr>
            <a:spLocks noChangeArrowheads="1"/>
          </p:cNvSpPr>
          <p:nvPr/>
        </p:nvSpPr>
        <p:spPr bwMode="auto">
          <a:xfrm>
            <a:off x="2517776" y="5397501"/>
            <a:ext cx="511175" cy="371475"/>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9</a:t>
            </a:r>
            <a:endParaRPr lang="en-IN" altLang="en-US"/>
          </a:p>
        </p:txBody>
      </p:sp>
      <p:cxnSp>
        <p:nvCxnSpPr>
          <p:cNvPr id="14364" name="Straight Connector 40">
            <a:extLst>
              <a:ext uri="{FF2B5EF4-FFF2-40B4-BE49-F238E27FC236}">
                <a16:creationId xmlns:a16="http://schemas.microsoft.com/office/drawing/2014/main" id="{396EF841-E3C2-4CEA-A67D-4DBD0FDE604A}"/>
              </a:ext>
            </a:extLst>
          </p:cNvPr>
          <p:cNvCxnSpPr>
            <a:cxnSpLocks/>
            <a:endCxn id="14365" idx="0"/>
          </p:cNvCxnSpPr>
          <p:nvPr/>
        </p:nvCxnSpPr>
        <p:spPr bwMode="auto">
          <a:xfrm flipH="1">
            <a:off x="3328988" y="4722813"/>
            <a:ext cx="158750" cy="65246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4365" name="Rectangle 83">
            <a:extLst>
              <a:ext uri="{FF2B5EF4-FFF2-40B4-BE49-F238E27FC236}">
                <a16:creationId xmlns:a16="http://schemas.microsoft.com/office/drawing/2014/main" id="{6E2E40C9-430B-49A5-97D6-A855B4CFD069}"/>
              </a:ext>
            </a:extLst>
          </p:cNvPr>
          <p:cNvSpPr>
            <a:spLocks noChangeArrowheads="1"/>
          </p:cNvSpPr>
          <p:nvPr/>
        </p:nvSpPr>
        <p:spPr bwMode="auto">
          <a:xfrm>
            <a:off x="3097213" y="5375275"/>
            <a:ext cx="463550" cy="427038"/>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12</a:t>
            </a:r>
            <a:endParaRPr lang="en-IN" altLang="en-US"/>
          </a:p>
        </p:txBody>
      </p:sp>
      <p:cxnSp>
        <p:nvCxnSpPr>
          <p:cNvPr id="14366" name="Straight Connector 43">
            <a:extLst>
              <a:ext uri="{FF2B5EF4-FFF2-40B4-BE49-F238E27FC236}">
                <a16:creationId xmlns:a16="http://schemas.microsoft.com/office/drawing/2014/main" id="{50222FF0-5244-4257-8F28-0B8D74FA39FF}"/>
              </a:ext>
            </a:extLst>
          </p:cNvPr>
          <p:cNvCxnSpPr>
            <a:cxnSpLocks noChangeShapeType="1"/>
          </p:cNvCxnSpPr>
          <p:nvPr/>
        </p:nvCxnSpPr>
        <p:spPr bwMode="auto">
          <a:xfrm flipH="1">
            <a:off x="4710113" y="3703638"/>
            <a:ext cx="228600" cy="50641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4367" name="Straight Connector 58">
            <a:extLst>
              <a:ext uri="{FF2B5EF4-FFF2-40B4-BE49-F238E27FC236}">
                <a16:creationId xmlns:a16="http://schemas.microsoft.com/office/drawing/2014/main" id="{4444FE66-CD90-4592-B220-9A377BFB5D9B}"/>
              </a:ext>
            </a:extLst>
          </p:cNvPr>
          <p:cNvCxnSpPr>
            <a:cxnSpLocks/>
            <a:stCxn id="14355" idx="3"/>
          </p:cNvCxnSpPr>
          <p:nvPr/>
        </p:nvCxnSpPr>
        <p:spPr bwMode="auto">
          <a:xfrm flipH="1">
            <a:off x="3932239" y="4684713"/>
            <a:ext cx="523875" cy="6858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4368" name="Rectangle 84">
            <a:extLst>
              <a:ext uri="{FF2B5EF4-FFF2-40B4-BE49-F238E27FC236}">
                <a16:creationId xmlns:a16="http://schemas.microsoft.com/office/drawing/2014/main" id="{D907DB4A-63B6-4C41-8EC3-20568A09894B}"/>
              </a:ext>
            </a:extLst>
          </p:cNvPr>
          <p:cNvSpPr>
            <a:spLocks noChangeArrowheads="1"/>
          </p:cNvSpPr>
          <p:nvPr/>
        </p:nvSpPr>
        <p:spPr bwMode="auto">
          <a:xfrm>
            <a:off x="3632201" y="5370514"/>
            <a:ext cx="519113" cy="427037"/>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14</a:t>
            </a:r>
            <a:endParaRPr lang="en-IN" altLang="en-US"/>
          </a:p>
        </p:txBody>
      </p:sp>
      <p:sp>
        <p:nvSpPr>
          <p:cNvPr id="14369" name="Rectangle 89">
            <a:extLst>
              <a:ext uri="{FF2B5EF4-FFF2-40B4-BE49-F238E27FC236}">
                <a16:creationId xmlns:a16="http://schemas.microsoft.com/office/drawing/2014/main" id="{DC221EDF-1828-43CD-98D5-7DC5A94EFE9E}"/>
              </a:ext>
            </a:extLst>
          </p:cNvPr>
          <p:cNvSpPr>
            <a:spLocks noChangeArrowheads="1"/>
          </p:cNvSpPr>
          <p:nvPr/>
        </p:nvSpPr>
        <p:spPr bwMode="auto">
          <a:xfrm>
            <a:off x="4219576" y="5338763"/>
            <a:ext cx="519113" cy="474662"/>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15</a:t>
            </a:r>
            <a:endParaRPr lang="en-IN" altLang="en-US"/>
          </a:p>
        </p:txBody>
      </p:sp>
      <p:cxnSp>
        <p:nvCxnSpPr>
          <p:cNvPr id="14370" name="Straight Connector 93">
            <a:extLst>
              <a:ext uri="{FF2B5EF4-FFF2-40B4-BE49-F238E27FC236}">
                <a16:creationId xmlns:a16="http://schemas.microsoft.com/office/drawing/2014/main" id="{F06B3FA2-422F-4FAF-828E-7ED5D23A6F1B}"/>
              </a:ext>
            </a:extLst>
          </p:cNvPr>
          <p:cNvCxnSpPr>
            <a:cxnSpLocks/>
            <a:endCxn id="14369" idx="0"/>
          </p:cNvCxnSpPr>
          <p:nvPr/>
        </p:nvCxnSpPr>
        <p:spPr bwMode="auto">
          <a:xfrm flipH="1">
            <a:off x="4479926" y="4741863"/>
            <a:ext cx="55563" cy="5969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4371" name="Straight Connector 96">
            <a:extLst>
              <a:ext uri="{FF2B5EF4-FFF2-40B4-BE49-F238E27FC236}">
                <a16:creationId xmlns:a16="http://schemas.microsoft.com/office/drawing/2014/main" id="{5119C5DE-6542-423F-A532-FC227693F857}"/>
              </a:ext>
            </a:extLst>
          </p:cNvPr>
          <p:cNvCxnSpPr>
            <a:cxnSpLocks/>
            <a:endCxn id="14354" idx="1"/>
          </p:cNvCxnSpPr>
          <p:nvPr/>
        </p:nvCxnSpPr>
        <p:spPr bwMode="auto">
          <a:xfrm>
            <a:off x="5119689" y="3717925"/>
            <a:ext cx="223837" cy="5984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4372" name="Straight Connector 98">
            <a:extLst>
              <a:ext uri="{FF2B5EF4-FFF2-40B4-BE49-F238E27FC236}">
                <a16:creationId xmlns:a16="http://schemas.microsoft.com/office/drawing/2014/main" id="{FD7A416A-3F72-4CC6-9DD9-A364C6355F79}"/>
              </a:ext>
            </a:extLst>
          </p:cNvPr>
          <p:cNvCxnSpPr>
            <a:cxnSpLocks/>
            <a:stCxn id="14354" idx="3"/>
          </p:cNvCxnSpPr>
          <p:nvPr/>
        </p:nvCxnSpPr>
        <p:spPr bwMode="auto">
          <a:xfrm flipH="1">
            <a:off x="5151439" y="4781551"/>
            <a:ext cx="192087" cy="55721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4373" name="Rectangle 99">
            <a:extLst>
              <a:ext uri="{FF2B5EF4-FFF2-40B4-BE49-F238E27FC236}">
                <a16:creationId xmlns:a16="http://schemas.microsoft.com/office/drawing/2014/main" id="{6AC07090-C994-46AF-8B7D-99693F3EF918}"/>
              </a:ext>
            </a:extLst>
          </p:cNvPr>
          <p:cNvSpPr>
            <a:spLocks noChangeArrowheads="1"/>
          </p:cNvSpPr>
          <p:nvPr/>
        </p:nvSpPr>
        <p:spPr bwMode="auto">
          <a:xfrm>
            <a:off x="4816476" y="5338763"/>
            <a:ext cx="519113" cy="425450"/>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13</a:t>
            </a:r>
            <a:endParaRPr lang="en-IN" altLang="en-US"/>
          </a:p>
        </p:txBody>
      </p:sp>
      <p:cxnSp>
        <p:nvCxnSpPr>
          <p:cNvPr id="14374" name="Straight Connector 101">
            <a:extLst>
              <a:ext uri="{FF2B5EF4-FFF2-40B4-BE49-F238E27FC236}">
                <a16:creationId xmlns:a16="http://schemas.microsoft.com/office/drawing/2014/main" id="{837838CC-9588-452A-8DC5-6C2B0691FE33}"/>
              </a:ext>
            </a:extLst>
          </p:cNvPr>
          <p:cNvCxnSpPr>
            <a:cxnSpLocks/>
            <a:stCxn id="14354" idx="4"/>
            <a:endCxn id="14375" idx="0"/>
          </p:cNvCxnSpPr>
          <p:nvPr/>
        </p:nvCxnSpPr>
        <p:spPr bwMode="auto">
          <a:xfrm>
            <a:off x="5557839" y="4876800"/>
            <a:ext cx="98425" cy="4460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4375" name="Rectangle 102">
            <a:extLst>
              <a:ext uri="{FF2B5EF4-FFF2-40B4-BE49-F238E27FC236}">
                <a16:creationId xmlns:a16="http://schemas.microsoft.com/office/drawing/2014/main" id="{9E8E713E-B62C-44E5-9CFF-8271CAEA0B48}"/>
              </a:ext>
            </a:extLst>
          </p:cNvPr>
          <p:cNvSpPr>
            <a:spLocks noChangeArrowheads="1"/>
          </p:cNvSpPr>
          <p:nvPr/>
        </p:nvSpPr>
        <p:spPr bwMode="auto">
          <a:xfrm>
            <a:off x="5402263" y="5322889"/>
            <a:ext cx="506412" cy="441325"/>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14</a:t>
            </a:r>
            <a:endParaRPr lang="en-IN" altLang="en-US"/>
          </a:p>
        </p:txBody>
      </p:sp>
      <p:cxnSp>
        <p:nvCxnSpPr>
          <p:cNvPr id="14376" name="Straight Connector 104">
            <a:extLst>
              <a:ext uri="{FF2B5EF4-FFF2-40B4-BE49-F238E27FC236}">
                <a16:creationId xmlns:a16="http://schemas.microsoft.com/office/drawing/2014/main" id="{2E338FDB-DE7E-4D1C-BAD3-52BED22D67FF}"/>
              </a:ext>
            </a:extLst>
          </p:cNvPr>
          <p:cNvCxnSpPr>
            <a:cxnSpLocks noChangeShapeType="1"/>
          </p:cNvCxnSpPr>
          <p:nvPr/>
        </p:nvCxnSpPr>
        <p:spPr bwMode="auto">
          <a:xfrm flipH="1">
            <a:off x="6681788" y="3725864"/>
            <a:ext cx="252412" cy="44132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4377" name="Oval 105">
            <a:extLst>
              <a:ext uri="{FF2B5EF4-FFF2-40B4-BE49-F238E27FC236}">
                <a16:creationId xmlns:a16="http://schemas.microsoft.com/office/drawing/2014/main" id="{F061851A-B6D1-4CCF-9079-705CC72D2ABF}"/>
              </a:ext>
            </a:extLst>
          </p:cNvPr>
          <p:cNvSpPr>
            <a:spLocks noChangeArrowheads="1"/>
          </p:cNvSpPr>
          <p:nvPr/>
        </p:nvSpPr>
        <p:spPr bwMode="auto">
          <a:xfrm>
            <a:off x="6342063" y="4162426"/>
            <a:ext cx="609600" cy="568325"/>
          </a:xfrm>
          <a:prstGeom prst="ellipse">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cxnSp>
        <p:nvCxnSpPr>
          <p:cNvPr id="14378" name="Straight Connector 107">
            <a:extLst>
              <a:ext uri="{FF2B5EF4-FFF2-40B4-BE49-F238E27FC236}">
                <a16:creationId xmlns:a16="http://schemas.microsoft.com/office/drawing/2014/main" id="{529B7229-6EA0-48A8-9D6A-018F16B4B8F0}"/>
              </a:ext>
            </a:extLst>
          </p:cNvPr>
          <p:cNvCxnSpPr>
            <a:cxnSpLocks/>
            <a:stCxn id="14377" idx="3"/>
          </p:cNvCxnSpPr>
          <p:nvPr/>
        </p:nvCxnSpPr>
        <p:spPr bwMode="auto">
          <a:xfrm flipH="1">
            <a:off x="6161089" y="4646614"/>
            <a:ext cx="269875" cy="66833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4379" name="Rectangle 109">
            <a:extLst>
              <a:ext uri="{FF2B5EF4-FFF2-40B4-BE49-F238E27FC236}">
                <a16:creationId xmlns:a16="http://schemas.microsoft.com/office/drawing/2014/main" id="{DF0406EC-0BAF-4C5C-89FD-C868B3560C3E}"/>
              </a:ext>
            </a:extLst>
          </p:cNvPr>
          <p:cNvSpPr>
            <a:spLocks noChangeArrowheads="1"/>
          </p:cNvSpPr>
          <p:nvPr/>
        </p:nvSpPr>
        <p:spPr bwMode="auto">
          <a:xfrm>
            <a:off x="5994401" y="5322889"/>
            <a:ext cx="519113" cy="403225"/>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5</a:t>
            </a:r>
            <a:endParaRPr lang="en-IN" altLang="en-US"/>
          </a:p>
        </p:txBody>
      </p:sp>
      <p:sp>
        <p:nvSpPr>
          <p:cNvPr id="14380" name="Rectangle 110">
            <a:extLst>
              <a:ext uri="{FF2B5EF4-FFF2-40B4-BE49-F238E27FC236}">
                <a16:creationId xmlns:a16="http://schemas.microsoft.com/office/drawing/2014/main" id="{B6CD8B4A-F4B3-4D9D-905C-66B897F68766}"/>
              </a:ext>
            </a:extLst>
          </p:cNvPr>
          <p:cNvSpPr>
            <a:spLocks noChangeArrowheads="1"/>
          </p:cNvSpPr>
          <p:nvPr/>
        </p:nvSpPr>
        <p:spPr bwMode="auto">
          <a:xfrm>
            <a:off x="6596063" y="5313364"/>
            <a:ext cx="482600" cy="407987"/>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2</a:t>
            </a:r>
            <a:endParaRPr lang="en-IN" altLang="en-US"/>
          </a:p>
        </p:txBody>
      </p:sp>
      <p:cxnSp>
        <p:nvCxnSpPr>
          <p:cNvPr id="14381" name="Straight Connector 112">
            <a:extLst>
              <a:ext uri="{FF2B5EF4-FFF2-40B4-BE49-F238E27FC236}">
                <a16:creationId xmlns:a16="http://schemas.microsoft.com/office/drawing/2014/main" id="{939BEB84-7C56-4D2C-A2BB-E1DCAF7229F4}"/>
              </a:ext>
            </a:extLst>
          </p:cNvPr>
          <p:cNvCxnSpPr>
            <a:cxnSpLocks/>
            <a:endCxn id="14380" idx="0"/>
          </p:cNvCxnSpPr>
          <p:nvPr/>
        </p:nvCxnSpPr>
        <p:spPr bwMode="auto">
          <a:xfrm>
            <a:off x="6654801" y="4679951"/>
            <a:ext cx="182563" cy="63341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4382" name="Straight Connector 114">
            <a:extLst>
              <a:ext uri="{FF2B5EF4-FFF2-40B4-BE49-F238E27FC236}">
                <a16:creationId xmlns:a16="http://schemas.microsoft.com/office/drawing/2014/main" id="{95658215-307A-4E21-A323-A46188F8F571}"/>
              </a:ext>
            </a:extLst>
          </p:cNvPr>
          <p:cNvCxnSpPr>
            <a:cxnSpLocks noChangeShapeType="1"/>
          </p:cNvCxnSpPr>
          <p:nvPr/>
        </p:nvCxnSpPr>
        <p:spPr bwMode="auto">
          <a:xfrm>
            <a:off x="7315201" y="3735388"/>
            <a:ext cx="157163" cy="47466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4383" name="Oval 115">
            <a:extLst>
              <a:ext uri="{FF2B5EF4-FFF2-40B4-BE49-F238E27FC236}">
                <a16:creationId xmlns:a16="http://schemas.microsoft.com/office/drawing/2014/main" id="{4AE8B81E-6A6B-48AF-86E1-FB6C8EB1CC56}"/>
              </a:ext>
            </a:extLst>
          </p:cNvPr>
          <p:cNvSpPr>
            <a:spLocks noChangeArrowheads="1"/>
          </p:cNvSpPr>
          <p:nvPr/>
        </p:nvSpPr>
        <p:spPr bwMode="auto">
          <a:xfrm>
            <a:off x="7202488" y="4192589"/>
            <a:ext cx="609600" cy="566737"/>
          </a:xfrm>
          <a:prstGeom prst="ellipse">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sp>
        <p:nvSpPr>
          <p:cNvPr id="14384" name="Rectangle 116">
            <a:extLst>
              <a:ext uri="{FF2B5EF4-FFF2-40B4-BE49-F238E27FC236}">
                <a16:creationId xmlns:a16="http://schemas.microsoft.com/office/drawing/2014/main" id="{3EE70FCF-AC4B-4DE8-8B46-74CCD41D15D5}"/>
              </a:ext>
            </a:extLst>
          </p:cNvPr>
          <p:cNvSpPr>
            <a:spLocks noChangeArrowheads="1"/>
          </p:cNvSpPr>
          <p:nvPr/>
        </p:nvSpPr>
        <p:spPr bwMode="auto">
          <a:xfrm>
            <a:off x="7169151" y="5338764"/>
            <a:ext cx="481013" cy="403225"/>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4</a:t>
            </a:r>
            <a:endParaRPr lang="en-IN" altLang="en-US"/>
          </a:p>
        </p:txBody>
      </p:sp>
      <p:sp>
        <p:nvSpPr>
          <p:cNvPr id="14385" name="Rectangle 117">
            <a:extLst>
              <a:ext uri="{FF2B5EF4-FFF2-40B4-BE49-F238E27FC236}">
                <a16:creationId xmlns:a16="http://schemas.microsoft.com/office/drawing/2014/main" id="{2EDFAF25-8570-47AB-8ED5-7495BC42992D}"/>
              </a:ext>
            </a:extLst>
          </p:cNvPr>
          <p:cNvSpPr>
            <a:spLocks noChangeArrowheads="1"/>
          </p:cNvSpPr>
          <p:nvPr/>
        </p:nvSpPr>
        <p:spPr bwMode="auto">
          <a:xfrm>
            <a:off x="7743826" y="5313364"/>
            <a:ext cx="519113" cy="403225"/>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1</a:t>
            </a:r>
            <a:endParaRPr lang="en-IN" altLang="en-US"/>
          </a:p>
        </p:txBody>
      </p:sp>
      <p:cxnSp>
        <p:nvCxnSpPr>
          <p:cNvPr id="14386" name="Straight Connector 126">
            <a:extLst>
              <a:ext uri="{FF2B5EF4-FFF2-40B4-BE49-F238E27FC236}">
                <a16:creationId xmlns:a16="http://schemas.microsoft.com/office/drawing/2014/main" id="{86C4ABB7-B306-40BD-BA08-0C1F63214299}"/>
              </a:ext>
            </a:extLst>
          </p:cNvPr>
          <p:cNvCxnSpPr>
            <a:cxnSpLocks noChangeShapeType="1"/>
            <a:stCxn id="14383" idx="4"/>
          </p:cNvCxnSpPr>
          <p:nvPr/>
        </p:nvCxnSpPr>
        <p:spPr bwMode="auto">
          <a:xfrm flipH="1">
            <a:off x="7315200" y="4759325"/>
            <a:ext cx="192088" cy="55403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4387" name="Straight Connector 128">
            <a:extLst>
              <a:ext uri="{FF2B5EF4-FFF2-40B4-BE49-F238E27FC236}">
                <a16:creationId xmlns:a16="http://schemas.microsoft.com/office/drawing/2014/main" id="{974D586C-ADB1-4F89-8074-38D817A09A96}"/>
              </a:ext>
            </a:extLst>
          </p:cNvPr>
          <p:cNvCxnSpPr>
            <a:cxnSpLocks noChangeShapeType="1"/>
            <a:stCxn id="14383" idx="4"/>
          </p:cNvCxnSpPr>
          <p:nvPr/>
        </p:nvCxnSpPr>
        <p:spPr bwMode="auto">
          <a:xfrm>
            <a:off x="7507288" y="4759325"/>
            <a:ext cx="304800" cy="55403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4388" name="Oval 129">
            <a:extLst>
              <a:ext uri="{FF2B5EF4-FFF2-40B4-BE49-F238E27FC236}">
                <a16:creationId xmlns:a16="http://schemas.microsoft.com/office/drawing/2014/main" id="{1E786BCE-0D57-4E70-AE46-E7BFDA14FA03}"/>
              </a:ext>
            </a:extLst>
          </p:cNvPr>
          <p:cNvSpPr>
            <a:spLocks noChangeArrowheads="1"/>
          </p:cNvSpPr>
          <p:nvPr/>
        </p:nvSpPr>
        <p:spPr bwMode="auto">
          <a:xfrm>
            <a:off x="8382000" y="4267201"/>
            <a:ext cx="609600" cy="568325"/>
          </a:xfrm>
          <a:prstGeom prst="ellipse">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sp>
        <p:nvSpPr>
          <p:cNvPr id="14389" name="Oval 130">
            <a:extLst>
              <a:ext uri="{FF2B5EF4-FFF2-40B4-BE49-F238E27FC236}">
                <a16:creationId xmlns:a16="http://schemas.microsoft.com/office/drawing/2014/main" id="{A049E9DB-2539-41F2-BA0A-85915B076A4B}"/>
              </a:ext>
            </a:extLst>
          </p:cNvPr>
          <p:cNvSpPr>
            <a:spLocks noChangeArrowheads="1"/>
          </p:cNvSpPr>
          <p:nvPr/>
        </p:nvSpPr>
        <p:spPr bwMode="auto">
          <a:xfrm>
            <a:off x="9677400" y="4313239"/>
            <a:ext cx="609600" cy="568325"/>
          </a:xfrm>
          <a:prstGeom prst="ellipse">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sp>
        <p:nvSpPr>
          <p:cNvPr id="14390" name="Rectangle 131">
            <a:extLst>
              <a:ext uri="{FF2B5EF4-FFF2-40B4-BE49-F238E27FC236}">
                <a16:creationId xmlns:a16="http://schemas.microsoft.com/office/drawing/2014/main" id="{5D984855-3176-4F1C-99A0-E3AFDD27978E}"/>
              </a:ext>
            </a:extLst>
          </p:cNvPr>
          <p:cNvSpPr>
            <a:spLocks noChangeArrowheads="1"/>
          </p:cNvSpPr>
          <p:nvPr/>
        </p:nvSpPr>
        <p:spPr bwMode="auto">
          <a:xfrm>
            <a:off x="8320088" y="5334001"/>
            <a:ext cx="519112" cy="403225"/>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3</a:t>
            </a:r>
            <a:endParaRPr lang="en-IN" altLang="en-US"/>
          </a:p>
        </p:txBody>
      </p:sp>
      <p:sp>
        <p:nvSpPr>
          <p:cNvPr id="14391" name="Rectangle 132">
            <a:extLst>
              <a:ext uri="{FF2B5EF4-FFF2-40B4-BE49-F238E27FC236}">
                <a16:creationId xmlns:a16="http://schemas.microsoft.com/office/drawing/2014/main" id="{A440D7DA-D099-48EC-ADDE-575B4CA37C75}"/>
              </a:ext>
            </a:extLst>
          </p:cNvPr>
          <p:cNvSpPr>
            <a:spLocks noChangeArrowheads="1"/>
          </p:cNvSpPr>
          <p:nvPr/>
        </p:nvSpPr>
        <p:spPr bwMode="auto">
          <a:xfrm>
            <a:off x="8915401" y="5334001"/>
            <a:ext cx="519113" cy="403225"/>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22</a:t>
            </a:r>
            <a:endParaRPr lang="en-IN" altLang="en-US"/>
          </a:p>
        </p:txBody>
      </p:sp>
      <p:sp>
        <p:nvSpPr>
          <p:cNvPr id="14392" name="Rectangle 133">
            <a:extLst>
              <a:ext uri="{FF2B5EF4-FFF2-40B4-BE49-F238E27FC236}">
                <a16:creationId xmlns:a16="http://schemas.microsoft.com/office/drawing/2014/main" id="{9D204161-5B0F-4389-9899-72BF045B63EB}"/>
              </a:ext>
            </a:extLst>
          </p:cNvPr>
          <p:cNvSpPr>
            <a:spLocks noChangeArrowheads="1"/>
          </p:cNvSpPr>
          <p:nvPr/>
        </p:nvSpPr>
        <p:spPr bwMode="auto">
          <a:xfrm>
            <a:off x="9463088" y="5334001"/>
            <a:ext cx="519112" cy="403225"/>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20</a:t>
            </a:r>
            <a:endParaRPr lang="en-IN" altLang="en-US"/>
          </a:p>
        </p:txBody>
      </p:sp>
      <p:sp>
        <p:nvSpPr>
          <p:cNvPr id="14393" name="Rectangle 134">
            <a:extLst>
              <a:ext uri="{FF2B5EF4-FFF2-40B4-BE49-F238E27FC236}">
                <a16:creationId xmlns:a16="http://schemas.microsoft.com/office/drawing/2014/main" id="{04FBBB67-33B2-4F88-A73A-E66DA27D0AB9}"/>
              </a:ext>
            </a:extLst>
          </p:cNvPr>
          <p:cNvSpPr>
            <a:spLocks noChangeArrowheads="1"/>
          </p:cNvSpPr>
          <p:nvPr/>
        </p:nvSpPr>
        <p:spPr bwMode="auto">
          <a:xfrm>
            <a:off x="10058401" y="5311776"/>
            <a:ext cx="519113" cy="403225"/>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21</a:t>
            </a:r>
            <a:endParaRPr lang="en-IN" altLang="en-US"/>
          </a:p>
        </p:txBody>
      </p:sp>
      <p:cxnSp>
        <p:nvCxnSpPr>
          <p:cNvPr id="14394" name="Straight Connector 136">
            <a:extLst>
              <a:ext uri="{FF2B5EF4-FFF2-40B4-BE49-F238E27FC236}">
                <a16:creationId xmlns:a16="http://schemas.microsoft.com/office/drawing/2014/main" id="{FC39308A-832F-4F69-A717-8B42F3A39DA0}"/>
              </a:ext>
            </a:extLst>
          </p:cNvPr>
          <p:cNvCxnSpPr>
            <a:cxnSpLocks noChangeShapeType="1"/>
            <a:stCxn id="14388" idx="4"/>
            <a:endCxn id="14390" idx="0"/>
          </p:cNvCxnSpPr>
          <p:nvPr/>
        </p:nvCxnSpPr>
        <p:spPr bwMode="auto">
          <a:xfrm flipH="1">
            <a:off x="8580438" y="4835526"/>
            <a:ext cx="106362" cy="49847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4395" name="Straight Connector 138">
            <a:extLst>
              <a:ext uri="{FF2B5EF4-FFF2-40B4-BE49-F238E27FC236}">
                <a16:creationId xmlns:a16="http://schemas.microsoft.com/office/drawing/2014/main" id="{07843AE1-A1DD-4D90-939B-935BEDFF247E}"/>
              </a:ext>
            </a:extLst>
          </p:cNvPr>
          <p:cNvCxnSpPr>
            <a:cxnSpLocks noChangeShapeType="1"/>
            <a:stCxn id="14388" idx="5"/>
            <a:endCxn id="14391" idx="0"/>
          </p:cNvCxnSpPr>
          <p:nvPr/>
        </p:nvCxnSpPr>
        <p:spPr bwMode="auto">
          <a:xfrm>
            <a:off x="8902701" y="4751388"/>
            <a:ext cx="271463" cy="58261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4396" name="Straight Connector 140">
            <a:extLst>
              <a:ext uri="{FF2B5EF4-FFF2-40B4-BE49-F238E27FC236}">
                <a16:creationId xmlns:a16="http://schemas.microsoft.com/office/drawing/2014/main" id="{E54FA319-A46F-4B57-A6A8-6677B67C3023}"/>
              </a:ext>
            </a:extLst>
          </p:cNvPr>
          <p:cNvCxnSpPr>
            <a:cxnSpLocks noChangeShapeType="1"/>
            <a:stCxn id="14389" idx="4"/>
          </p:cNvCxnSpPr>
          <p:nvPr/>
        </p:nvCxnSpPr>
        <p:spPr bwMode="auto">
          <a:xfrm flipH="1">
            <a:off x="9605964" y="4881563"/>
            <a:ext cx="376237" cy="43021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4397" name="Straight Connector 142">
            <a:extLst>
              <a:ext uri="{FF2B5EF4-FFF2-40B4-BE49-F238E27FC236}">
                <a16:creationId xmlns:a16="http://schemas.microsoft.com/office/drawing/2014/main" id="{F2D8A133-34A5-4256-9CFE-0D69723FB699}"/>
              </a:ext>
            </a:extLst>
          </p:cNvPr>
          <p:cNvCxnSpPr>
            <a:cxnSpLocks noChangeShapeType="1"/>
            <a:stCxn id="14389" idx="4"/>
            <a:endCxn id="14393" idx="0"/>
          </p:cNvCxnSpPr>
          <p:nvPr/>
        </p:nvCxnSpPr>
        <p:spPr bwMode="auto">
          <a:xfrm>
            <a:off x="9982201" y="4881563"/>
            <a:ext cx="334963" cy="43021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4398" name="Straight Connector 144">
            <a:extLst>
              <a:ext uri="{FF2B5EF4-FFF2-40B4-BE49-F238E27FC236}">
                <a16:creationId xmlns:a16="http://schemas.microsoft.com/office/drawing/2014/main" id="{464076AC-6413-4AC0-AE78-C3182663CA27}"/>
              </a:ext>
            </a:extLst>
          </p:cNvPr>
          <p:cNvCxnSpPr>
            <a:cxnSpLocks noChangeShapeType="1"/>
            <a:endCxn id="14388" idx="0"/>
          </p:cNvCxnSpPr>
          <p:nvPr/>
        </p:nvCxnSpPr>
        <p:spPr bwMode="auto">
          <a:xfrm flipH="1">
            <a:off x="8686800" y="3684588"/>
            <a:ext cx="273050" cy="58261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4399" name="Straight Connector 146">
            <a:extLst>
              <a:ext uri="{FF2B5EF4-FFF2-40B4-BE49-F238E27FC236}">
                <a16:creationId xmlns:a16="http://schemas.microsoft.com/office/drawing/2014/main" id="{64708EC4-250C-4A7E-B515-EFE1E97B9B41}"/>
              </a:ext>
            </a:extLst>
          </p:cNvPr>
          <p:cNvCxnSpPr>
            <a:cxnSpLocks noChangeShapeType="1"/>
            <a:endCxn id="14389" idx="0"/>
          </p:cNvCxnSpPr>
          <p:nvPr/>
        </p:nvCxnSpPr>
        <p:spPr bwMode="auto">
          <a:xfrm>
            <a:off x="9296400" y="3735388"/>
            <a:ext cx="685800" cy="5778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4400" name="TextBox 152">
            <a:extLst>
              <a:ext uri="{FF2B5EF4-FFF2-40B4-BE49-F238E27FC236}">
                <a16:creationId xmlns:a16="http://schemas.microsoft.com/office/drawing/2014/main" id="{6895CC7F-6121-432D-AEEE-EE6389485360}"/>
              </a:ext>
            </a:extLst>
          </p:cNvPr>
          <p:cNvSpPr txBox="1">
            <a:spLocks noChangeArrowheads="1"/>
          </p:cNvSpPr>
          <p:nvPr/>
        </p:nvSpPr>
        <p:spPr bwMode="auto">
          <a:xfrm>
            <a:off x="1638300" y="3714750"/>
            <a:ext cx="439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10</a:t>
            </a:r>
            <a:endParaRPr lang="en-IN" altLang="en-US"/>
          </a:p>
        </p:txBody>
      </p:sp>
      <p:sp>
        <p:nvSpPr>
          <p:cNvPr id="14401" name="TextBox 153">
            <a:extLst>
              <a:ext uri="{FF2B5EF4-FFF2-40B4-BE49-F238E27FC236}">
                <a16:creationId xmlns:a16="http://schemas.microsoft.com/office/drawing/2014/main" id="{E6BF0C6D-0835-46F3-A600-26A181459EAA}"/>
              </a:ext>
            </a:extLst>
          </p:cNvPr>
          <p:cNvSpPr txBox="1">
            <a:spLocks noChangeArrowheads="1"/>
          </p:cNvSpPr>
          <p:nvPr/>
        </p:nvSpPr>
        <p:spPr bwMode="auto">
          <a:xfrm>
            <a:off x="3673475" y="3897314"/>
            <a:ext cx="3127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9</a:t>
            </a:r>
            <a:endParaRPr lang="en-IN" altLang="en-US"/>
          </a:p>
        </p:txBody>
      </p:sp>
      <p:sp>
        <p:nvSpPr>
          <p:cNvPr id="14402" name="TextBox 154">
            <a:extLst>
              <a:ext uri="{FF2B5EF4-FFF2-40B4-BE49-F238E27FC236}">
                <a16:creationId xmlns:a16="http://schemas.microsoft.com/office/drawing/2014/main" id="{A28A4E35-E2DF-40FD-8C04-BB5C6AE0EB96}"/>
              </a:ext>
            </a:extLst>
          </p:cNvPr>
          <p:cNvSpPr txBox="1">
            <a:spLocks noChangeArrowheads="1"/>
          </p:cNvSpPr>
          <p:nvPr/>
        </p:nvSpPr>
        <p:spPr bwMode="auto">
          <a:xfrm>
            <a:off x="2225676" y="2895600"/>
            <a:ext cx="441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10</a:t>
            </a:r>
            <a:endParaRPr lang="en-IN" altLang="en-US"/>
          </a:p>
        </p:txBody>
      </p:sp>
      <p:sp>
        <p:nvSpPr>
          <p:cNvPr id="14403" name="TextBox 155">
            <a:extLst>
              <a:ext uri="{FF2B5EF4-FFF2-40B4-BE49-F238E27FC236}">
                <a16:creationId xmlns:a16="http://schemas.microsoft.com/office/drawing/2014/main" id="{1FB14DF2-6AEE-466D-AC6D-FC821D839853}"/>
              </a:ext>
            </a:extLst>
          </p:cNvPr>
          <p:cNvSpPr txBox="1">
            <a:spLocks noChangeArrowheads="1"/>
          </p:cNvSpPr>
          <p:nvPr/>
        </p:nvSpPr>
        <p:spPr bwMode="auto">
          <a:xfrm>
            <a:off x="4133851" y="3871913"/>
            <a:ext cx="4413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14</a:t>
            </a:r>
            <a:endParaRPr lang="en-IN" altLang="en-US"/>
          </a:p>
        </p:txBody>
      </p:sp>
      <p:sp>
        <p:nvSpPr>
          <p:cNvPr id="14404" name="TextBox 156">
            <a:extLst>
              <a:ext uri="{FF2B5EF4-FFF2-40B4-BE49-F238E27FC236}">
                <a16:creationId xmlns:a16="http://schemas.microsoft.com/office/drawing/2014/main" id="{DC8A7143-0006-4318-979B-FF511C3FA15D}"/>
              </a:ext>
            </a:extLst>
          </p:cNvPr>
          <p:cNvSpPr txBox="1">
            <a:spLocks noChangeArrowheads="1"/>
          </p:cNvSpPr>
          <p:nvPr/>
        </p:nvSpPr>
        <p:spPr bwMode="auto">
          <a:xfrm>
            <a:off x="5249864" y="3808414"/>
            <a:ext cx="4413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13</a:t>
            </a:r>
            <a:endParaRPr lang="en-IN" altLang="en-US"/>
          </a:p>
        </p:txBody>
      </p:sp>
      <p:sp>
        <p:nvSpPr>
          <p:cNvPr id="14405" name="TextBox 157">
            <a:extLst>
              <a:ext uri="{FF2B5EF4-FFF2-40B4-BE49-F238E27FC236}">
                <a16:creationId xmlns:a16="http://schemas.microsoft.com/office/drawing/2014/main" id="{AE73D67E-2104-48F0-BF63-E5C587D87157}"/>
              </a:ext>
            </a:extLst>
          </p:cNvPr>
          <p:cNvSpPr txBox="1">
            <a:spLocks noChangeArrowheads="1"/>
          </p:cNvSpPr>
          <p:nvPr/>
        </p:nvSpPr>
        <p:spPr bwMode="auto">
          <a:xfrm>
            <a:off x="4830764" y="2716214"/>
            <a:ext cx="4413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14</a:t>
            </a:r>
            <a:endParaRPr lang="en-IN" altLang="en-US"/>
          </a:p>
        </p:txBody>
      </p:sp>
      <p:sp>
        <p:nvSpPr>
          <p:cNvPr id="14406" name="TextBox 158">
            <a:extLst>
              <a:ext uri="{FF2B5EF4-FFF2-40B4-BE49-F238E27FC236}">
                <a16:creationId xmlns:a16="http://schemas.microsoft.com/office/drawing/2014/main" id="{28F5E6B7-3520-4902-9DEC-5BB15C38342C}"/>
              </a:ext>
            </a:extLst>
          </p:cNvPr>
          <p:cNvSpPr txBox="1">
            <a:spLocks noChangeArrowheads="1"/>
          </p:cNvSpPr>
          <p:nvPr/>
        </p:nvSpPr>
        <p:spPr bwMode="auto">
          <a:xfrm>
            <a:off x="6262689" y="3849688"/>
            <a:ext cx="3127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2</a:t>
            </a:r>
            <a:endParaRPr lang="en-IN" altLang="en-US"/>
          </a:p>
        </p:txBody>
      </p:sp>
      <p:sp>
        <p:nvSpPr>
          <p:cNvPr id="14407" name="TextBox 159">
            <a:extLst>
              <a:ext uri="{FF2B5EF4-FFF2-40B4-BE49-F238E27FC236}">
                <a16:creationId xmlns:a16="http://schemas.microsoft.com/office/drawing/2014/main" id="{F61C0BB5-7844-4B48-AC34-6B7FE7FB1069}"/>
              </a:ext>
            </a:extLst>
          </p:cNvPr>
          <p:cNvSpPr txBox="1">
            <a:spLocks noChangeArrowheads="1"/>
          </p:cNvSpPr>
          <p:nvPr/>
        </p:nvSpPr>
        <p:spPr bwMode="auto">
          <a:xfrm>
            <a:off x="7483475" y="3867150"/>
            <a:ext cx="312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1</a:t>
            </a:r>
            <a:endParaRPr lang="en-IN" altLang="en-US"/>
          </a:p>
        </p:txBody>
      </p:sp>
      <p:sp>
        <p:nvSpPr>
          <p:cNvPr id="14408" name="TextBox 160">
            <a:extLst>
              <a:ext uri="{FF2B5EF4-FFF2-40B4-BE49-F238E27FC236}">
                <a16:creationId xmlns:a16="http://schemas.microsoft.com/office/drawing/2014/main" id="{D601609B-3B7D-46D9-8641-4027204DB421}"/>
              </a:ext>
            </a:extLst>
          </p:cNvPr>
          <p:cNvSpPr txBox="1">
            <a:spLocks noChangeArrowheads="1"/>
          </p:cNvSpPr>
          <p:nvPr/>
        </p:nvSpPr>
        <p:spPr bwMode="auto">
          <a:xfrm>
            <a:off x="6415089" y="2971800"/>
            <a:ext cx="3127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2</a:t>
            </a:r>
            <a:endParaRPr lang="en-IN" altLang="en-US"/>
          </a:p>
        </p:txBody>
      </p:sp>
      <p:sp>
        <p:nvSpPr>
          <p:cNvPr id="14409" name="TextBox 161">
            <a:extLst>
              <a:ext uri="{FF2B5EF4-FFF2-40B4-BE49-F238E27FC236}">
                <a16:creationId xmlns:a16="http://schemas.microsoft.com/office/drawing/2014/main" id="{1FAB36BC-5B41-4C8F-B116-A11922515DD0}"/>
              </a:ext>
            </a:extLst>
          </p:cNvPr>
          <p:cNvSpPr txBox="1">
            <a:spLocks noChangeArrowheads="1"/>
          </p:cNvSpPr>
          <p:nvPr/>
        </p:nvSpPr>
        <p:spPr bwMode="auto">
          <a:xfrm>
            <a:off x="6926264" y="1524000"/>
            <a:ext cx="3127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2</a:t>
            </a:r>
            <a:endParaRPr lang="en-IN" altLang="en-US"/>
          </a:p>
        </p:txBody>
      </p:sp>
      <p:sp>
        <p:nvSpPr>
          <p:cNvPr id="14410" name="TextBox 162">
            <a:extLst>
              <a:ext uri="{FF2B5EF4-FFF2-40B4-BE49-F238E27FC236}">
                <a16:creationId xmlns:a16="http://schemas.microsoft.com/office/drawing/2014/main" id="{2B02DD60-32AD-4F14-8382-B3FA2A80E177}"/>
              </a:ext>
            </a:extLst>
          </p:cNvPr>
          <p:cNvSpPr txBox="1">
            <a:spLocks noChangeArrowheads="1"/>
          </p:cNvSpPr>
          <p:nvPr/>
        </p:nvSpPr>
        <p:spPr bwMode="auto">
          <a:xfrm>
            <a:off x="8145464" y="4002088"/>
            <a:ext cx="3127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3</a:t>
            </a:r>
            <a:endParaRPr lang="en-IN" altLang="en-US"/>
          </a:p>
        </p:txBody>
      </p:sp>
      <p:sp>
        <p:nvSpPr>
          <p:cNvPr id="14411" name="TextBox 163">
            <a:extLst>
              <a:ext uri="{FF2B5EF4-FFF2-40B4-BE49-F238E27FC236}">
                <a16:creationId xmlns:a16="http://schemas.microsoft.com/office/drawing/2014/main" id="{9B7FAEA2-A8B8-4FF8-84A2-93CBFC4A936E}"/>
              </a:ext>
            </a:extLst>
          </p:cNvPr>
          <p:cNvSpPr txBox="1">
            <a:spLocks noChangeArrowheads="1"/>
          </p:cNvSpPr>
          <p:nvPr/>
        </p:nvSpPr>
        <p:spPr bwMode="auto">
          <a:xfrm>
            <a:off x="9974264" y="4002088"/>
            <a:ext cx="4413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20</a:t>
            </a:r>
            <a:endParaRPr lang="en-IN" altLang="en-US"/>
          </a:p>
        </p:txBody>
      </p:sp>
      <p:sp>
        <p:nvSpPr>
          <p:cNvPr id="14412" name="TextBox 164">
            <a:extLst>
              <a:ext uri="{FF2B5EF4-FFF2-40B4-BE49-F238E27FC236}">
                <a16:creationId xmlns:a16="http://schemas.microsoft.com/office/drawing/2014/main" id="{DCEA0B80-F136-410E-8541-DF68FD1A7C42}"/>
              </a:ext>
            </a:extLst>
          </p:cNvPr>
          <p:cNvSpPr txBox="1">
            <a:spLocks noChangeArrowheads="1"/>
          </p:cNvSpPr>
          <p:nvPr/>
        </p:nvSpPr>
        <p:spPr bwMode="auto">
          <a:xfrm>
            <a:off x="9059864" y="2590800"/>
            <a:ext cx="441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20</a:t>
            </a:r>
            <a:endParaRPr lang="en-IN" altLang="en-US"/>
          </a:p>
        </p:txBody>
      </p:sp>
      <p:sp>
        <p:nvSpPr>
          <p:cNvPr id="14413" name="TextBox 165">
            <a:extLst>
              <a:ext uri="{FF2B5EF4-FFF2-40B4-BE49-F238E27FC236}">
                <a16:creationId xmlns:a16="http://schemas.microsoft.com/office/drawing/2014/main" id="{E578468D-46DA-42A8-9CA9-EBDBF09EFFDD}"/>
              </a:ext>
            </a:extLst>
          </p:cNvPr>
          <p:cNvSpPr txBox="1">
            <a:spLocks noChangeArrowheads="1"/>
          </p:cNvSpPr>
          <p:nvPr/>
        </p:nvSpPr>
        <p:spPr bwMode="auto">
          <a:xfrm>
            <a:off x="2987676" y="1676400"/>
            <a:ext cx="441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10</a:t>
            </a:r>
            <a:endParaRPr lang="en-IN" altLang="en-US"/>
          </a:p>
        </p:txBody>
      </p:sp>
      <p:sp>
        <p:nvSpPr>
          <p:cNvPr id="14414" name="Rectangle 166">
            <a:extLst>
              <a:ext uri="{FF2B5EF4-FFF2-40B4-BE49-F238E27FC236}">
                <a16:creationId xmlns:a16="http://schemas.microsoft.com/office/drawing/2014/main" id="{7DDE0D85-04AE-4F31-B2C2-579F6527D7B9}"/>
              </a:ext>
            </a:extLst>
          </p:cNvPr>
          <p:cNvSpPr>
            <a:spLocks noChangeArrowheads="1"/>
          </p:cNvSpPr>
          <p:nvPr/>
        </p:nvSpPr>
        <p:spPr bwMode="auto">
          <a:xfrm>
            <a:off x="7481888" y="336550"/>
            <a:ext cx="595312" cy="438150"/>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sp>
        <p:nvSpPr>
          <p:cNvPr id="14415" name="TextBox 167">
            <a:extLst>
              <a:ext uri="{FF2B5EF4-FFF2-40B4-BE49-F238E27FC236}">
                <a16:creationId xmlns:a16="http://schemas.microsoft.com/office/drawing/2014/main" id="{97CCAA15-B07E-41FB-9B94-3FA074823B7D}"/>
              </a:ext>
            </a:extLst>
          </p:cNvPr>
          <p:cNvSpPr txBox="1">
            <a:spLocks noChangeArrowheads="1"/>
          </p:cNvSpPr>
          <p:nvPr/>
        </p:nvSpPr>
        <p:spPr bwMode="auto">
          <a:xfrm>
            <a:off x="8218488" y="328613"/>
            <a:ext cx="6207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Max</a:t>
            </a:r>
            <a:endParaRPr lang="en-IN" altLang="en-US"/>
          </a:p>
        </p:txBody>
      </p:sp>
      <p:sp>
        <p:nvSpPr>
          <p:cNvPr id="14416" name="Oval 168">
            <a:extLst>
              <a:ext uri="{FF2B5EF4-FFF2-40B4-BE49-F238E27FC236}">
                <a16:creationId xmlns:a16="http://schemas.microsoft.com/office/drawing/2014/main" id="{1A8CE169-B7BF-4964-B557-2B329D337426}"/>
              </a:ext>
            </a:extLst>
          </p:cNvPr>
          <p:cNvSpPr>
            <a:spLocks noChangeArrowheads="1"/>
          </p:cNvSpPr>
          <p:nvPr/>
        </p:nvSpPr>
        <p:spPr bwMode="auto">
          <a:xfrm>
            <a:off x="7534275" y="955676"/>
            <a:ext cx="611188" cy="568325"/>
          </a:xfrm>
          <a:prstGeom prst="ellipse">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sp>
        <p:nvSpPr>
          <p:cNvPr id="14417" name="TextBox 169">
            <a:extLst>
              <a:ext uri="{FF2B5EF4-FFF2-40B4-BE49-F238E27FC236}">
                <a16:creationId xmlns:a16="http://schemas.microsoft.com/office/drawing/2014/main" id="{F92F980D-3A43-4148-AF51-075A79AA9F0B}"/>
              </a:ext>
            </a:extLst>
          </p:cNvPr>
          <p:cNvSpPr txBox="1">
            <a:spLocks noChangeArrowheads="1"/>
          </p:cNvSpPr>
          <p:nvPr/>
        </p:nvSpPr>
        <p:spPr bwMode="auto">
          <a:xfrm>
            <a:off x="8342313" y="1100139"/>
            <a:ext cx="5572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Min</a:t>
            </a:r>
            <a:endParaRPr lang="en-IN" altLang="en-US"/>
          </a:p>
        </p:txBody>
      </p:sp>
      <p:cxnSp>
        <p:nvCxnSpPr>
          <p:cNvPr id="3" name="Straight Connector 2">
            <a:extLst>
              <a:ext uri="{FF2B5EF4-FFF2-40B4-BE49-F238E27FC236}">
                <a16:creationId xmlns:a16="http://schemas.microsoft.com/office/drawing/2014/main" id="{47B60CED-C12D-463C-9F82-52DB266786D6}"/>
              </a:ext>
            </a:extLst>
          </p:cNvPr>
          <p:cNvCxnSpPr>
            <a:cxnSpLocks noChangeShapeType="1"/>
          </p:cNvCxnSpPr>
          <p:nvPr/>
        </p:nvCxnSpPr>
        <p:spPr bwMode="auto">
          <a:xfrm flipH="1">
            <a:off x="2786063" y="3735388"/>
            <a:ext cx="201612" cy="3492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7" name="Straight Connector 6">
            <a:extLst>
              <a:ext uri="{FF2B5EF4-FFF2-40B4-BE49-F238E27FC236}">
                <a16:creationId xmlns:a16="http://schemas.microsoft.com/office/drawing/2014/main" id="{42CF5CC3-5E50-40D7-AACA-DA83C0F2CA4C}"/>
              </a:ext>
            </a:extLst>
          </p:cNvPr>
          <p:cNvCxnSpPr>
            <a:cxnSpLocks/>
          </p:cNvCxnSpPr>
          <p:nvPr/>
        </p:nvCxnSpPr>
        <p:spPr bwMode="auto">
          <a:xfrm flipH="1">
            <a:off x="1912938" y="4808539"/>
            <a:ext cx="163512" cy="50323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1" name="Straight Connector 10">
            <a:extLst>
              <a:ext uri="{FF2B5EF4-FFF2-40B4-BE49-F238E27FC236}">
                <a16:creationId xmlns:a16="http://schemas.microsoft.com/office/drawing/2014/main" id="{26E08911-2130-4093-A499-720C3955637B}"/>
              </a:ext>
            </a:extLst>
          </p:cNvPr>
          <p:cNvCxnSpPr>
            <a:cxnSpLocks noChangeShapeType="1"/>
          </p:cNvCxnSpPr>
          <p:nvPr/>
        </p:nvCxnSpPr>
        <p:spPr bwMode="auto">
          <a:xfrm flipH="1">
            <a:off x="4862513" y="3808413"/>
            <a:ext cx="112712" cy="3429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 name="Straight Connector 12">
            <a:extLst>
              <a:ext uri="{FF2B5EF4-FFF2-40B4-BE49-F238E27FC236}">
                <a16:creationId xmlns:a16="http://schemas.microsoft.com/office/drawing/2014/main" id="{3129A66A-2862-4F4B-870E-1AAB556E3E1C}"/>
              </a:ext>
            </a:extLst>
          </p:cNvPr>
          <p:cNvCxnSpPr>
            <a:cxnSpLocks/>
          </p:cNvCxnSpPr>
          <p:nvPr/>
        </p:nvCxnSpPr>
        <p:spPr bwMode="auto">
          <a:xfrm flipH="1">
            <a:off x="6827839" y="3724276"/>
            <a:ext cx="238125" cy="51911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6" name="Straight Connector 15">
            <a:extLst>
              <a:ext uri="{FF2B5EF4-FFF2-40B4-BE49-F238E27FC236}">
                <a16:creationId xmlns:a16="http://schemas.microsoft.com/office/drawing/2014/main" id="{A44A61B7-6E26-4DA3-AF02-8D5959A668CD}"/>
              </a:ext>
            </a:extLst>
          </p:cNvPr>
          <p:cNvCxnSpPr>
            <a:cxnSpLocks/>
          </p:cNvCxnSpPr>
          <p:nvPr/>
        </p:nvCxnSpPr>
        <p:spPr bwMode="auto">
          <a:xfrm>
            <a:off x="9174164" y="3808414"/>
            <a:ext cx="549275" cy="50482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9" name="Straight Connector 18">
            <a:extLst>
              <a:ext uri="{FF2B5EF4-FFF2-40B4-BE49-F238E27FC236}">
                <a16:creationId xmlns:a16="http://schemas.microsoft.com/office/drawing/2014/main" id="{576F1412-C980-47FB-8337-4D29C64DF5CE}"/>
              </a:ext>
            </a:extLst>
          </p:cNvPr>
          <p:cNvCxnSpPr>
            <a:cxnSpLocks noChangeShapeType="1"/>
          </p:cNvCxnSpPr>
          <p:nvPr/>
        </p:nvCxnSpPr>
        <p:spPr bwMode="auto">
          <a:xfrm flipH="1">
            <a:off x="3556000" y="2581275"/>
            <a:ext cx="260350" cy="4841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1" name="Straight Connector 20">
            <a:extLst>
              <a:ext uri="{FF2B5EF4-FFF2-40B4-BE49-F238E27FC236}">
                <a16:creationId xmlns:a16="http://schemas.microsoft.com/office/drawing/2014/main" id="{A5A55B77-594C-4C93-A838-FFF40B1D8C30}"/>
              </a:ext>
            </a:extLst>
          </p:cNvPr>
          <p:cNvCxnSpPr>
            <a:cxnSpLocks noChangeShapeType="1"/>
          </p:cNvCxnSpPr>
          <p:nvPr/>
        </p:nvCxnSpPr>
        <p:spPr bwMode="auto">
          <a:xfrm flipH="1">
            <a:off x="7169150" y="2827339"/>
            <a:ext cx="153988" cy="33813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3" name="Straight Connector 22">
            <a:extLst>
              <a:ext uri="{FF2B5EF4-FFF2-40B4-BE49-F238E27FC236}">
                <a16:creationId xmlns:a16="http://schemas.microsoft.com/office/drawing/2014/main" id="{CDB5A015-AC93-4432-B309-E9346B839712}"/>
              </a:ext>
            </a:extLst>
          </p:cNvPr>
          <p:cNvCxnSpPr>
            <a:cxnSpLocks noChangeShapeType="1"/>
          </p:cNvCxnSpPr>
          <p:nvPr/>
        </p:nvCxnSpPr>
        <p:spPr bwMode="auto">
          <a:xfrm flipH="1">
            <a:off x="4456113" y="1284288"/>
            <a:ext cx="595312" cy="762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4400">
                                            <p:txEl>
                                              <p:pRg st="0" end="0"/>
                                            </p:txEl>
                                          </p:spTgt>
                                        </p:tgtEl>
                                        <p:attrNameLst>
                                          <p:attrName>style.visibility</p:attrName>
                                        </p:attrNameLst>
                                      </p:cBhvr>
                                      <p:to>
                                        <p:strVal val="visible"/>
                                      </p:to>
                                    </p:set>
                                    <p:anim calcmode="lin" valueType="num">
                                      <p:cBhvr additive="base">
                                        <p:cTn id="7" dur="500" fill="hold"/>
                                        <p:tgtEl>
                                          <p:spTgt spid="1440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40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4401">
                                            <p:txEl>
                                              <p:pRg st="0" end="0"/>
                                            </p:txEl>
                                          </p:spTgt>
                                        </p:tgtEl>
                                        <p:attrNameLst>
                                          <p:attrName>style.visibility</p:attrName>
                                        </p:attrNameLst>
                                      </p:cBhvr>
                                      <p:to>
                                        <p:strVal val="visible"/>
                                      </p:to>
                                    </p:set>
                                    <p:anim calcmode="lin" valueType="num">
                                      <p:cBhvr additive="base">
                                        <p:cTn id="13" dur="500" fill="hold"/>
                                        <p:tgtEl>
                                          <p:spTgt spid="14401">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40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4403">
                                            <p:txEl>
                                              <p:pRg st="0" end="0"/>
                                            </p:txEl>
                                          </p:spTgt>
                                        </p:tgtEl>
                                        <p:attrNameLst>
                                          <p:attrName>style.visibility</p:attrName>
                                        </p:attrNameLst>
                                      </p:cBhvr>
                                      <p:to>
                                        <p:strVal val="visible"/>
                                      </p:to>
                                    </p:set>
                                    <p:anim calcmode="lin" valueType="num">
                                      <p:cBhvr additive="base">
                                        <p:cTn id="19" dur="500" fill="hold"/>
                                        <p:tgtEl>
                                          <p:spTgt spid="14403">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40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6" presetClass="entr" presetSubtype="21" fill="hold" nodeType="clickEffect">
                                  <p:stCondLst>
                                    <p:cond delay="0"/>
                                  </p:stCondLst>
                                  <p:childTnLst>
                                    <p:set>
                                      <p:cBhvr>
                                        <p:cTn id="24" dur="1" fill="hold">
                                          <p:stCondLst>
                                            <p:cond delay="0"/>
                                          </p:stCondLst>
                                        </p:cTn>
                                        <p:tgtEl>
                                          <p:spTgt spid="14404">
                                            <p:txEl>
                                              <p:pRg st="0" end="0"/>
                                            </p:txEl>
                                          </p:spTgt>
                                        </p:tgtEl>
                                        <p:attrNameLst>
                                          <p:attrName>style.visibility</p:attrName>
                                        </p:attrNameLst>
                                      </p:cBhvr>
                                      <p:to>
                                        <p:strVal val="visible"/>
                                      </p:to>
                                    </p:set>
                                    <p:animEffect transition="in" filter="barn(inVertical)">
                                      <p:cBhvr>
                                        <p:cTn id="25" dur="500"/>
                                        <p:tgtEl>
                                          <p:spTgt spid="14404">
                                            <p:txEl>
                                              <p:pRg st="0" end="0"/>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4" fill="hold" nodeType="clickEffect">
                                  <p:stCondLst>
                                    <p:cond delay="0"/>
                                  </p:stCondLst>
                                  <p:childTnLst>
                                    <p:set>
                                      <p:cBhvr>
                                        <p:cTn id="29" dur="1" fill="hold">
                                          <p:stCondLst>
                                            <p:cond delay="0"/>
                                          </p:stCondLst>
                                        </p:cTn>
                                        <p:tgtEl>
                                          <p:spTgt spid="14406">
                                            <p:txEl>
                                              <p:pRg st="0" end="0"/>
                                            </p:txEl>
                                          </p:spTgt>
                                        </p:tgtEl>
                                        <p:attrNameLst>
                                          <p:attrName>style.visibility</p:attrName>
                                        </p:attrNameLst>
                                      </p:cBhvr>
                                      <p:to>
                                        <p:strVal val="visible"/>
                                      </p:to>
                                    </p:set>
                                    <p:animEffect transition="in" filter="wipe(down)">
                                      <p:cBhvr>
                                        <p:cTn id="30" dur="500"/>
                                        <p:tgtEl>
                                          <p:spTgt spid="14406">
                                            <p:txEl>
                                              <p:pRg st="0" end="0"/>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6" presetClass="entr" presetSubtype="16" fill="hold" nodeType="clickEffect">
                                  <p:stCondLst>
                                    <p:cond delay="0"/>
                                  </p:stCondLst>
                                  <p:childTnLst>
                                    <p:set>
                                      <p:cBhvr>
                                        <p:cTn id="34" dur="1" fill="hold">
                                          <p:stCondLst>
                                            <p:cond delay="0"/>
                                          </p:stCondLst>
                                        </p:cTn>
                                        <p:tgtEl>
                                          <p:spTgt spid="14407">
                                            <p:txEl>
                                              <p:pRg st="0" end="0"/>
                                            </p:txEl>
                                          </p:spTgt>
                                        </p:tgtEl>
                                        <p:attrNameLst>
                                          <p:attrName>style.visibility</p:attrName>
                                        </p:attrNameLst>
                                      </p:cBhvr>
                                      <p:to>
                                        <p:strVal val="visible"/>
                                      </p:to>
                                    </p:set>
                                    <p:animEffect transition="in" filter="circle(in)">
                                      <p:cBhvr>
                                        <p:cTn id="35" dur="2000"/>
                                        <p:tgtEl>
                                          <p:spTgt spid="14407">
                                            <p:txEl>
                                              <p:pRg st="0" end="0"/>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4" fill="hold" nodeType="clickEffect">
                                  <p:stCondLst>
                                    <p:cond delay="0"/>
                                  </p:stCondLst>
                                  <p:childTnLst>
                                    <p:set>
                                      <p:cBhvr>
                                        <p:cTn id="39" dur="1" fill="hold">
                                          <p:stCondLst>
                                            <p:cond delay="0"/>
                                          </p:stCondLst>
                                        </p:cTn>
                                        <p:tgtEl>
                                          <p:spTgt spid="14410">
                                            <p:txEl>
                                              <p:pRg st="0" end="0"/>
                                            </p:txEl>
                                          </p:spTgt>
                                        </p:tgtEl>
                                        <p:attrNameLst>
                                          <p:attrName>style.visibility</p:attrName>
                                        </p:attrNameLst>
                                      </p:cBhvr>
                                      <p:to>
                                        <p:strVal val="visible"/>
                                      </p:to>
                                    </p:set>
                                    <p:anim calcmode="lin" valueType="num">
                                      <p:cBhvr additive="base">
                                        <p:cTn id="40" dur="500" fill="hold"/>
                                        <p:tgtEl>
                                          <p:spTgt spid="14410">
                                            <p:txEl>
                                              <p:pRg st="0" end="0"/>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144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 presetClass="entr" presetSubtype="4" fill="hold" nodeType="clickEffect">
                                  <p:stCondLst>
                                    <p:cond delay="0"/>
                                  </p:stCondLst>
                                  <p:childTnLst>
                                    <p:set>
                                      <p:cBhvr>
                                        <p:cTn id="45" dur="1" fill="hold">
                                          <p:stCondLst>
                                            <p:cond delay="0"/>
                                          </p:stCondLst>
                                        </p:cTn>
                                        <p:tgtEl>
                                          <p:spTgt spid="14411">
                                            <p:txEl>
                                              <p:pRg st="0" end="0"/>
                                            </p:txEl>
                                          </p:spTgt>
                                        </p:tgtEl>
                                        <p:attrNameLst>
                                          <p:attrName>style.visibility</p:attrName>
                                        </p:attrNameLst>
                                      </p:cBhvr>
                                      <p:to>
                                        <p:strVal val="visible"/>
                                      </p:to>
                                    </p:set>
                                    <p:anim calcmode="lin" valueType="num">
                                      <p:cBhvr additive="base">
                                        <p:cTn id="46" dur="500" fill="hold"/>
                                        <p:tgtEl>
                                          <p:spTgt spid="14411">
                                            <p:txEl>
                                              <p:pRg st="0" end="0"/>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144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2" presetClass="entr" presetSubtype="4" fill="hold" nodeType="clickEffect">
                                  <p:stCondLst>
                                    <p:cond delay="0"/>
                                  </p:stCondLst>
                                  <p:childTnLst>
                                    <p:set>
                                      <p:cBhvr>
                                        <p:cTn id="51" dur="1" fill="hold">
                                          <p:stCondLst>
                                            <p:cond delay="0"/>
                                          </p:stCondLst>
                                        </p:cTn>
                                        <p:tgtEl>
                                          <p:spTgt spid="14402">
                                            <p:txEl>
                                              <p:pRg st="0" end="0"/>
                                            </p:txEl>
                                          </p:spTgt>
                                        </p:tgtEl>
                                        <p:attrNameLst>
                                          <p:attrName>style.visibility</p:attrName>
                                        </p:attrNameLst>
                                      </p:cBhvr>
                                      <p:to>
                                        <p:strVal val="visible"/>
                                      </p:to>
                                    </p:set>
                                    <p:anim calcmode="lin" valueType="num">
                                      <p:cBhvr additive="base">
                                        <p:cTn id="52" dur="500" fill="hold"/>
                                        <p:tgtEl>
                                          <p:spTgt spid="14402">
                                            <p:txEl>
                                              <p:pRg st="0" end="0"/>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1440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4" fill="hold" nodeType="clickPar">
                      <p:stCondLst>
                        <p:cond delay="indefinite"/>
                      </p:stCondLst>
                      <p:childTnLst>
                        <p:par>
                          <p:cTn id="55" fill="hold" nodeType="withGroup">
                            <p:stCondLst>
                              <p:cond delay="0"/>
                            </p:stCondLst>
                            <p:childTnLst>
                              <p:par>
                                <p:cTn id="56" presetID="42" presetClass="entr" presetSubtype="0" fill="hold" nodeType="clickEffect">
                                  <p:stCondLst>
                                    <p:cond delay="0"/>
                                  </p:stCondLst>
                                  <p:childTnLst>
                                    <p:set>
                                      <p:cBhvr>
                                        <p:cTn id="57" dur="1" fill="hold">
                                          <p:stCondLst>
                                            <p:cond delay="0"/>
                                          </p:stCondLst>
                                        </p:cTn>
                                        <p:tgtEl>
                                          <p:spTgt spid="3"/>
                                        </p:tgtEl>
                                        <p:attrNameLst>
                                          <p:attrName>style.visibility</p:attrName>
                                        </p:attrNameLst>
                                      </p:cBhvr>
                                      <p:to>
                                        <p:strVal val="visible"/>
                                      </p:to>
                                    </p:set>
                                    <p:animEffect transition="in" filter="fade">
                                      <p:cBhvr>
                                        <p:cTn id="58" dur="1000"/>
                                        <p:tgtEl>
                                          <p:spTgt spid="3"/>
                                        </p:tgtEl>
                                      </p:cBhvr>
                                    </p:animEffect>
                                    <p:anim calcmode="lin" valueType="num">
                                      <p:cBhvr>
                                        <p:cTn id="59" dur="1000" fill="hold"/>
                                        <p:tgtEl>
                                          <p:spTgt spid="3"/>
                                        </p:tgtEl>
                                        <p:attrNameLst>
                                          <p:attrName>ppt_x</p:attrName>
                                        </p:attrNameLst>
                                      </p:cBhvr>
                                      <p:tavLst>
                                        <p:tav tm="0">
                                          <p:val>
                                            <p:strVal val="#ppt_x"/>
                                          </p:val>
                                        </p:tav>
                                        <p:tav tm="100000">
                                          <p:val>
                                            <p:strVal val="#ppt_x"/>
                                          </p:val>
                                        </p:tav>
                                      </p:tavLst>
                                    </p:anim>
                                    <p:anim calcmode="lin" valueType="num">
                                      <p:cBhvr>
                                        <p:cTn id="60"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42" presetClass="entr" presetSubtype="0" fill="hold" nodeType="clickEffect">
                                  <p:stCondLst>
                                    <p:cond delay="0"/>
                                  </p:stCondLst>
                                  <p:childTnLst>
                                    <p:set>
                                      <p:cBhvr>
                                        <p:cTn id="64" dur="1" fill="hold">
                                          <p:stCondLst>
                                            <p:cond delay="0"/>
                                          </p:stCondLst>
                                        </p:cTn>
                                        <p:tgtEl>
                                          <p:spTgt spid="7"/>
                                        </p:tgtEl>
                                        <p:attrNameLst>
                                          <p:attrName>style.visibility</p:attrName>
                                        </p:attrNameLst>
                                      </p:cBhvr>
                                      <p:to>
                                        <p:strVal val="visible"/>
                                      </p:to>
                                    </p:set>
                                    <p:animEffect transition="in" filter="fade">
                                      <p:cBhvr>
                                        <p:cTn id="65" dur="1000"/>
                                        <p:tgtEl>
                                          <p:spTgt spid="7"/>
                                        </p:tgtEl>
                                      </p:cBhvr>
                                    </p:animEffect>
                                    <p:anim calcmode="lin" valueType="num">
                                      <p:cBhvr>
                                        <p:cTn id="66" dur="1000" fill="hold"/>
                                        <p:tgtEl>
                                          <p:spTgt spid="7"/>
                                        </p:tgtEl>
                                        <p:attrNameLst>
                                          <p:attrName>ppt_x</p:attrName>
                                        </p:attrNameLst>
                                      </p:cBhvr>
                                      <p:tavLst>
                                        <p:tav tm="0">
                                          <p:val>
                                            <p:strVal val="#ppt_x"/>
                                          </p:val>
                                        </p:tav>
                                        <p:tav tm="100000">
                                          <p:val>
                                            <p:strVal val="#ppt_x"/>
                                          </p:val>
                                        </p:tav>
                                      </p:tavLst>
                                    </p:anim>
                                    <p:anim calcmode="lin" valueType="num">
                                      <p:cBhvr>
                                        <p:cTn id="6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68" fill="hold" nodeType="clickPar">
                      <p:stCondLst>
                        <p:cond delay="indefinite"/>
                      </p:stCondLst>
                      <p:childTnLst>
                        <p:par>
                          <p:cTn id="69" fill="hold" nodeType="withGroup">
                            <p:stCondLst>
                              <p:cond delay="0"/>
                            </p:stCondLst>
                            <p:childTnLst>
                              <p:par>
                                <p:cTn id="70" presetID="2" presetClass="entr" presetSubtype="4" fill="hold" nodeType="clickEffect">
                                  <p:stCondLst>
                                    <p:cond delay="0"/>
                                  </p:stCondLst>
                                  <p:childTnLst>
                                    <p:set>
                                      <p:cBhvr>
                                        <p:cTn id="71" dur="1" fill="hold">
                                          <p:stCondLst>
                                            <p:cond delay="0"/>
                                          </p:stCondLst>
                                        </p:cTn>
                                        <p:tgtEl>
                                          <p:spTgt spid="14405">
                                            <p:txEl>
                                              <p:pRg st="0" end="0"/>
                                            </p:txEl>
                                          </p:spTgt>
                                        </p:tgtEl>
                                        <p:attrNameLst>
                                          <p:attrName>style.visibility</p:attrName>
                                        </p:attrNameLst>
                                      </p:cBhvr>
                                      <p:to>
                                        <p:strVal val="visible"/>
                                      </p:to>
                                    </p:set>
                                    <p:anim calcmode="lin" valueType="num">
                                      <p:cBhvr additive="base">
                                        <p:cTn id="72" dur="500" fill="hold"/>
                                        <p:tgtEl>
                                          <p:spTgt spid="14405">
                                            <p:txEl>
                                              <p:pRg st="0" end="0"/>
                                            </p:txEl>
                                          </p:spTgt>
                                        </p:tgtEl>
                                        <p:attrNameLst>
                                          <p:attrName>ppt_x</p:attrName>
                                        </p:attrNameLst>
                                      </p:cBhvr>
                                      <p:tavLst>
                                        <p:tav tm="0">
                                          <p:val>
                                            <p:strVal val="#ppt_x"/>
                                          </p:val>
                                        </p:tav>
                                        <p:tav tm="100000">
                                          <p:val>
                                            <p:strVal val="#ppt_x"/>
                                          </p:val>
                                        </p:tav>
                                      </p:tavLst>
                                    </p:anim>
                                    <p:anim calcmode="lin" valueType="num">
                                      <p:cBhvr additive="base">
                                        <p:cTn id="73" dur="500" fill="hold"/>
                                        <p:tgtEl>
                                          <p:spTgt spid="1440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74" fill="hold" nodeType="clickPar">
                      <p:stCondLst>
                        <p:cond delay="indefinite"/>
                      </p:stCondLst>
                      <p:childTnLst>
                        <p:par>
                          <p:cTn id="75" fill="hold" nodeType="withGroup">
                            <p:stCondLst>
                              <p:cond delay="0"/>
                            </p:stCondLst>
                            <p:childTnLst>
                              <p:par>
                                <p:cTn id="76" presetID="2" presetClass="entr" presetSubtype="4" fill="hold" nodeType="clickEffect">
                                  <p:stCondLst>
                                    <p:cond delay="0"/>
                                  </p:stCondLst>
                                  <p:childTnLst>
                                    <p:set>
                                      <p:cBhvr>
                                        <p:cTn id="77" dur="1" fill="hold">
                                          <p:stCondLst>
                                            <p:cond delay="0"/>
                                          </p:stCondLst>
                                        </p:cTn>
                                        <p:tgtEl>
                                          <p:spTgt spid="11"/>
                                        </p:tgtEl>
                                        <p:attrNameLst>
                                          <p:attrName>style.visibility</p:attrName>
                                        </p:attrNameLst>
                                      </p:cBhvr>
                                      <p:to>
                                        <p:strVal val="visible"/>
                                      </p:to>
                                    </p:set>
                                    <p:anim calcmode="lin" valueType="num">
                                      <p:cBhvr additive="base">
                                        <p:cTn id="78" dur="500" fill="hold"/>
                                        <p:tgtEl>
                                          <p:spTgt spid="11"/>
                                        </p:tgtEl>
                                        <p:attrNameLst>
                                          <p:attrName>ppt_x</p:attrName>
                                        </p:attrNameLst>
                                      </p:cBhvr>
                                      <p:tavLst>
                                        <p:tav tm="0">
                                          <p:val>
                                            <p:strVal val="#ppt_x"/>
                                          </p:val>
                                        </p:tav>
                                        <p:tav tm="100000">
                                          <p:val>
                                            <p:strVal val="#ppt_x"/>
                                          </p:val>
                                        </p:tav>
                                      </p:tavLst>
                                    </p:anim>
                                    <p:anim calcmode="lin" valueType="num">
                                      <p:cBhvr additive="base">
                                        <p:cTn id="79"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80" fill="hold" nodeType="clickPar">
                      <p:stCondLst>
                        <p:cond delay="indefinite"/>
                      </p:stCondLst>
                      <p:childTnLst>
                        <p:par>
                          <p:cTn id="81" fill="hold" nodeType="withGroup">
                            <p:stCondLst>
                              <p:cond delay="0"/>
                            </p:stCondLst>
                            <p:childTnLst>
                              <p:par>
                                <p:cTn id="82" presetID="2" presetClass="entr" presetSubtype="4" fill="hold" nodeType="clickEffect">
                                  <p:stCondLst>
                                    <p:cond delay="0"/>
                                  </p:stCondLst>
                                  <p:childTnLst>
                                    <p:set>
                                      <p:cBhvr>
                                        <p:cTn id="83" dur="1" fill="hold">
                                          <p:stCondLst>
                                            <p:cond delay="0"/>
                                          </p:stCondLst>
                                        </p:cTn>
                                        <p:tgtEl>
                                          <p:spTgt spid="14408">
                                            <p:txEl>
                                              <p:pRg st="0" end="0"/>
                                            </p:txEl>
                                          </p:spTgt>
                                        </p:tgtEl>
                                        <p:attrNameLst>
                                          <p:attrName>style.visibility</p:attrName>
                                        </p:attrNameLst>
                                      </p:cBhvr>
                                      <p:to>
                                        <p:strVal val="visible"/>
                                      </p:to>
                                    </p:set>
                                    <p:anim calcmode="lin" valueType="num">
                                      <p:cBhvr additive="base">
                                        <p:cTn id="84" dur="500" fill="hold"/>
                                        <p:tgtEl>
                                          <p:spTgt spid="14408">
                                            <p:txEl>
                                              <p:pRg st="0" end="0"/>
                                            </p:txEl>
                                          </p:spTgt>
                                        </p:tgtEl>
                                        <p:attrNameLst>
                                          <p:attrName>ppt_x</p:attrName>
                                        </p:attrNameLst>
                                      </p:cBhvr>
                                      <p:tavLst>
                                        <p:tav tm="0">
                                          <p:val>
                                            <p:strVal val="#ppt_x"/>
                                          </p:val>
                                        </p:tav>
                                        <p:tav tm="100000">
                                          <p:val>
                                            <p:strVal val="#ppt_x"/>
                                          </p:val>
                                        </p:tav>
                                      </p:tavLst>
                                    </p:anim>
                                    <p:anim calcmode="lin" valueType="num">
                                      <p:cBhvr additive="base">
                                        <p:cTn id="85" dur="500" fill="hold"/>
                                        <p:tgtEl>
                                          <p:spTgt spid="1440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86" fill="hold" nodeType="clickPar">
                      <p:stCondLst>
                        <p:cond delay="indefinite"/>
                      </p:stCondLst>
                      <p:childTnLst>
                        <p:par>
                          <p:cTn id="87" fill="hold" nodeType="withGroup">
                            <p:stCondLst>
                              <p:cond delay="0"/>
                            </p:stCondLst>
                            <p:childTnLst>
                              <p:par>
                                <p:cTn id="88" presetID="2" presetClass="entr" presetSubtype="4" fill="hold" nodeType="clickEffect">
                                  <p:stCondLst>
                                    <p:cond delay="0"/>
                                  </p:stCondLst>
                                  <p:childTnLst>
                                    <p:set>
                                      <p:cBhvr>
                                        <p:cTn id="89" dur="1" fill="hold">
                                          <p:stCondLst>
                                            <p:cond delay="0"/>
                                          </p:stCondLst>
                                        </p:cTn>
                                        <p:tgtEl>
                                          <p:spTgt spid="13"/>
                                        </p:tgtEl>
                                        <p:attrNameLst>
                                          <p:attrName>style.visibility</p:attrName>
                                        </p:attrNameLst>
                                      </p:cBhvr>
                                      <p:to>
                                        <p:strVal val="visible"/>
                                      </p:to>
                                    </p:set>
                                    <p:anim calcmode="lin" valueType="num">
                                      <p:cBhvr additive="base">
                                        <p:cTn id="90" dur="500" fill="hold"/>
                                        <p:tgtEl>
                                          <p:spTgt spid="13"/>
                                        </p:tgtEl>
                                        <p:attrNameLst>
                                          <p:attrName>ppt_x</p:attrName>
                                        </p:attrNameLst>
                                      </p:cBhvr>
                                      <p:tavLst>
                                        <p:tav tm="0">
                                          <p:val>
                                            <p:strVal val="#ppt_x"/>
                                          </p:val>
                                        </p:tav>
                                        <p:tav tm="100000">
                                          <p:val>
                                            <p:strVal val="#ppt_x"/>
                                          </p:val>
                                        </p:tav>
                                      </p:tavLst>
                                    </p:anim>
                                    <p:anim calcmode="lin" valueType="num">
                                      <p:cBhvr additive="base">
                                        <p:cTn id="91"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4" fill="hold" nodeType="clickEffect">
                                  <p:stCondLst>
                                    <p:cond delay="0"/>
                                  </p:stCondLst>
                                  <p:childTnLst>
                                    <p:set>
                                      <p:cBhvr>
                                        <p:cTn id="95" dur="1" fill="hold">
                                          <p:stCondLst>
                                            <p:cond delay="0"/>
                                          </p:stCondLst>
                                        </p:cTn>
                                        <p:tgtEl>
                                          <p:spTgt spid="14412">
                                            <p:txEl>
                                              <p:pRg st="0" end="0"/>
                                            </p:txEl>
                                          </p:spTgt>
                                        </p:tgtEl>
                                        <p:attrNameLst>
                                          <p:attrName>style.visibility</p:attrName>
                                        </p:attrNameLst>
                                      </p:cBhvr>
                                      <p:to>
                                        <p:strVal val="visible"/>
                                      </p:to>
                                    </p:set>
                                    <p:animEffect transition="in" filter="wipe(down)">
                                      <p:cBhvr>
                                        <p:cTn id="96" dur="500"/>
                                        <p:tgtEl>
                                          <p:spTgt spid="14412">
                                            <p:txEl>
                                              <p:pRg st="0" end="0"/>
                                            </p:txEl>
                                          </p:spTgt>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 presetClass="entr" presetSubtype="4" fill="hold" nodeType="clickEffect">
                                  <p:stCondLst>
                                    <p:cond delay="0"/>
                                  </p:stCondLst>
                                  <p:childTnLst>
                                    <p:set>
                                      <p:cBhvr>
                                        <p:cTn id="100" dur="1" fill="hold">
                                          <p:stCondLst>
                                            <p:cond delay="0"/>
                                          </p:stCondLst>
                                        </p:cTn>
                                        <p:tgtEl>
                                          <p:spTgt spid="16"/>
                                        </p:tgtEl>
                                        <p:attrNameLst>
                                          <p:attrName>style.visibility</p:attrName>
                                        </p:attrNameLst>
                                      </p:cBhvr>
                                      <p:to>
                                        <p:strVal val="visible"/>
                                      </p:to>
                                    </p:set>
                                    <p:anim calcmode="lin" valueType="num">
                                      <p:cBhvr additive="base">
                                        <p:cTn id="101" dur="500" fill="hold"/>
                                        <p:tgtEl>
                                          <p:spTgt spid="16"/>
                                        </p:tgtEl>
                                        <p:attrNameLst>
                                          <p:attrName>ppt_x</p:attrName>
                                        </p:attrNameLst>
                                      </p:cBhvr>
                                      <p:tavLst>
                                        <p:tav tm="0">
                                          <p:val>
                                            <p:strVal val="#ppt_x"/>
                                          </p:val>
                                        </p:tav>
                                        <p:tav tm="100000">
                                          <p:val>
                                            <p:strVal val="#ppt_x"/>
                                          </p:val>
                                        </p:tav>
                                      </p:tavLst>
                                    </p:anim>
                                    <p:anim calcmode="lin" valueType="num">
                                      <p:cBhvr additive="base">
                                        <p:cTn id="10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 presetClass="entr" presetSubtype="4" fill="hold" nodeType="clickEffect">
                                  <p:stCondLst>
                                    <p:cond delay="0"/>
                                  </p:stCondLst>
                                  <p:childTnLst>
                                    <p:set>
                                      <p:cBhvr>
                                        <p:cTn id="106" dur="1" fill="hold">
                                          <p:stCondLst>
                                            <p:cond delay="0"/>
                                          </p:stCondLst>
                                        </p:cTn>
                                        <p:tgtEl>
                                          <p:spTgt spid="14413">
                                            <p:txEl>
                                              <p:pRg st="0" end="0"/>
                                            </p:txEl>
                                          </p:spTgt>
                                        </p:tgtEl>
                                        <p:attrNameLst>
                                          <p:attrName>style.visibility</p:attrName>
                                        </p:attrNameLst>
                                      </p:cBhvr>
                                      <p:to>
                                        <p:strVal val="visible"/>
                                      </p:to>
                                    </p:set>
                                    <p:anim calcmode="lin" valueType="num">
                                      <p:cBhvr additive="base">
                                        <p:cTn id="107" dur="500" fill="hold"/>
                                        <p:tgtEl>
                                          <p:spTgt spid="14413">
                                            <p:txEl>
                                              <p:pRg st="0" end="0"/>
                                            </p:txEl>
                                          </p:spTgt>
                                        </p:tgtEl>
                                        <p:attrNameLst>
                                          <p:attrName>ppt_x</p:attrName>
                                        </p:attrNameLst>
                                      </p:cBhvr>
                                      <p:tavLst>
                                        <p:tav tm="0">
                                          <p:val>
                                            <p:strVal val="#ppt_x"/>
                                          </p:val>
                                        </p:tav>
                                        <p:tav tm="100000">
                                          <p:val>
                                            <p:strVal val="#ppt_x"/>
                                          </p:val>
                                        </p:tav>
                                      </p:tavLst>
                                    </p:anim>
                                    <p:anim calcmode="lin" valueType="num">
                                      <p:cBhvr additive="base">
                                        <p:cTn id="108" dur="500" fill="hold"/>
                                        <p:tgtEl>
                                          <p:spTgt spid="144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09" fill="hold" nodeType="clickPar">
                      <p:stCondLst>
                        <p:cond delay="indefinite"/>
                      </p:stCondLst>
                      <p:childTnLst>
                        <p:par>
                          <p:cTn id="110" fill="hold" nodeType="withGroup">
                            <p:stCondLst>
                              <p:cond delay="0"/>
                            </p:stCondLst>
                            <p:childTnLst>
                              <p:par>
                                <p:cTn id="111" presetID="6" presetClass="entr" presetSubtype="16" fill="hold" nodeType="clickEffect">
                                  <p:stCondLst>
                                    <p:cond delay="0"/>
                                  </p:stCondLst>
                                  <p:childTnLst>
                                    <p:set>
                                      <p:cBhvr>
                                        <p:cTn id="112" dur="1" fill="hold">
                                          <p:stCondLst>
                                            <p:cond delay="0"/>
                                          </p:stCondLst>
                                        </p:cTn>
                                        <p:tgtEl>
                                          <p:spTgt spid="19"/>
                                        </p:tgtEl>
                                        <p:attrNameLst>
                                          <p:attrName>style.visibility</p:attrName>
                                        </p:attrNameLst>
                                      </p:cBhvr>
                                      <p:to>
                                        <p:strVal val="visible"/>
                                      </p:to>
                                    </p:set>
                                    <p:animEffect transition="in" filter="circle(in)">
                                      <p:cBhvr>
                                        <p:cTn id="113" dur="2000"/>
                                        <p:tgtEl>
                                          <p:spTgt spid="19"/>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42" presetClass="entr" presetSubtype="0" fill="hold" nodeType="clickEffect">
                                  <p:stCondLst>
                                    <p:cond delay="0"/>
                                  </p:stCondLst>
                                  <p:childTnLst>
                                    <p:set>
                                      <p:cBhvr>
                                        <p:cTn id="117" dur="1" fill="hold">
                                          <p:stCondLst>
                                            <p:cond delay="0"/>
                                          </p:stCondLst>
                                        </p:cTn>
                                        <p:tgtEl>
                                          <p:spTgt spid="14409">
                                            <p:txEl>
                                              <p:pRg st="0" end="0"/>
                                            </p:txEl>
                                          </p:spTgt>
                                        </p:tgtEl>
                                        <p:attrNameLst>
                                          <p:attrName>style.visibility</p:attrName>
                                        </p:attrNameLst>
                                      </p:cBhvr>
                                      <p:to>
                                        <p:strVal val="visible"/>
                                      </p:to>
                                    </p:set>
                                    <p:animEffect transition="in" filter="fade">
                                      <p:cBhvr>
                                        <p:cTn id="118" dur="1000"/>
                                        <p:tgtEl>
                                          <p:spTgt spid="14409">
                                            <p:txEl>
                                              <p:pRg st="0" end="0"/>
                                            </p:txEl>
                                          </p:spTgt>
                                        </p:tgtEl>
                                      </p:cBhvr>
                                    </p:animEffect>
                                    <p:anim calcmode="lin" valueType="num">
                                      <p:cBhvr>
                                        <p:cTn id="119" dur="1000" fill="hold"/>
                                        <p:tgtEl>
                                          <p:spTgt spid="14409">
                                            <p:txEl>
                                              <p:pRg st="0" end="0"/>
                                            </p:txEl>
                                          </p:spTgt>
                                        </p:tgtEl>
                                        <p:attrNameLst>
                                          <p:attrName>ppt_x</p:attrName>
                                        </p:attrNameLst>
                                      </p:cBhvr>
                                      <p:tavLst>
                                        <p:tav tm="0">
                                          <p:val>
                                            <p:strVal val="#ppt_x"/>
                                          </p:val>
                                        </p:tav>
                                        <p:tav tm="100000">
                                          <p:val>
                                            <p:strVal val="#ppt_x"/>
                                          </p:val>
                                        </p:tav>
                                      </p:tavLst>
                                    </p:anim>
                                    <p:anim calcmode="lin" valueType="num">
                                      <p:cBhvr>
                                        <p:cTn id="120" dur="1000" fill="hold"/>
                                        <p:tgtEl>
                                          <p:spTgt spid="1440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21" fill="hold" nodeType="clickPar">
                      <p:stCondLst>
                        <p:cond delay="indefinite"/>
                      </p:stCondLst>
                      <p:childTnLst>
                        <p:par>
                          <p:cTn id="122" fill="hold" nodeType="withGroup">
                            <p:stCondLst>
                              <p:cond delay="0"/>
                            </p:stCondLst>
                            <p:childTnLst>
                              <p:par>
                                <p:cTn id="123" presetID="2" presetClass="entr" presetSubtype="4" fill="hold" nodeType="clickEffect">
                                  <p:stCondLst>
                                    <p:cond delay="0"/>
                                  </p:stCondLst>
                                  <p:childTnLst>
                                    <p:set>
                                      <p:cBhvr>
                                        <p:cTn id="124" dur="1" fill="hold">
                                          <p:stCondLst>
                                            <p:cond delay="0"/>
                                          </p:stCondLst>
                                        </p:cTn>
                                        <p:tgtEl>
                                          <p:spTgt spid="21"/>
                                        </p:tgtEl>
                                        <p:attrNameLst>
                                          <p:attrName>style.visibility</p:attrName>
                                        </p:attrNameLst>
                                      </p:cBhvr>
                                      <p:to>
                                        <p:strVal val="visible"/>
                                      </p:to>
                                    </p:set>
                                    <p:anim calcmode="lin" valueType="num">
                                      <p:cBhvr additive="base">
                                        <p:cTn id="125" dur="500" fill="hold"/>
                                        <p:tgtEl>
                                          <p:spTgt spid="21"/>
                                        </p:tgtEl>
                                        <p:attrNameLst>
                                          <p:attrName>ppt_x</p:attrName>
                                        </p:attrNameLst>
                                      </p:cBhvr>
                                      <p:tavLst>
                                        <p:tav tm="0">
                                          <p:val>
                                            <p:strVal val="#ppt_x"/>
                                          </p:val>
                                        </p:tav>
                                        <p:tav tm="100000">
                                          <p:val>
                                            <p:strVal val="#ppt_x"/>
                                          </p:val>
                                        </p:tav>
                                      </p:tavLst>
                                    </p:anim>
                                    <p:anim calcmode="lin" valueType="num">
                                      <p:cBhvr additive="base">
                                        <p:cTn id="126"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127" fill="hold" nodeType="clickPar">
                      <p:stCondLst>
                        <p:cond delay="indefinite"/>
                      </p:stCondLst>
                      <p:childTnLst>
                        <p:par>
                          <p:cTn id="128" fill="hold" nodeType="withGroup">
                            <p:stCondLst>
                              <p:cond delay="0"/>
                            </p:stCondLst>
                            <p:childTnLst>
                              <p:par>
                                <p:cTn id="129" presetID="42" presetClass="entr" presetSubtype="0" fill="hold" nodeType="clickEffect">
                                  <p:stCondLst>
                                    <p:cond delay="0"/>
                                  </p:stCondLst>
                                  <p:childTnLst>
                                    <p:set>
                                      <p:cBhvr>
                                        <p:cTn id="130" dur="1" fill="hold">
                                          <p:stCondLst>
                                            <p:cond delay="0"/>
                                          </p:stCondLst>
                                        </p:cTn>
                                        <p:tgtEl>
                                          <p:spTgt spid="14356">
                                            <p:txEl>
                                              <p:pRg st="0" end="0"/>
                                            </p:txEl>
                                          </p:spTgt>
                                        </p:tgtEl>
                                        <p:attrNameLst>
                                          <p:attrName>style.visibility</p:attrName>
                                        </p:attrNameLst>
                                      </p:cBhvr>
                                      <p:to>
                                        <p:strVal val="visible"/>
                                      </p:to>
                                    </p:set>
                                    <p:animEffect transition="in" filter="fade">
                                      <p:cBhvr>
                                        <p:cTn id="131" dur="1000"/>
                                        <p:tgtEl>
                                          <p:spTgt spid="14356">
                                            <p:txEl>
                                              <p:pRg st="0" end="0"/>
                                            </p:txEl>
                                          </p:spTgt>
                                        </p:tgtEl>
                                      </p:cBhvr>
                                    </p:animEffect>
                                    <p:anim calcmode="lin" valueType="num">
                                      <p:cBhvr>
                                        <p:cTn id="132" dur="1000" fill="hold"/>
                                        <p:tgtEl>
                                          <p:spTgt spid="14356">
                                            <p:txEl>
                                              <p:pRg st="0" end="0"/>
                                            </p:txEl>
                                          </p:spTgt>
                                        </p:tgtEl>
                                        <p:attrNameLst>
                                          <p:attrName>ppt_x</p:attrName>
                                        </p:attrNameLst>
                                      </p:cBhvr>
                                      <p:tavLst>
                                        <p:tav tm="0">
                                          <p:val>
                                            <p:strVal val="#ppt_x"/>
                                          </p:val>
                                        </p:tav>
                                        <p:tav tm="100000">
                                          <p:val>
                                            <p:strVal val="#ppt_x"/>
                                          </p:val>
                                        </p:tav>
                                      </p:tavLst>
                                    </p:anim>
                                    <p:anim calcmode="lin" valueType="num">
                                      <p:cBhvr>
                                        <p:cTn id="133" dur="1000" fill="hold"/>
                                        <p:tgtEl>
                                          <p:spTgt spid="1435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4" fill="hold" nodeType="clickPar">
                      <p:stCondLst>
                        <p:cond delay="indefinite"/>
                      </p:stCondLst>
                      <p:childTnLst>
                        <p:par>
                          <p:cTn id="135" fill="hold" nodeType="withGroup">
                            <p:stCondLst>
                              <p:cond delay="0"/>
                            </p:stCondLst>
                            <p:childTnLst>
                              <p:par>
                                <p:cTn id="136" presetID="42" presetClass="entr" presetSubtype="0" fill="hold" nodeType="clickEffect">
                                  <p:stCondLst>
                                    <p:cond delay="0"/>
                                  </p:stCondLst>
                                  <p:childTnLst>
                                    <p:set>
                                      <p:cBhvr>
                                        <p:cTn id="137" dur="1" fill="hold">
                                          <p:stCondLst>
                                            <p:cond delay="0"/>
                                          </p:stCondLst>
                                        </p:cTn>
                                        <p:tgtEl>
                                          <p:spTgt spid="23"/>
                                        </p:tgtEl>
                                        <p:attrNameLst>
                                          <p:attrName>style.visibility</p:attrName>
                                        </p:attrNameLst>
                                      </p:cBhvr>
                                      <p:to>
                                        <p:strVal val="visible"/>
                                      </p:to>
                                    </p:set>
                                    <p:animEffect transition="in" filter="fade">
                                      <p:cBhvr>
                                        <p:cTn id="138" dur="1000"/>
                                        <p:tgtEl>
                                          <p:spTgt spid="23"/>
                                        </p:tgtEl>
                                      </p:cBhvr>
                                    </p:animEffect>
                                    <p:anim calcmode="lin" valueType="num">
                                      <p:cBhvr>
                                        <p:cTn id="139" dur="1000" fill="hold"/>
                                        <p:tgtEl>
                                          <p:spTgt spid="23"/>
                                        </p:tgtEl>
                                        <p:attrNameLst>
                                          <p:attrName>ppt_x</p:attrName>
                                        </p:attrNameLst>
                                      </p:cBhvr>
                                      <p:tavLst>
                                        <p:tav tm="0">
                                          <p:val>
                                            <p:strVal val="#ppt_x"/>
                                          </p:val>
                                        </p:tav>
                                        <p:tav tm="100000">
                                          <p:val>
                                            <p:strVal val="#ppt_x"/>
                                          </p:val>
                                        </p:tav>
                                      </p:tavLst>
                                    </p:anim>
                                    <p:anim calcmode="lin" valueType="num">
                                      <p:cBhvr>
                                        <p:cTn id="140"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0CE9C837-CD71-4C91-A06B-8FE9682392A5}"/>
              </a:ext>
            </a:extLst>
          </p:cNvPr>
          <p:cNvSpPr>
            <a:spLocks noGrp="1" noChangeArrowheads="1"/>
          </p:cNvSpPr>
          <p:nvPr>
            <p:ph type="title" idx="4294967295"/>
          </p:nvPr>
        </p:nvSpPr>
        <p:spPr/>
        <p:txBody>
          <a:bodyPr/>
          <a:lstStyle/>
          <a:p>
            <a:pPr eaLnBrk="1" hangingPunct="1"/>
            <a:r>
              <a:rPr lang="en-US" altLang="en-US"/>
              <a:t>Minimax tree</a:t>
            </a:r>
          </a:p>
        </p:txBody>
      </p:sp>
      <p:sp>
        <p:nvSpPr>
          <p:cNvPr id="15363" name="AutoShape 4">
            <a:extLst>
              <a:ext uri="{FF2B5EF4-FFF2-40B4-BE49-F238E27FC236}">
                <a16:creationId xmlns:a16="http://schemas.microsoft.com/office/drawing/2014/main" id="{ED49E842-9FB4-44C6-94B9-D4D38DBA5F53}"/>
              </a:ext>
            </a:extLst>
          </p:cNvPr>
          <p:cNvSpPr>
            <a:spLocks noChangeArrowheads="1"/>
          </p:cNvSpPr>
          <p:nvPr/>
        </p:nvSpPr>
        <p:spPr bwMode="auto">
          <a:xfrm>
            <a:off x="6248400" y="16002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5364" name="AutoShape 5">
            <a:extLst>
              <a:ext uri="{FF2B5EF4-FFF2-40B4-BE49-F238E27FC236}">
                <a16:creationId xmlns:a16="http://schemas.microsoft.com/office/drawing/2014/main" id="{55E45473-A56F-4941-8B54-3EDF58BA31CB}"/>
              </a:ext>
            </a:extLst>
          </p:cNvPr>
          <p:cNvSpPr>
            <a:spLocks noChangeArrowheads="1"/>
          </p:cNvSpPr>
          <p:nvPr/>
        </p:nvSpPr>
        <p:spPr bwMode="auto">
          <a:xfrm rot="10800000">
            <a:off x="3581400" y="25908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5365" name="AutoShape 6">
            <a:extLst>
              <a:ext uri="{FF2B5EF4-FFF2-40B4-BE49-F238E27FC236}">
                <a16:creationId xmlns:a16="http://schemas.microsoft.com/office/drawing/2014/main" id="{3F7AA593-7C89-486A-AA39-27656B9F3178}"/>
              </a:ext>
            </a:extLst>
          </p:cNvPr>
          <p:cNvSpPr>
            <a:spLocks noChangeArrowheads="1"/>
          </p:cNvSpPr>
          <p:nvPr/>
        </p:nvSpPr>
        <p:spPr bwMode="auto">
          <a:xfrm rot="10800000">
            <a:off x="8534400" y="25908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5366" name="AutoShape 7">
            <a:extLst>
              <a:ext uri="{FF2B5EF4-FFF2-40B4-BE49-F238E27FC236}">
                <a16:creationId xmlns:a16="http://schemas.microsoft.com/office/drawing/2014/main" id="{BF9EE717-A93B-4013-917F-2E7AE63B1AE8}"/>
              </a:ext>
            </a:extLst>
          </p:cNvPr>
          <p:cNvSpPr>
            <a:spLocks noChangeArrowheads="1"/>
          </p:cNvSpPr>
          <p:nvPr/>
        </p:nvSpPr>
        <p:spPr bwMode="auto">
          <a:xfrm rot="10800000">
            <a:off x="6248400" y="25908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5367" name="Text Box 8">
            <a:extLst>
              <a:ext uri="{FF2B5EF4-FFF2-40B4-BE49-F238E27FC236}">
                <a16:creationId xmlns:a16="http://schemas.microsoft.com/office/drawing/2014/main" id="{85031299-8E3F-4CA4-952D-B0ACDA47F00D}"/>
              </a:ext>
            </a:extLst>
          </p:cNvPr>
          <p:cNvSpPr txBox="1">
            <a:spLocks noChangeArrowheads="1"/>
          </p:cNvSpPr>
          <p:nvPr/>
        </p:nvSpPr>
        <p:spPr bwMode="auto">
          <a:xfrm>
            <a:off x="1736725" y="1560513"/>
            <a:ext cx="615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Max</a:t>
            </a:r>
          </a:p>
        </p:txBody>
      </p:sp>
      <p:sp>
        <p:nvSpPr>
          <p:cNvPr id="15368" name="Text Box 9">
            <a:extLst>
              <a:ext uri="{FF2B5EF4-FFF2-40B4-BE49-F238E27FC236}">
                <a16:creationId xmlns:a16="http://schemas.microsoft.com/office/drawing/2014/main" id="{AE044FEF-36BE-45C1-9482-096604C3D9E0}"/>
              </a:ext>
            </a:extLst>
          </p:cNvPr>
          <p:cNvSpPr txBox="1">
            <a:spLocks noChangeArrowheads="1"/>
          </p:cNvSpPr>
          <p:nvPr/>
        </p:nvSpPr>
        <p:spPr bwMode="auto">
          <a:xfrm>
            <a:off x="1752600" y="5181601"/>
            <a:ext cx="552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Min</a:t>
            </a:r>
          </a:p>
        </p:txBody>
      </p:sp>
      <p:sp>
        <p:nvSpPr>
          <p:cNvPr id="15369" name="Text Box 10">
            <a:extLst>
              <a:ext uri="{FF2B5EF4-FFF2-40B4-BE49-F238E27FC236}">
                <a16:creationId xmlns:a16="http://schemas.microsoft.com/office/drawing/2014/main" id="{255B7730-AEB5-47F5-BD20-6E037F7ABDD2}"/>
              </a:ext>
            </a:extLst>
          </p:cNvPr>
          <p:cNvSpPr txBox="1">
            <a:spLocks noChangeArrowheads="1"/>
          </p:cNvSpPr>
          <p:nvPr/>
        </p:nvSpPr>
        <p:spPr bwMode="auto">
          <a:xfrm>
            <a:off x="1752600" y="3810001"/>
            <a:ext cx="615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Max</a:t>
            </a:r>
          </a:p>
        </p:txBody>
      </p:sp>
      <p:sp>
        <p:nvSpPr>
          <p:cNvPr id="15370" name="Text Box 11">
            <a:extLst>
              <a:ext uri="{FF2B5EF4-FFF2-40B4-BE49-F238E27FC236}">
                <a16:creationId xmlns:a16="http://schemas.microsoft.com/office/drawing/2014/main" id="{40D69324-F2AA-4EF1-970C-E0D54F1205CA}"/>
              </a:ext>
            </a:extLst>
          </p:cNvPr>
          <p:cNvSpPr txBox="1">
            <a:spLocks noChangeArrowheads="1"/>
          </p:cNvSpPr>
          <p:nvPr/>
        </p:nvSpPr>
        <p:spPr bwMode="auto">
          <a:xfrm>
            <a:off x="1752600" y="2590801"/>
            <a:ext cx="552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Min</a:t>
            </a:r>
          </a:p>
        </p:txBody>
      </p:sp>
      <p:sp>
        <p:nvSpPr>
          <p:cNvPr id="15371" name="AutoShape 12">
            <a:extLst>
              <a:ext uri="{FF2B5EF4-FFF2-40B4-BE49-F238E27FC236}">
                <a16:creationId xmlns:a16="http://schemas.microsoft.com/office/drawing/2014/main" id="{C5943559-C47E-4C20-B582-A1F056B05D9C}"/>
              </a:ext>
            </a:extLst>
          </p:cNvPr>
          <p:cNvSpPr>
            <a:spLocks noChangeArrowheads="1"/>
          </p:cNvSpPr>
          <p:nvPr/>
        </p:nvSpPr>
        <p:spPr bwMode="auto">
          <a:xfrm>
            <a:off x="92202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5372" name="AutoShape 13">
            <a:extLst>
              <a:ext uri="{FF2B5EF4-FFF2-40B4-BE49-F238E27FC236}">
                <a16:creationId xmlns:a16="http://schemas.microsoft.com/office/drawing/2014/main" id="{F98FFCF5-F882-4110-A52A-2C2DFEC8DC9F}"/>
              </a:ext>
            </a:extLst>
          </p:cNvPr>
          <p:cNvSpPr>
            <a:spLocks noChangeArrowheads="1"/>
          </p:cNvSpPr>
          <p:nvPr/>
        </p:nvSpPr>
        <p:spPr bwMode="auto">
          <a:xfrm>
            <a:off x="86868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5373" name="AutoShape 14">
            <a:extLst>
              <a:ext uri="{FF2B5EF4-FFF2-40B4-BE49-F238E27FC236}">
                <a16:creationId xmlns:a16="http://schemas.microsoft.com/office/drawing/2014/main" id="{93B4F4F4-37A3-45F4-B6F1-D5B8CD1FEFE2}"/>
              </a:ext>
            </a:extLst>
          </p:cNvPr>
          <p:cNvSpPr>
            <a:spLocks noChangeArrowheads="1"/>
          </p:cNvSpPr>
          <p:nvPr/>
        </p:nvSpPr>
        <p:spPr bwMode="auto">
          <a:xfrm>
            <a:off x="81534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5374" name="AutoShape 15">
            <a:extLst>
              <a:ext uri="{FF2B5EF4-FFF2-40B4-BE49-F238E27FC236}">
                <a16:creationId xmlns:a16="http://schemas.microsoft.com/office/drawing/2014/main" id="{DCA6012C-6AEF-4903-8F68-238D07CA106A}"/>
              </a:ext>
            </a:extLst>
          </p:cNvPr>
          <p:cNvSpPr>
            <a:spLocks noChangeArrowheads="1"/>
          </p:cNvSpPr>
          <p:nvPr/>
        </p:nvSpPr>
        <p:spPr bwMode="auto">
          <a:xfrm>
            <a:off x="66294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5375" name="AutoShape 16">
            <a:extLst>
              <a:ext uri="{FF2B5EF4-FFF2-40B4-BE49-F238E27FC236}">
                <a16:creationId xmlns:a16="http://schemas.microsoft.com/office/drawing/2014/main" id="{7F93AB5A-5013-4B47-8202-011EC2ABE878}"/>
              </a:ext>
            </a:extLst>
          </p:cNvPr>
          <p:cNvSpPr>
            <a:spLocks noChangeArrowheads="1"/>
          </p:cNvSpPr>
          <p:nvPr/>
        </p:nvSpPr>
        <p:spPr bwMode="auto">
          <a:xfrm>
            <a:off x="60198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5376" name="AutoShape 17">
            <a:extLst>
              <a:ext uri="{FF2B5EF4-FFF2-40B4-BE49-F238E27FC236}">
                <a16:creationId xmlns:a16="http://schemas.microsoft.com/office/drawing/2014/main" id="{55CFBBA0-26B4-40C7-B521-20811A759CD7}"/>
              </a:ext>
            </a:extLst>
          </p:cNvPr>
          <p:cNvSpPr>
            <a:spLocks noChangeArrowheads="1"/>
          </p:cNvSpPr>
          <p:nvPr/>
        </p:nvSpPr>
        <p:spPr bwMode="auto">
          <a:xfrm>
            <a:off x="54102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5377" name="AutoShape 18">
            <a:extLst>
              <a:ext uri="{FF2B5EF4-FFF2-40B4-BE49-F238E27FC236}">
                <a16:creationId xmlns:a16="http://schemas.microsoft.com/office/drawing/2014/main" id="{06984DEF-B22A-4AC3-8794-E44CD55737C7}"/>
              </a:ext>
            </a:extLst>
          </p:cNvPr>
          <p:cNvSpPr>
            <a:spLocks noChangeArrowheads="1"/>
          </p:cNvSpPr>
          <p:nvPr/>
        </p:nvSpPr>
        <p:spPr bwMode="auto">
          <a:xfrm>
            <a:off x="38862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5378" name="AutoShape 19">
            <a:extLst>
              <a:ext uri="{FF2B5EF4-FFF2-40B4-BE49-F238E27FC236}">
                <a16:creationId xmlns:a16="http://schemas.microsoft.com/office/drawing/2014/main" id="{1A45F325-67DC-451A-8EA1-159DE1C67587}"/>
              </a:ext>
            </a:extLst>
          </p:cNvPr>
          <p:cNvSpPr>
            <a:spLocks noChangeArrowheads="1"/>
          </p:cNvSpPr>
          <p:nvPr/>
        </p:nvSpPr>
        <p:spPr bwMode="auto">
          <a:xfrm>
            <a:off x="32004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5379" name="AutoShape 20">
            <a:extLst>
              <a:ext uri="{FF2B5EF4-FFF2-40B4-BE49-F238E27FC236}">
                <a16:creationId xmlns:a16="http://schemas.microsoft.com/office/drawing/2014/main" id="{8BA4FDEE-8CA0-48B9-B33C-6D0055A65CC5}"/>
              </a:ext>
            </a:extLst>
          </p:cNvPr>
          <p:cNvSpPr>
            <a:spLocks noChangeArrowheads="1"/>
          </p:cNvSpPr>
          <p:nvPr/>
        </p:nvSpPr>
        <p:spPr bwMode="auto">
          <a:xfrm>
            <a:off x="72390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5380" name="AutoShape 21">
            <a:extLst>
              <a:ext uri="{FF2B5EF4-FFF2-40B4-BE49-F238E27FC236}">
                <a16:creationId xmlns:a16="http://schemas.microsoft.com/office/drawing/2014/main" id="{273437C8-F584-4995-B826-D68959EB9BD4}"/>
              </a:ext>
            </a:extLst>
          </p:cNvPr>
          <p:cNvSpPr>
            <a:spLocks noChangeArrowheads="1"/>
          </p:cNvSpPr>
          <p:nvPr/>
        </p:nvSpPr>
        <p:spPr bwMode="auto">
          <a:xfrm rot="10800000">
            <a:off x="102108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5381" name="AutoShape 25">
            <a:extLst>
              <a:ext uri="{FF2B5EF4-FFF2-40B4-BE49-F238E27FC236}">
                <a16:creationId xmlns:a16="http://schemas.microsoft.com/office/drawing/2014/main" id="{F80D5237-CF2A-4516-B841-2BA21DC4F933}"/>
              </a:ext>
            </a:extLst>
          </p:cNvPr>
          <p:cNvSpPr>
            <a:spLocks noChangeArrowheads="1"/>
          </p:cNvSpPr>
          <p:nvPr/>
        </p:nvSpPr>
        <p:spPr bwMode="auto">
          <a:xfrm rot="10800000">
            <a:off x="78486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5382" name="AutoShape 26">
            <a:extLst>
              <a:ext uri="{FF2B5EF4-FFF2-40B4-BE49-F238E27FC236}">
                <a16:creationId xmlns:a16="http://schemas.microsoft.com/office/drawing/2014/main" id="{FDC01C32-20FA-40AA-8195-EB372A5F2DC4}"/>
              </a:ext>
            </a:extLst>
          </p:cNvPr>
          <p:cNvSpPr>
            <a:spLocks noChangeArrowheads="1"/>
          </p:cNvSpPr>
          <p:nvPr/>
        </p:nvSpPr>
        <p:spPr bwMode="auto">
          <a:xfrm rot="10800000">
            <a:off x="98298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5383" name="AutoShape 27">
            <a:extLst>
              <a:ext uri="{FF2B5EF4-FFF2-40B4-BE49-F238E27FC236}">
                <a16:creationId xmlns:a16="http://schemas.microsoft.com/office/drawing/2014/main" id="{E06FE24D-7EB7-4AC3-8272-89782E0C9514}"/>
              </a:ext>
            </a:extLst>
          </p:cNvPr>
          <p:cNvSpPr>
            <a:spLocks noChangeArrowheads="1"/>
          </p:cNvSpPr>
          <p:nvPr/>
        </p:nvSpPr>
        <p:spPr bwMode="auto">
          <a:xfrm rot="10800000">
            <a:off x="93726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5384" name="AutoShape 28">
            <a:extLst>
              <a:ext uri="{FF2B5EF4-FFF2-40B4-BE49-F238E27FC236}">
                <a16:creationId xmlns:a16="http://schemas.microsoft.com/office/drawing/2014/main" id="{6424D18B-EAF6-44DF-A633-6CC020824338}"/>
              </a:ext>
            </a:extLst>
          </p:cNvPr>
          <p:cNvSpPr>
            <a:spLocks noChangeArrowheads="1"/>
          </p:cNvSpPr>
          <p:nvPr/>
        </p:nvSpPr>
        <p:spPr bwMode="auto">
          <a:xfrm rot="10800000">
            <a:off x="89154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5385" name="AutoShape 29">
            <a:extLst>
              <a:ext uri="{FF2B5EF4-FFF2-40B4-BE49-F238E27FC236}">
                <a16:creationId xmlns:a16="http://schemas.microsoft.com/office/drawing/2014/main" id="{035A0A23-9BB9-45B9-AACE-6A1D59CA1582}"/>
              </a:ext>
            </a:extLst>
          </p:cNvPr>
          <p:cNvSpPr>
            <a:spLocks noChangeArrowheads="1"/>
          </p:cNvSpPr>
          <p:nvPr/>
        </p:nvSpPr>
        <p:spPr bwMode="auto">
          <a:xfrm rot="10800000">
            <a:off x="84582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5386" name="AutoShape 30">
            <a:extLst>
              <a:ext uri="{FF2B5EF4-FFF2-40B4-BE49-F238E27FC236}">
                <a16:creationId xmlns:a16="http://schemas.microsoft.com/office/drawing/2014/main" id="{D763C545-DD5B-4656-9F92-C6A9890D879F}"/>
              </a:ext>
            </a:extLst>
          </p:cNvPr>
          <p:cNvSpPr>
            <a:spLocks noChangeArrowheads="1"/>
          </p:cNvSpPr>
          <p:nvPr/>
        </p:nvSpPr>
        <p:spPr bwMode="auto">
          <a:xfrm rot="10800000">
            <a:off x="73914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5387" name="AutoShape 31">
            <a:extLst>
              <a:ext uri="{FF2B5EF4-FFF2-40B4-BE49-F238E27FC236}">
                <a16:creationId xmlns:a16="http://schemas.microsoft.com/office/drawing/2014/main" id="{ABBEFD88-85CD-404E-8D3F-4B4D8B38CEC0}"/>
              </a:ext>
            </a:extLst>
          </p:cNvPr>
          <p:cNvSpPr>
            <a:spLocks noChangeArrowheads="1"/>
          </p:cNvSpPr>
          <p:nvPr/>
        </p:nvSpPr>
        <p:spPr bwMode="auto">
          <a:xfrm rot="10800000">
            <a:off x="69342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5388" name="AutoShape 32">
            <a:extLst>
              <a:ext uri="{FF2B5EF4-FFF2-40B4-BE49-F238E27FC236}">
                <a16:creationId xmlns:a16="http://schemas.microsoft.com/office/drawing/2014/main" id="{DDAA2C7D-2E10-408D-B533-5ECFD5B23D18}"/>
              </a:ext>
            </a:extLst>
          </p:cNvPr>
          <p:cNvSpPr>
            <a:spLocks noChangeArrowheads="1"/>
          </p:cNvSpPr>
          <p:nvPr/>
        </p:nvSpPr>
        <p:spPr bwMode="auto">
          <a:xfrm rot="10800000">
            <a:off x="64770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5389" name="AutoShape 33">
            <a:extLst>
              <a:ext uri="{FF2B5EF4-FFF2-40B4-BE49-F238E27FC236}">
                <a16:creationId xmlns:a16="http://schemas.microsoft.com/office/drawing/2014/main" id="{1A0A8465-B90A-4879-A0C1-00B79AD6D3C2}"/>
              </a:ext>
            </a:extLst>
          </p:cNvPr>
          <p:cNvSpPr>
            <a:spLocks noChangeArrowheads="1"/>
          </p:cNvSpPr>
          <p:nvPr/>
        </p:nvSpPr>
        <p:spPr bwMode="auto">
          <a:xfrm rot="10800000">
            <a:off x="60198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5390" name="AutoShape 34">
            <a:extLst>
              <a:ext uri="{FF2B5EF4-FFF2-40B4-BE49-F238E27FC236}">
                <a16:creationId xmlns:a16="http://schemas.microsoft.com/office/drawing/2014/main" id="{708BBC10-02A5-42A3-B14E-65EC7494167E}"/>
              </a:ext>
            </a:extLst>
          </p:cNvPr>
          <p:cNvSpPr>
            <a:spLocks noChangeArrowheads="1"/>
          </p:cNvSpPr>
          <p:nvPr/>
        </p:nvSpPr>
        <p:spPr bwMode="auto">
          <a:xfrm rot="10800000">
            <a:off x="55626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5391" name="AutoShape 35">
            <a:extLst>
              <a:ext uri="{FF2B5EF4-FFF2-40B4-BE49-F238E27FC236}">
                <a16:creationId xmlns:a16="http://schemas.microsoft.com/office/drawing/2014/main" id="{3234CE47-F88B-4998-A403-C75EDFE80BD1}"/>
              </a:ext>
            </a:extLst>
          </p:cNvPr>
          <p:cNvSpPr>
            <a:spLocks noChangeArrowheads="1"/>
          </p:cNvSpPr>
          <p:nvPr/>
        </p:nvSpPr>
        <p:spPr bwMode="auto">
          <a:xfrm rot="10800000">
            <a:off x="51054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5392" name="AutoShape 36">
            <a:extLst>
              <a:ext uri="{FF2B5EF4-FFF2-40B4-BE49-F238E27FC236}">
                <a16:creationId xmlns:a16="http://schemas.microsoft.com/office/drawing/2014/main" id="{14FDCA14-0846-4760-9F63-383BE7D9C161}"/>
              </a:ext>
            </a:extLst>
          </p:cNvPr>
          <p:cNvSpPr>
            <a:spLocks noChangeArrowheads="1"/>
          </p:cNvSpPr>
          <p:nvPr/>
        </p:nvSpPr>
        <p:spPr bwMode="auto">
          <a:xfrm rot="10800000">
            <a:off x="42672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5393" name="AutoShape 37">
            <a:extLst>
              <a:ext uri="{FF2B5EF4-FFF2-40B4-BE49-F238E27FC236}">
                <a16:creationId xmlns:a16="http://schemas.microsoft.com/office/drawing/2014/main" id="{E7CA494E-2019-49E1-A810-932DA41ED7E1}"/>
              </a:ext>
            </a:extLst>
          </p:cNvPr>
          <p:cNvSpPr>
            <a:spLocks noChangeArrowheads="1"/>
          </p:cNvSpPr>
          <p:nvPr/>
        </p:nvSpPr>
        <p:spPr bwMode="auto">
          <a:xfrm rot="10800000">
            <a:off x="35814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5394" name="AutoShape 38">
            <a:extLst>
              <a:ext uri="{FF2B5EF4-FFF2-40B4-BE49-F238E27FC236}">
                <a16:creationId xmlns:a16="http://schemas.microsoft.com/office/drawing/2014/main" id="{79246348-558E-44E4-BDCC-0552EBF57809}"/>
              </a:ext>
            </a:extLst>
          </p:cNvPr>
          <p:cNvSpPr>
            <a:spLocks noChangeArrowheads="1"/>
          </p:cNvSpPr>
          <p:nvPr/>
        </p:nvSpPr>
        <p:spPr bwMode="auto">
          <a:xfrm rot="10800000">
            <a:off x="31242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5395" name="AutoShape 39">
            <a:extLst>
              <a:ext uri="{FF2B5EF4-FFF2-40B4-BE49-F238E27FC236}">
                <a16:creationId xmlns:a16="http://schemas.microsoft.com/office/drawing/2014/main" id="{A3EDDECA-59A2-414B-939B-9AA7600AD4AA}"/>
              </a:ext>
            </a:extLst>
          </p:cNvPr>
          <p:cNvSpPr>
            <a:spLocks noChangeArrowheads="1"/>
          </p:cNvSpPr>
          <p:nvPr/>
        </p:nvSpPr>
        <p:spPr bwMode="auto">
          <a:xfrm rot="10800000">
            <a:off x="26670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5396" name="Line 40">
            <a:extLst>
              <a:ext uri="{FF2B5EF4-FFF2-40B4-BE49-F238E27FC236}">
                <a16:creationId xmlns:a16="http://schemas.microsoft.com/office/drawing/2014/main" id="{DF9DE3F7-11AC-4079-857B-514B702567E8}"/>
              </a:ext>
            </a:extLst>
          </p:cNvPr>
          <p:cNvSpPr>
            <a:spLocks noChangeShapeType="1"/>
          </p:cNvSpPr>
          <p:nvPr/>
        </p:nvSpPr>
        <p:spPr bwMode="auto">
          <a:xfrm flipH="1">
            <a:off x="3810000" y="1981200"/>
            <a:ext cx="26670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5397" name="Line 41">
            <a:extLst>
              <a:ext uri="{FF2B5EF4-FFF2-40B4-BE49-F238E27FC236}">
                <a16:creationId xmlns:a16="http://schemas.microsoft.com/office/drawing/2014/main" id="{159151C1-BFF1-4E9D-A4C3-C74A06CB9BD9}"/>
              </a:ext>
            </a:extLst>
          </p:cNvPr>
          <p:cNvSpPr>
            <a:spLocks noChangeShapeType="1"/>
          </p:cNvSpPr>
          <p:nvPr/>
        </p:nvSpPr>
        <p:spPr bwMode="auto">
          <a:xfrm flipH="1">
            <a:off x="6477000" y="1981200"/>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5398" name="Line 42">
            <a:extLst>
              <a:ext uri="{FF2B5EF4-FFF2-40B4-BE49-F238E27FC236}">
                <a16:creationId xmlns:a16="http://schemas.microsoft.com/office/drawing/2014/main" id="{D8B943DC-F4FD-4745-B257-66C89105C9FA}"/>
              </a:ext>
            </a:extLst>
          </p:cNvPr>
          <p:cNvSpPr>
            <a:spLocks noChangeShapeType="1"/>
          </p:cNvSpPr>
          <p:nvPr/>
        </p:nvSpPr>
        <p:spPr bwMode="auto">
          <a:xfrm>
            <a:off x="6477000" y="1981200"/>
            <a:ext cx="22860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5399" name="Line 43">
            <a:extLst>
              <a:ext uri="{FF2B5EF4-FFF2-40B4-BE49-F238E27FC236}">
                <a16:creationId xmlns:a16="http://schemas.microsoft.com/office/drawing/2014/main" id="{A0F845DE-B211-48EB-A5BA-0145885E23B0}"/>
              </a:ext>
            </a:extLst>
          </p:cNvPr>
          <p:cNvSpPr>
            <a:spLocks noChangeShapeType="1"/>
          </p:cNvSpPr>
          <p:nvPr/>
        </p:nvSpPr>
        <p:spPr bwMode="auto">
          <a:xfrm flipH="1">
            <a:off x="3429000" y="2971800"/>
            <a:ext cx="3810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5400" name="Line 44">
            <a:extLst>
              <a:ext uri="{FF2B5EF4-FFF2-40B4-BE49-F238E27FC236}">
                <a16:creationId xmlns:a16="http://schemas.microsoft.com/office/drawing/2014/main" id="{63A55875-2BFC-48F6-A0CE-825859DF2853}"/>
              </a:ext>
            </a:extLst>
          </p:cNvPr>
          <p:cNvSpPr>
            <a:spLocks noChangeShapeType="1"/>
          </p:cNvSpPr>
          <p:nvPr/>
        </p:nvSpPr>
        <p:spPr bwMode="auto">
          <a:xfrm>
            <a:off x="3810000" y="2971800"/>
            <a:ext cx="3048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5401" name="Line 45">
            <a:extLst>
              <a:ext uri="{FF2B5EF4-FFF2-40B4-BE49-F238E27FC236}">
                <a16:creationId xmlns:a16="http://schemas.microsoft.com/office/drawing/2014/main" id="{EFBA9BE3-E451-4A95-976F-C2E3245A324A}"/>
              </a:ext>
            </a:extLst>
          </p:cNvPr>
          <p:cNvSpPr>
            <a:spLocks noChangeShapeType="1"/>
          </p:cNvSpPr>
          <p:nvPr/>
        </p:nvSpPr>
        <p:spPr bwMode="auto">
          <a:xfrm flipH="1">
            <a:off x="5638800" y="2971800"/>
            <a:ext cx="8382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5402" name="Line 46">
            <a:extLst>
              <a:ext uri="{FF2B5EF4-FFF2-40B4-BE49-F238E27FC236}">
                <a16:creationId xmlns:a16="http://schemas.microsoft.com/office/drawing/2014/main" id="{6F4B4FCC-A34B-4148-86AB-C3D438D6A5B1}"/>
              </a:ext>
            </a:extLst>
          </p:cNvPr>
          <p:cNvSpPr>
            <a:spLocks noChangeShapeType="1"/>
          </p:cNvSpPr>
          <p:nvPr/>
        </p:nvSpPr>
        <p:spPr bwMode="auto">
          <a:xfrm flipH="1">
            <a:off x="6248400" y="2971800"/>
            <a:ext cx="2286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5403" name="Line 47">
            <a:extLst>
              <a:ext uri="{FF2B5EF4-FFF2-40B4-BE49-F238E27FC236}">
                <a16:creationId xmlns:a16="http://schemas.microsoft.com/office/drawing/2014/main" id="{6220D70D-19A4-4C6B-91ED-963871581717}"/>
              </a:ext>
            </a:extLst>
          </p:cNvPr>
          <p:cNvSpPr>
            <a:spLocks noChangeShapeType="1"/>
          </p:cNvSpPr>
          <p:nvPr/>
        </p:nvSpPr>
        <p:spPr bwMode="auto">
          <a:xfrm>
            <a:off x="6477000" y="2971800"/>
            <a:ext cx="3810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5404" name="Line 48">
            <a:extLst>
              <a:ext uri="{FF2B5EF4-FFF2-40B4-BE49-F238E27FC236}">
                <a16:creationId xmlns:a16="http://schemas.microsoft.com/office/drawing/2014/main" id="{967DAA45-DFC4-476E-AD80-75AB5D8B2874}"/>
              </a:ext>
            </a:extLst>
          </p:cNvPr>
          <p:cNvSpPr>
            <a:spLocks noChangeShapeType="1"/>
          </p:cNvSpPr>
          <p:nvPr/>
        </p:nvSpPr>
        <p:spPr bwMode="auto">
          <a:xfrm>
            <a:off x="6477000" y="2971800"/>
            <a:ext cx="9906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5405" name="Line 49">
            <a:extLst>
              <a:ext uri="{FF2B5EF4-FFF2-40B4-BE49-F238E27FC236}">
                <a16:creationId xmlns:a16="http://schemas.microsoft.com/office/drawing/2014/main" id="{9DE6F574-085D-4B2D-B5A7-FA6B2CF858FB}"/>
              </a:ext>
            </a:extLst>
          </p:cNvPr>
          <p:cNvSpPr>
            <a:spLocks noChangeShapeType="1"/>
          </p:cNvSpPr>
          <p:nvPr/>
        </p:nvSpPr>
        <p:spPr bwMode="auto">
          <a:xfrm flipH="1">
            <a:off x="8382000" y="2971800"/>
            <a:ext cx="3810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5406" name="Line 50">
            <a:extLst>
              <a:ext uri="{FF2B5EF4-FFF2-40B4-BE49-F238E27FC236}">
                <a16:creationId xmlns:a16="http://schemas.microsoft.com/office/drawing/2014/main" id="{B82A4D79-FC43-45DF-A1A1-72EF782BC1EE}"/>
              </a:ext>
            </a:extLst>
          </p:cNvPr>
          <p:cNvSpPr>
            <a:spLocks noChangeShapeType="1"/>
          </p:cNvSpPr>
          <p:nvPr/>
        </p:nvSpPr>
        <p:spPr bwMode="auto">
          <a:xfrm>
            <a:off x="8763000" y="2971800"/>
            <a:ext cx="1524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5407" name="Line 51">
            <a:extLst>
              <a:ext uri="{FF2B5EF4-FFF2-40B4-BE49-F238E27FC236}">
                <a16:creationId xmlns:a16="http://schemas.microsoft.com/office/drawing/2014/main" id="{B28686EA-1017-4924-BBAC-D398ACCF89FA}"/>
              </a:ext>
            </a:extLst>
          </p:cNvPr>
          <p:cNvSpPr>
            <a:spLocks noChangeShapeType="1"/>
          </p:cNvSpPr>
          <p:nvPr/>
        </p:nvSpPr>
        <p:spPr bwMode="auto">
          <a:xfrm>
            <a:off x="8763000" y="2971800"/>
            <a:ext cx="6858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5408" name="Line 52">
            <a:extLst>
              <a:ext uri="{FF2B5EF4-FFF2-40B4-BE49-F238E27FC236}">
                <a16:creationId xmlns:a16="http://schemas.microsoft.com/office/drawing/2014/main" id="{1C1D4BAA-2E31-4E07-B6AE-6CE61CAA108A}"/>
              </a:ext>
            </a:extLst>
          </p:cNvPr>
          <p:cNvSpPr>
            <a:spLocks noChangeShapeType="1"/>
          </p:cNvSpPr>
          <p:nvPr/>
        </p:nvSpPr>
        <p:spPr bwMode="auto">
          <a:xfrm flipH="1">
            <a:off x="2895600" y="4038600"/>
            <a:ext cx="5334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5409" name="Line 53">
            <a:extLst>
              <a:ext uri="{FF2B5EF4-FFF2-40B4-BE49-F238E27FC236}">
                <a16:creationId xmlns:a16="http://schemas.microsoft.com/office/drawing/2014/main" id="{48F27EDC-95D5-465B-97AA-BEC04A6DFB58}"/>
              </a:ext>
            </a:extLst>
          </p:cNvPr>
          <p:cNvSpPr>
            <a:spLocks noChangeShapeType="1"/>
          </p:cNvSpPr>
          <p:nvPr/>
        </p:nvSpPr>
        <p:spPr bwMode="auto">
          <a:xfrm flipH="1">
            <a:off x="3352800" y="4038600"/>
            <a:ext cx="762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5410" name="Line 54">
            <a:extLst>
              <a:ext uri="{FF2B5EF4-FFF2-40B4-BE49-F238E27FC236}">
                <a16:creationId xmlns:a16="http://schemas.microsoft.com/office/drawing/2014/main" id="{F1FA6F25-8289-41B7-995E-5069AFBF4020}"/>
              </a:ext>
            </a:extLst>
          </p:cNvPr>
          <p:cNvSpPr>
            <a:spLocks noChangeShapeType="1"/>
          </p:cNvSpPr>
          <p:nvPr/>
        </p:nvSpPr>
        <p:spPr bwMode="auto">
          <a:xfrm>
            <a:off x="3429000" y="4038600"/>
            <a:ext cx="3810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5411" name="Line 55">
            <a:extLst>
              <a:ext uri="{FF2B5EF4-FFF2-40B4-BE49-F238E27FC236}">
                <a16:creationId xmlns:a16="http://schemas.microsoft.com/office/drawing/2014/main" id="{85EA5610-ABAA-4F70-8403-1B57A7F59B20}"/>
              </a:ext>
            </a:extLst>
          </p:cNvPr>
          <p:cNvSpPr>
            <a:spLocks noChangeShapeType="1"/>
          </p:cNvSpPr>
          <p:nvPr/>
        </p:nvSpPr>
        <p:spPr bwMode="auto">
          <a:xfrm>
            <a:off x="4114800" y="4038600"/>
            <a:ext cx="3810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5412" name="Line 56">
            <a:extLst>
              <a:ext uri="{FF2B5EF4-FFF2-40B4-BE49-F238E27FC236}">
                <a16:creationId xmlns:a16="http://schemas.microsoft.com/office/drawing/2014/main" id="{C356C8F5-A505-456D-BAC9-DD72785CB32F}"/>
              </a:ext>
            </a:extLst>
          </p:cNvPr>
          <p:cNvSpPr>
            <a:spLocks noChangeShapeType="1"/>
          </p:cNvSpPr>
          <p:nvPr/>
        </p:nvSpPr>
        <p:spPr bwMode="auto">
          <a:xfrm flipH="1">
            <a:off x="5334000" y="4038600"/>
            <a:ext cx="3048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5413" name="Line 57">
            <a:extLst>
              <a:ext uri="{FF2B5EF4-FFF2-40B4-BE49-F238E27FC236}">
                <a16:creationId xmlns:a16="http://schemas.microsoft.com/office/drawing/2014/main" id="{4613676E-4ADA-487B-AFD6-7E5509FB238F}"/>
              </a:ext>
            </a:extLst>
          </p:cNvPr>
          <p:cNvSpPr>
            <a:spLocks noChangeShapeType="1"/>
          </p:cNvSpPr>
          <p:nvPr/>
        </p:nvSpPr>
        <p:spPr bwMode="auto">
          <a:xfrm>
            <a:off x="9448800" y="4038600"/>
            <a:ext cx="6096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5414" name="Line 58">
            <a:extLst>
              <a:ext uri="{FF2B5EF4-FFF2-40B4-BE49-F238E27FC236}">
                <a16:creationId xmlns:a16="http://schemas.microsoft.com/office/drawing/2014/main" id="{24A65544-DD5A-4F4B-9BAD-096B818ABA0A}"/>
              </a:ext>
            </a:extLst>
          </p:cNvPr>
          <p:cNvSpPr>
            <a:spLocks noChangeShapeType="1"/>
          </p:cNvSpPr>
          <p:nvPr/>
        </p:nvSpPr>
        <p:spPr bwMode="auto">
          <a:xfrm>
            <a:off x="9448800" y="4038600"/>
            <a:ext cx="9906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5415" name="Line 59">
            <a:extLst>
              <a:ext uri="{FF2B5EF4-FFF2-40B4-BE49-F238E27FC236}">
                <a16:creationId xmlns:a16="http://schemas.microsoft.com/office/drawing/2014/main" id="{DBA2AA2B-EBEA-403F-B01A-79D35CF8B93A}"/>
              </a:ext>
            </a:extLst>
          </p:cNvPr>
          <p:cNvSpPr>
            <a:spLocks noChangeShapeType="1"/>
          </p:cNvSpPr>
          <p:nvPr/>
        </p:nvSpPr>
        <p:spPr bwMode="auto">
          <a:xfrm>
            <a:off x="8915400" y="4038600"/>
            <a:ext cx="6858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5416" name="Line 60">
            <a:extLst>
              <a:ext uri="{FF2B5EF4-FFF2-40B4-BE49-F238E27FC236}">
                <a16:creationId xmlns:a16="http://schemas.microsoft.com/office/drawing/2014/main" id="{BB945328-AAEC-486C-9228-A872D7384C42}"/>
              </a:ext>
            </a:extLst>
          </p:cNvPr>
          <p:cNvSpPr>
            <a:spLocks noChangeShapeType="1"/>
          </p:cNvSpPr>
          <p:nvPr/>
        </p:nvSpPr>
        <p:spPr bwMode="auto">
          <a:xfrm>
            <a:off x="8382000" y="4038600"/>
            <a:ext cx="7620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5417" name="Line 61">
            <a:extLst>
              <a:ext uri="{FF2B5EF4-FFF2-40B4-BE49-F238E27FC236}">
                <a16:creationId xmlns:a16="http://schemas.microsoft.com/office/drawing/2014/main" id="{F11B59DF-1283-4033-BE13-D33FDF29D1D3}"/>
              </a:ext>
            </a:extLst>
          </p:cNvPr>
          <p:cNvSpPr>
            <a:spLocks noChangeShapeType="1"/>
          </p:cNvSpPr>
          <p:nvPr/>
        </p:nvSpPr>
        <p:spPr bwMode="auto">
          <a:xfrm>
            <a:off x="8382000" y="4038600"/>
            <a:ext cx="3048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5418" name="Line 62">
            <a:extLst>
              <a:ext uri="{FF2B5EF4-FFF2-40B4-BE49-F238E27FC236}">
                <a16:creationId xmlns:a16="http://schemas.microsoft.com/office/drawing/2014/main" id="{8692CEB9-EF83-4CB7-B37F-6D78AE528C5C}"/>
              </a:ext>
            </a:extLst>
          </p:cNvPr>
          <p:cNvSpPr>
            <a:spLocks noChangeShapeType="1"/>
          </p:cNvSpPr>
          <p:nvPr/>
        </p:nvSpPr>
        <p:spPr bwMode="auto">
          <a:xfrm>
            <a:off x="6858000" y="4038600"/>
            <a:ext cx="12192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5419" name="Line 63">
            <a:extLst>
              <a:ext uri="{FF2B5EF4-FFF2-40B4-BE49-F238E27FC236}">
                <a16:creationId xmlns:a16="http://schemas.microsoft.com/office/drawing/2014/main" id="{CDE21B9C-50C5-4C0E-A9B4-868A4442824B}"/>
              </a:ext>
            </a:extLst>
          </p:cNvPr>
          <p:cNvSpPr>
            <a:spLocks noChangeShapeType="1"/>
          </p:cNvSpPr>
          <p:nvPr/>
        </p:nvSpPr>
        <p:spPr bwMode="auto">
          <a:xfrm>
            <a:off x="6858000" y="4038600"/>
            <a:ext cx="7620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5420" name="Line 64">
            <a:extLst>
              <a:ext uri="{FF2B5EF4-FFF2-40B4-BE49-F238E27FC236}">
                <a16:creationId xmlns:a16="http://schemas.microsoft.com/office/drawing/2014/main" id="{EE4EC28C-AFA6-4FAA-BE9A-AB50CEC4E13E}"/>
              </a:ext>
            </a:extLst>
          </p:cNvPr>
          <p:cNvSpPr>
            <a:spLocks noChangeShapeType="1"/>
          </p:cNvSpPr>
          <p:nvPr/>
        </p:nvSpPr>
        <p:spPr bwMode="auto">
          <a:xfrm>
            <a:off x="6858000" y="4038600"/>
            <a:ext cx="3048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5421" name="Line 65">
            <a:extLst>
              <a:ext uri="{FF2B5EF4-FFF2-40B4-BE49-F238E27FC236}">
                <a16:creationId xmlns:a16="http://schemas.microsoft.com/office/drawing/2014/main" id="{EBF28347-A0BD-4022-969A-3E4F34F7CCB7}"/>
              </a:ext>
            </a:extLst>
          </p:cNvPr>
          <p:cNvSpPr>
            <a:spLocks noChangeShapeType="1"/>
          </p:cNvSpPr>
          <p:nvPr/>
        </p:nvSpPr>
        <p:spPr bwMode="auto">
          <a:xfrm flipH="1">
            <a:off x="5791200" y="4038600"/>
            <a:ext cx="4572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5422" name="Line 66">
            <a:extLst>
              <a:ext uri="{FF2B5EF4-FFF2-40B4-BE49-F238E27FC236}">
                <a16:creationId xmlns:a16="http://schemas.microsoft.com/office/drawing/2014/main" id="{7572CFE0-BD3D-4CD6-9DDA-D7F10E48B0CB}"/>
              </a:ext>
            </a:extLst>
          </p:cNvPr>
          <p:cNvSpPr>
            <a:spLocks noChangeShapeType="1"/>
          </p:cNvSpPr>
          <p:nvPr/>
        </p:nvSpPr>
        <p:spPr bwMode="auto">
          <a:xfrm>
            <a:off x="6248400" y="4038600"/>
            <a:ext cx="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5423" name="Line 67">
            <a:extLst>
              <a:ext uri="{FF2B5EF4-FFF2-40B4-BE49-F238E27FC236}">
                <a16:creationId xmlns:a16="http://schemas.microsoft.com/office/drawing/2014/main" id="{F9D03F1B-2610-41FD-81FA-BA52CD0C3E26}"/>
              </a:ext>
            </a:extLst>
          </p:cNvPr>
          <p:cNvSpPr>
            <a:spLocks noChangeShapeType="1"/>
          </p:cNvSpPr>
          <p:nvPr/>
        </p:nvSpPr>
        <p:spPr bwMode="auto">
          <a:xfrm flipH="1">
            <a:off x="6705600" y="4038600"/>
            <a:ext cx="1524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B9793F1B-7E6D-41EF-9B90-6C5AC7AAA702}"/>
              </a:ext>
            </a:extLst>
          </p:cNvPr>
          <p:cNvSpPr>
            <a:spLocks noGrp="1" noChangeArrowheads="1"/>
          </p:cNvSpPr>
          <p:nvPr>
            <p:ph type="title"/>
          </p:nvPr>
        </p:nvSpPr>
        <p:spPr/>
        <p:txBody>
          <a:bodyPr/>
          <a:lstStyle/>
          <a:p>
            <a:pPr eaLnBrk="1" hangingPunct="1"/>
            <a:r>
              <a:rPr lang="en-US" altLang="en-US"/>
              <a:t>Minimax Tree Evaluation</a:t>
            </a:r>
          </a:p>
        </p:txBody>
      </p:sp>
      <p:sp>
        <p:nvSpPr>
          <p:cNvPr id="17411" name="Rectangle 3">
            <a:extLst>
              <a:ext uri="{FF2B5EF4-FFF2-40B4-BE49-F238E27FC236}">
                <a16:creationId xmlns:a16="http://schemas.microsoft.com/office/drawing/2014/main" id="{873195FC-D8B5-46EA-BA18-2939AA5BE99E}"/>
              </a:ext>
            </a:extLst>
          </p:cNvPr>
          <p:cNvSpPr>
            <a:spLocks noGrp="1" noChangeArrowheads="1"/>
          </p:cNvSpPr>
          <p:nvPr>
            <p:ph type="body" idx="1"/>
          </p:nvPr>
        </p:nvSpPr>
        <p:spPr/>
        <p:txBody>
          <a:bodyPr/>
          <a:lstStyle/>
          <a:p>
            <a:pPr eaLnBrk="1" hangingPunct="1"/>
            <a:r>
              <a:rPr lang="en-US" altLang="en-US"/>
              <a:t>Assign utility values to leaves</a:t>
            </a:r>
          </a:p>
          <a:p>
            <a:pPr lvl="1" eaLnBrk="1" hangingPunct="1"/>
            <a:r>
              <a:rPr lang="en-US" altLang="en-US"/>
              <a:t>Sometimes called “board evaluation function”</a:t>
            </a:r>
          </a:p>
          <a:p>
            <a:pPr lvl="1" eaLnBrk="1" hangingPunct="1"/>
            <a:r>
              <a:rPr lang="en-US" altLang="en-US"/>
              <a:t>If leaf is a “final” state, assign the maximum or minimum possible utility value (depending on who would win)</a:t>
            </a:r>
          </a:p>
          <a:p>
            <a:pPr lvl="1" eaLnBrk="1" hangingPunct="1"/>
            <a:r>
              <a:rPr lang="en-US" altLang="en-US"/>
              <a:t>If leaf is not a “final” state, must use some other heuristic, specific to the game, to evaluate how good/bad the state is at that point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E7D8429E-1A46-4FE4-9DEE-3105DA511051}"/>
              </a:ext>
            </a:extLst>
          </p:cNvPr>
          <p:cNvSpPr>
            <a:spLocks noGrp="1" noChangeArrowheads="1"/>
          </p:cNvSpPr>
          <p:nvPr>
            <p:ph type="title"/>
          </p:nvPr>
        </p:nvSpPr>
        <p:spPr/>
        <p:txBody>
          <a:bodyPr/>
          <a:lstStyle/>
          <a:p>
            <a:pPr eaLnBrk="1" hangingPunct="1"/>
            <a:r>
              <a:rPr lang="en-US" altLang="en-US"/>
              <a:t>Minimax tree</a:t>
            </a:r>
          </a:p>
        </p:txBody>
      </p:sp>
      <p:sp>
        <p:nvSpPr>
          <p:cNvPr id="19459" name="AutoShape 3">
            <a:extLst>
              <a:ext uri="{FF2B5EF4-FFF2-40B4-BE49-F238E27FC236}">
                <a16:creationId xmlns:a16="http://schemas.microsoft.com/office/drawing/2014/main" id="{9B675EC7-2799-4B7F-9461-4720F3B63FC8}"/>
              </a:ext>
            </a:extLst>
          </p:cNvPr>
          <p:cNvSpPr>
            <a:spLocks noChangeArrowheads="1"/>
          </p:cNvSpPr>
          <p:nvPr/>
        </p:nvSpPr>
        <p:spPr bwMode="auto">
          <a:xfrm>
            <a:off x="6248400" y="16002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9460" name="AutoShape 4">
            <a:extLst>
              <a:ext uri="{FF2B5EF4-FFF2-40B4-BE49-F238E27FC236}">
                <a16:creationId xmlns:a16="http://schemas.microsoft.com/office/drawing/2014/main" id="{85688D4A-2CB5-4CFA-901A-22A9AB82C1DF}"/>
              </a:ext>
            </a:extLst>
          </p:cNvPr>
          <p:cNvSpPr>
            <a:spLocks noChangeArrowheads="1"/>
          </p:cNvSpPr>
          <p:nvPr/>
        </p:nvSpPr>
        <p:spPr bwMode="auto">
          <a:xfrm rot="10800000">
            <a:off x="3581400" y="25908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9461" name="AutoShape 5">
            <a:extLst>
              <a:ext uri="{FF2B5EF4-FFF2-40B4-BE49-F238E27FC236}">
                <a16:creationId xmlns:a16="http://schemas.microsoft.com/office/drawing/2014/main" id="{8FBF3F65-0590-491E-BB86-7A69F171014D}"/>
              </a:ext>
            </a:extLst>
          </p:cNvPr>
          <p:cNvSpPr>
            <a:spLocks noChangeArrowheads="1"/>
          </p:cNvSpPr>
          <p:nvPr/>
        </p:nvSpPr>
        <p:spPr bwMode="auto">
          <a:xfrm rot="10800000">
            <a:off x="8534400" y="25908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9462" name="AutoShape 6">
            <a:extLst>
              <a:ext uri="{FF2B5EF4-FFF2-40B4-BE49-F238E27FC236}">
                <a16:creationId xmlns:a16="http://schemas.microsoft.com/office/drawing/2014/main" id="{0AA2AC9B-0BFD-4264-87B3-E8D1F9D91E59}"/>
              </a:ext>
            </a:extLst>
          </p:cNvPr>
          <p:cNvSpPr>
            <a:spLocks noChangeArrowheads="1"/>
          </p:cNvSpPr>
          <p:nvPr/>
        </p:nvSpPr>
        <p:spPr bwMode="auto">
          <a:xfrm rot="10800000">
            <a:off x="6248400" y="25908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9463" name="Text Box 7">
            <a:extLst>
              <a:ext uri="{FF2B5EF4-FFF2-40B4-BE49-F238E27FC236}">
                <a16:creationId xmlns:a16="http://schemas.microsoft.com/office/drawing/2014/main" id="{644C12E9-0FCE-43E8-BEA6-65450EBF929E}"/>
              </a:ext>
            </a:extLst>
          </p:cNvPr>
          <p:cNvSpPr txBox="1">
            <a:spLocks noChangeArrowheads="1"/>
          </p:cNvSpPr>
          <p:nvPr/>
        </p:nvSpPr>
        <p:spPr bwMode="auto">
          <a:xfrm>
            <a:off x="1736725" y="1560513"/>
            <a:ext cx="615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Max</a:t>
            </a:r>
          </a:p>
        </p:txBody>
      </p:sp>
      <p:sp>
        <p:nvSpPr>
          <p:cNvPr id="19464" name="Text Box 8">
            <a:extLst>
              <a:ext uri="{FF2B5EF4-FFF2-40B4-BE49-F238E27FC236}">
                <a16:creationId xmlns:a16="http://schemas.microsoft.com/office/drawing/2014/main" id="{4C28D7A0-076D-4296-9055-F8D990277E9C}"/>
              </a:ext>
            </a:extLst>
          </p:cNvPr>
          <p:cNvSpPr txBox="1">
            <a:spLocks noChangeArrowheads="1"/>
          </p:cNvSpPr>
          <p:nvPr/>
        </p:nvSpPr>
        <p:spPr bwMode="auto">
          <a:xfrm>
            <a:off x="1752600" y="5181601"/>
            <a:ext cx="552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Min</a:t>
            </a:r>
          </a:p>
        </p:txBody>
      </p:sp>
      <p:sp>
        <p:nvSpPr>
          <p:cNvPr id="19465" name="Text Box 9">
            <a:extLst>
              <a:ext uri="{FF2B5EF4-FFF2-40B4-BE49-F238E27FC236}">
                <a16:creationId xmlns:a16="http://schemas.microsoft.com/office/drawing/2014/main" id="{1DD61017-E0BC-4D4F-8A49-49B4197CE4A4}"/>
              </a:ext>
            </a:extLst>
          </p:cNvPr>
          <p:cNvSpPr txBox="1">
            <a:spLocks noChangeArrowheads="1"/>
          </p:cNvSpPr>
          <p:nvPr/>
        </p:nvSpPr>
        <p:spPr bwMode="auto">
          <a:xfrm>
            <a:off x="1752600" y="3810001"/>
            <a:ext cx="615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Max</a:t>
            </a:r>
          </a:p>
        </p:txBody>
      </p:sp>
      <p:sp>
        <p:nvSpPr>
          <p:cNvPr id="19466" name="Text Box 10">
            <a:extLst>
              <a:ext uri="{FF2B5EF4-FFF2-40B4-BE49-F238E27FC236}">
                <a16:creationId xmlns:a16="http://schemas.microsoft.com/office/drawing/2014/main" id="{C90E8285-6AC0-4E4D-85A0-2FF2FDA54869}"/>
              </a:ext>
            </a:extLst>
          </p:cNvPr>
          <p:cNvSpPr txBox="1">
            <a:spLocks noChangeArrowheads="1"/>
          </p:cNvSpPr>
          <p:nvPr/>
        </p:nvSpPr>
        <p:spPr bwMode="auto">
          <a:xfrm>
            <a:off x="1752600" y="2590801"/>
            <a:ext cx="552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Min</a:t>
            </a:r>
          </a:p>
        </p:txBody>
      </p:sp>
      <p:sp>
        <p:nvSpPr>
          <p:cNvPr id="19467" name="AutoShape 11">
            <a:extLst>
              <a:ext uri="{FF2B5EF4-FFF2-40B4-BE49-F238E27FC236}">
                <a16:creationId xmlns:a16="http://schemas.microsoft.com/office/drawing/2014/main" id="{6249FA9D-893F-484E-BC28-6086201C70DA}"/>
              </a:ext>
            </a:extLst>
          </p:cNvPr>
          <p:cNvSpPr>
            <a:spLocks noChangeArrowheads="1"/>
          </p:cNvSpPr>
          <p:nvPr/>
        </p:nvSpPr>
        <p:spPr bwMode="auto">
          <a:xfrm>
            <a:off x="92202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9468" name="AutoShape 12">
            <a:extLst>
              <a:ext uri="{FF2B5EF4-FFF2-40B4-BE49-F238E27FC236}">
                <a16:creationId xmlns:a16="http://schemas.microsoft.com/office/drawing/2014/main" id="{F4FA97E0-9BE8-4423-89BA-E20A73531CE6}"/>
              </a:ext>
            </a:extLst>
          </p:cNvPr>
          <p:cNvSpPr>
            <a:spLocks noChangeArrowheads="1"/>
          </p:cNvSpPr>
          <p:nvPr/>
        </p:nvSpPr>
        <p:spPr bwMode="auto">
          <a:xfrm>
            <a:off x="86868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9469" name="AutoShape 13">
            <a:extLst>
              <a:ext uri="{FF2B5EF4-FFF2-40B4-BE49-F238E27FC236}">
                <a16:creationId xmlns:a16="http://schemas.microsoft.com/office/drawing/2014/main" id="{86013260-A8F6-4D43-A93C-ADBF2B1810CF}"/>
              </a:ext>
            </a:extLst>
          </p:cNvPr>
          <p:cNvSpPr>
            <a:spLocks noChangeArrowheads="1"/>
          </p:cNvSpPr>
          <p:nvPr/>
        </p:nvSpPr>
        <p:spPr bwMode="auto">
          <a:xfrm>
            <a:off x="81534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9470" name="AutoShape 14">
            <a:extLst>
              <a:ext uri="{FF2B5EF4-FFF2-40B4-BE49-F238E27FC236}">
                <a16:creationId xmlns:a16="http://schemas.microsoft.com/office/drawing/2014/main" id="{5F6C2AE5-8717-4D10-9E79-0472203D9684}"/>
              </a:ext>
            </a:extLst>
          </p:cNvPr>
          <p:cNvSpPr>
            <a:spLocks noChangeArrowheads="1"/>
          </p:cNvSpPr>
          <p:nvPr/>
        </p:nvSpPr>
        <p:spPr bwMode="auto">
          <a:xfrm>
            <a:off x="66294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9471" name="AutoShape 15">
            <a:extLst>
              <a:ext uri="{FF2B5EF4-FFF2-40B4-BE49-F238E27FC236}">
                <a16:creationId xmlns:a16="http://schemas.microsoft.com/office/drawing/2014/main" id="{C32175FD-8C48-4FCB-9A35-03288C80F1EA}"/>
              </a:ext>
            </a:extLst>
          </p:cNvPr>
          <p:cNvSpPr>
            <a:spLocks noChangeArrowheads="1"/>
          </p:cNvSpPr>
          <p:nvPr/>
        </p:nvSpPr>
        <p:spPr bwMode="auto">
          <a:xfrm>
            <a:off x="60198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9472" name="AutoShape 16">
            <a:extLst>
              <a:ext uri="{FF2B5EF4-FFF2-40B4-BE49-F238E27FC236}">
                <a16:creationId xmlns:a16="http://schemas.microsoft.com/office/drawing/2014/main" id="{4D13999B-4BA7-4507-99C0-56FE14ECAF45}"/>
              </a:ext>
            </a:extLst>
          </p:cNvPr>
          <p:cNvSpPr>
            <a:spLocks noChangeArrowheads="1"/>
          </p:cNvSpPr>
          <p:nvPr/>
        </p:nvSpPr>
        <p:spPr bwMode="auto">
          <a:xfrm>
            <a:off x="54102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9473" name="AutoShape 17">
            <a:extLst>
              <a:ext uri="{FF2B5EF4-FFF2-40B4-BE49-F238E27FC236}">
                <a16:creationId xmlns:a16="http://schemas.microsoft.com/office/drawing/2014/main" id="{1B926363-CA58-4BEB-B006-259CC06319C3}"/>
              </a:ext>
            </a:extLst>
          </p:cNvPr>
          <p:cNvSpPr>
            <a:spLocks noChangeArrowheads="1"/>
          </p:cNvSpPr>
          <p:nvPr/>
        </p:nvSpPr>
        <p:spPr bwMode="auto">
          <a:xfrm>
            <a:off x="38862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9474" name="AutoShape 18">
            <a:extLst>
              <a:ext uri="{FF2B5EF4-FFF2-40B4-BE49-F238E27FC236}">
                <a16:creationId xmlns:a16="http://schemas.microsoft.com/office/drawing/2014/main" id="{5D52D18F-1653-48B8-A0D6-990BD931DF43}"/>
              </a:ext>
            </a:extLst>
          </p:cNvPr>
          <p:cNvSpPr>
            <a:spLocks noChangeArrowheads="1"/>
          </p:cNvSpPr>
          <p:nvPr/>
        </p:nvSpPr>
        <p:spPr bwMode="auto">
          <a:xfrm>
            <a:off x="32004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9475" name="AutoShape 19">
            <a:extLst>
              <a:ext uri="{FF2B5EF4-FFF2-40B4-BE49-F238E27FC236}">
                <a16:creationId xmlns:a16="http://schemas.microsoft.com/office/drawing/2014/main" id="{97C3ACE9-8734-4A50-B884-891FB98D214A}"/>
              </a:ext>
            </a:extLst>
          </p:cNvPr>
          <p:cNvSpPr>
            <a:spLocks noChangeArrowheads="1"/>
          </p:cNvSpPr>
          <p:nvPr/>
        </p:nvSpPr>
        <p:spPr bwMode="auto">
          <a:xfrm>
            <a:off x="72390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9476" name="AutoShape 20">
            <a:extLst>
              <a:ext uri="{FF2B5EF4-FFF2-40B4-BE49-F238E27FC236}">
                <a16:creationId xmlns:a16="http://schemas.microsoft.com/office/drawing/2014/main" id="{E8C24480-4FF0-446E-8A59-1B85FC79A24C}"/>
              </a:ext>
            </a:extLst>
          </p:cNvPr>
          <p:cNvSpPr>
            <a:spLocks noChangeArrowheads="1"/>
          </p:cNvSpPr>
          <p:nvPr/>
        </p:nvSpPr>
        <p:spPr bwMode="auto">
          <a:xfrm rot="10800000">
            <a:off x="102108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9477" name="AutoShape 21">
            <a:extLst>
              <a:ext uri="{FF2B5EF4-FFF2-40B4-BE49-F238E27FC236}">
                <a16:creationId xmlns:a16="http://schemas.microsoft.com/office/drawing/2014/main" id="{5FA3517F-6FEE-4D9D-AFD4-B937EF1E0360}"/>
              </a:ext>
            </a:extLst>
          </p:cNvPr>
          <p:cNvSpPr>
            <a:spLocks noChangeArrowheads="1"/>
          </p:cNvSpPr>
          <p:nvPr/>
        </p:nvSpPr>
        <p:spPr bwMode="auto">
          <a:xfrm rot="10800000">
            <a:off x="78486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9478" name="AutoShape 22">
            <a:extLst>
              <a:ext uri="{FF2B5EF4-FFF2-40B4-BE49-F238E27FC236}">
                <a16:creationId xmlns:a16="http://schemas.microsoft.com/office/drawing/2014/main" id="{46812868-6A62-410E-9984-AC17C7691EA4}"/>
              </a:ext>
            </a:extLst>
          </p:cNvPr>
          <p:cNvSpPr>
            <a:spLocks noChangeArrowheads="1"/>
          </p:cNvSpPr>
          <p:nvPr/>
        </p:nvSpPr>
        <p:spPr bwMode="auto">
          <a:xfrm rot="10800000">
            <a:off x="98298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9479" name="AutoShape 23">
            <a:extLst>
              <a:ext uri="{FF2B5EF4-FFF2-40B4-BE49-F238E27FC236}">
                <a16:creationId xmlns:a16="http://schemas.microsoft.com/office/drawing/2014/main" id="{65307D90-11CA-4BB8-B8E5-9AB804134A9F}"/>
              </a:ext>
            </a:extLst>
          </p:cNvPr>
          <p:cNvSpPr>
            <a:spLocks noChangeArrowheads="1"/>
          </p:cNvSpPr>
          <p:nvPr/>
        </p:nvSpPr>
        <p:spPr bwMode="auto">
          <a:xfrm rot="10800000">
            <a:off x="93726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9480" name="AutoShape 24">
            <a:extLst>
              <a:ext uri="{FF2B5EF4-FFF2-40B4-BE49-F238E27FC236}">
                <a16:creationId xmlns:a16="http://schemas.microsoft.com/office/drawing/2014/main" id="{5DA0EB2A-AEF1-4F88-852A-CBDD10A234C2}"/>
              </a:ext>
            </a:extLst>
          </p:cNvPr>
          <p:cNvSpPr>
            <a:spLocks noChangeArrowheads="1"/>
          </p:cNvSpPr>
          <p:nvPr/>
        </p:nvSpPr>
        <p:spPr bwMode="auto">
          <a:xfrm rot="10800000">
            <a:off x="89154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9481" name="AutoShape 25">
            <a:extLst>
              <a:ext uri="{FF2B5EF4-FFF2-40B4-BE49-F238E27FC236}">
                <a16:creationId xmlns:a16="http://schemas.microsoft.com/office/drawing/2014/main" id="{09D83B64-7BDB-49EE-A6D2-AF78C98DA57F}"/>
              </a:ext>
            </a:extLst>
          </p:cNvPr>
          <p:cNvSpPr>
            <a:spLocks noChangeArrowheads="1"/>
          </p:cNvSpPr>
          <p:nvPr/>
        </p:nvSpPr>
        <p:spPr bwMode="auto">
          <a:xfrm rot="10800000">
            <a:off x="84582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9482" name="AutoShape 26">
            <a:extLst>
              <a:ext uri="{FF2B5EF4-FFF2-40B4-BE49-F238E27FC236}">
                <a16:creationId xmlns:a16="http://schemas.microsoft.com/office/drawing/2014/main" id="{2CF22626-5A7F-437F-8FCD-EB040A0EDB78}"/>
              </a:ext>
            </a:extLst>
          </p:cNvPr>
          <p:cNvSpPr>
            <a:spLocks noChangeArrowheads="1"/>
          </p:cNvSpPr>
          <p:nvPr/>
        </p:nvSpPr>
        <p:spPr bwMode="auto">
          <a:xfrm rot="10800000">
            <a:off x="73914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9483" name="AutoShape 27">
            <a:extLst>
              <a:ext uri="{FF2B5EF4-FFF2-40B4-BE49-F238E27FC236}">
                <a16:creationId xmlns:a16="http://schemas.microsoft.com/office/drawing/2014/main" id="{B195AC1A-688B-4F9B-B230-495A557D4FAD}"/>
              </a:ext>
            </a:extLst>
          </p:cNvPr>
          <p:cNvSpPr>
            <a:spLocks noChangeArrowheads="1"/>
          </p:cNvSpPr>
          <p:nvPr/>
        </p:nvSpPr>
        <p:spPr bwMode="auto">
          <a:xfrm rot="10800000">
            <a:off x="69342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9484" name="AutoShape 28">
            <a:extLst>
              <a:ext uri="{FF2B5EF4-FFF2-40B4-BE49-F238E27FC236}">
                <a16:creationId xmlns:a16="http://schemas.microsoft.com/office/drawing/2014/main" id="{9F50C625-7A2A-4484-8F2A-A75FEB1AC05A}"/>
              </a:ext>
            </a:extLst>
          </p:cNvPr>
          <p:cNvSpPr>
            <a:spLocks noChangeArrowheads="1"/>
          </p:cNvSpPr>
          <p:nvPr/>
        </p:nvSpPr>
        <p:spPr bwMode="auto">
          <a:xfrm rot="10800000">
            <a:off x="64770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9485" name="AutoShape 29">
            <a:extLst>
              <a:ext uri="{FF2B5EF4-FFF2-40B4-BE49-F238E27FC236}">
                <a16:creationId xmlns:a16="http://schemas.microsoft.com/office/drawing/2014/main" id="{D9440DF1-963E-4719-BC19-D2A8D67D5E59}"/>
              </a:ext>
            </a:extLst>
          </p:cNvPr>
          <p:cNvSpPr>
            <a:spLocks noChangeArrowheads="1"/>
          </p:cNvSpPr>
          <p:nvPr/>
        </p:nvSpPr>
        <p:spPr bwMode="auto">
          <a:xfrm rot="10800000">
            <a:off x="60198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9486" name="AutoShape 30">
            <a:extLst>
              <a:ext uri="{FF2B5EF4-FFF2-40B4-BE49-F238E27FC236}">
                <a16:creationId xmlns:a16="http://schemas.microsoft.com/office/drawing/2014/main" id="{017BE124-5E2C-4010-A8A8-99ABD139CD39}"/>
              </a:ext>
            </a:extLst>
          </p:cNvPr>
          <p:cNvSpPr>
            <a:spLocks noChangeArrowheads="1"/>
          </p:cNvSpPr>
          <p:nvPr/>
        </p:nvSpPr>
        <p:spPr bwMode="auto">
          <a:xfrm rot="10800000">
            <a:off x="55626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9487" name="AutoShape 31">
            <a:extLst>
              <a:ext uri="{FF2B5EF4-FFF2-40B4-BE49-F238E27FC236}">
                <a16:creationId xmlns:a16="http://schemas.microsoft.com/office/drawing/2014/main" id="{BC45735D-D7EC-4428-AA79-8B197672A71B}"/>
              </a:ext>
            </a:extLst>
          </p:cNvPr>
          <p:cNvSpPr>
            <a:spLocks noChangeArrowheads="1"/>
          </p:cNvSpPr>
          <p:nvPr/>
        </p:nvSpPr>
        <p:spPr bwMode="auto">
          <a:xfrm rot="10800000">
            <a:off x="51054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9488" name="AutoShape 32">
            <a:extLst>
              <a:ext uri="{FF2B5EF4-FFF2-40B4-BE49-F238E27FC236}">
                <a16:creationId xmlns:a16="http://schemas.microsoft.com/office/drawing/2014/main" id="{7F4A422B-C8AB-4534-BA71-CA53B27FAF9D}"/>
              </a:ext>
            </a:extLst>
          </p:cNvPr>
          <p:cNvSpPr>
            <a:spLocks noChangeArrowheads="1"/>
          </p:cNvSpPr>
          <p:nvPr/>
        </p:nvSpPr>
        <p:spPr bwMode="auto">
          <a:xfrm rot="10800000">
            <a:off x="42672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9489" name="AutoShape 33">
            <a:extLst>
              <a:ext uri="{FF2B5EF4-FFF2-40B4-BE49-F238E27FC236}">
                <a16:creationId xmlns:a16="http://schemas.microsoft.com/office/drawing/2014/main" id="{41056335-0661-4C59-9CD0-2D9A8E76A5EA}"/>
              </a:ext>
            </a:extLst>
          </p:cNvPr>
          <p:cNvSpPr>
            <a:spLocks noChangeArrowheads="1"/>
          </p:cNvSpPr>
          <p:nvPr/>
        </p:nvSpPr>
        <p:spPr bwMode="auto">
          <a:xfrm rot="10800000">
            <a:off x="35814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9490" name="AutoShape 34">
            <a:extLst>
              <a:ext uri="{FF2B5EF4-FFF2-40B4-BE49-F238E27FC236}">
                <a16:creationId xmlns:a16="http://schemas.microsoft.com/office/drawing/2014/main" id="{10EBF76C-9901-4C3F-86A2-5C64B6A92666}"/>
              </a:ext>
            </a:extLst>
          </p:cNvPr>
          <p:cNvSpPr>
            <a:spLocks noChangeArrowheads="1"/>
          </p:cNvSpPr>
          <p:nvPr/>
        </p:nvSpPr>
        <p:spPr bwMode="auto">
          <a:xfrm rot="10800000">
            <a:off x="31242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9491" name="AutoShape 35">
            <a:extLst>
              <a:ext uri="{FF2B5EF4-FFF2-40B4-BE49-F238E27FC236}">
                <a16:creationId xmlns:a16="http://schemas.microsoft.com/office/drawing/2014/main" id="{AB2DD2DC-3384-47A9-A370-65D812AB14AD}"/>
              </a:ext>
            </a:extLst>
          </p:cNvPr>
          <p:cNvSpPr>
            <a:spLocks noChangeArrowheads="1"/>
          </p:cNvSpPr>
          <p:nvPr/>
        </p:nvSpPr>
        <p:spPr bwMode="auto">
          <a:xfrm rot="10800000">
            <a:off x="26670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9492" name="Line 36">
            <a:extLst>
              <a:ext uri="{FF2B5EF4-FFF2-40B4-BE49-F238E27FC236}">
                <a16:creationId xmlns:a16="http://schemas.microsoft.com/office/drawing/2014/main" id="{C44BB4E3-54F4-4A59-9979-C0ECCB3546DE}"/>
              </a:ext>
            </a:extLst>
          </p:cNvPr>
          <p:cNvSpPr>
            <a:spLocks noChangeShapeType="1"/>
          </p:cNvSpPr>
          <p:nvPr/>
        </p:nvSpPr>
        <p:spPr bwMode="auto">
          <a:xfrm flipH="1">
            <a:off x="3810000" y="1981200"/>
            <a:ext cx="26670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9493" name="Line 37">
            <a:extLst>
              <a:ext uri="{FF2B5EF4-FFF2-40B4-BE49-F238E27FC236}">
                <a16:creationId xmlns:a16="http://schemas.microsoft.com/office/drawing/2014/main" id="{9B40A6BA-56B9-40D3-9D30-FFA4E0596551}"/>
              </a:ext>
            </a:extLst>
          </p:cNvPr>
          <p:cNvSpPr>
            <a:spLocks noChangeShapeType="1"/>
          </p:cNvSpPr>
          <p:nvPr/>
        </p:nvSpPr>
        <p:spPr bwMode="auto">
          <a:xfrm flipH="1">
            <a:off x="6477000" y="1981200"/>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9494" name="Line 38">
            <a:extLst>
              <a:ext uri="{FF2B5EF4-FFF2-40B4-BE49-F238E27FC236}">
                <a16:creationId xmlns:a16="http://schemas.microsoft.com/office/drawing/2014/main" id="{7FDB0473-A337-46EB-9727-FF3CEF977322}"/>
              </a:ext>
            </a:extLst>
          </p:cNvPr>
          <p:cNvSpPr>
            <a:spLocks noChangeShapeType="1"/>
          </p:cNvSpPr>
          <p:nvPr/>
        </p:nvSpPr>
        <p:spPr bwMode="auto">
          <a:xfrm>
            <a:off x="6477000" y="1981200"/>
            <a:ext cx="22860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9495" name="Line 39">
            <a:extLst>
              <a:ext uri="{FF2B5EF4-FFF2-40B4-BE49-F238E27FC236}">
                <a16:creationId xmlns:a16="http://schemas.microsoft.com/office/drawing/2014/main" id="{2AA363C1-BC03-43A0-837F-614ADAE9CC4A}"/>
              </a:ext>
            </a:extLst>
          </p:cNvPr>
          <p:cNvSpPr>
            <a:spLocks noChangeShapeType="1"/>
          </p:cNvSpPr>
          <p:nvPr/>
        </p:nvSpPr>
        <p:spPr bwMode="auto">
          <a:xfrm flipH="1">
            <a:off x="3429000" y="2971800"/>
            <a:ext cx="3810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9496" name="Line 40">
            <a:extLst>
              <a:ext uri="{FF2B5EF4-FFF2-40B4-BE49-F238E27FC236}">
                <a16:creationId xmlns:a16="http://schemas.microsoft.com/office/drawing/2014/main" id="{90211761-294E-4447-B600-D1C3D353C2F3}"/>
              </a:ext>
            </a:extLst>
          </p:cNvPr>
          <p:cNvSpPr>
            <a:spLocks noChangeShapeType="1"/>
          </p:cNvSpPr>
          <p:nvPr/>
        </p:nvSpPr>
        <p:spPr bwMode="auto">
          <a:xfrm>
            <a:off x="3810000" y="2971800"/>
            <a:ext cx="3048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9497" name="Line 41">
            <a:extLst>
              <a:ext uri="{FF2B5EF4-FFF2-40B4-BE49-F238E27FC236}">
                <a16:creationId xmlns:a16="http://schemas.microsoft.com/office/drawing/2014/main" id="{11946DAD-4736-4A75-A139-00F41AA5A775}"/>
              </a:ext>
            </a:extLst>
          </p:cNvPr>
          <p:cNvSpPr>
            <a:spLocks noChangeShapeType="1"/>
          </p:cNvSpPr>
          <p:nvPr/>
        </p:nvSpPr>
        <p:spPr bwMode="auto">
          <a:xfrm flipH="1">
            <a:off x="5638800" y="2971800"/>
            <a:ext cx="8382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9498" name="Line 42">
            <a:extLst>
              <a:ext uri="{FF2B5EF4-FFF2-40B4-BE49-F238E27FC236}">
                <a16:creationId xmlns:a16="http://schemas.microsoft.com/office/drawing/2014/main" id="{E4E95F5D-BC83-45D3-9894-116EA22C463D}"/>
              </a:ext>
            </a:extLst>
          </p:cNvPr>
          <p:cNvSpPr>
            <a:spLocks noChangeShapeType="1"/>
          </p:cNvSpPr>
          <p:nvPr/>
        </p:nvSpPr>
        <p:spPr bwMode="auto">
          <a:xfrm flipH="1">
            <a:off x="6248400" y="2971800"/>
            <a:ext cx="2286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9499" name="Line 43">
            <a:extLst>
              <a:ext uri="{FF2B5EF4-FFF2-40B4-BE49-F238E27FC236}">
                <a16:creationId xmlns:a16="http://schemas.microsoft.com/office/drawing/2014/main" id="{A7D1EDFE-7F88-4F56-A851-D9605672387D}"/>
              </a:ext>
            </a:extLst>
          </p:cNvPr>
          <p:cNvSpPr>
            <a:spLocks noChangeShapeType="1"/>
          </p:cNvSpPr>
          <p:nvPr/>
        </p:nvSpPr>
        <p:spPr bwMode="auto">
          <a:xfrm>
            <a:off x="6477000" y="2971800"/>
            <a:ext cx="3810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9500" name="Line 44">
            <a:extLst>
              <a:ext uri="{FF2B5EF4-FFF2-40B4-BE49-F238E27FC236}">
                <a16:creationId xmlns:a16="http://schemas.microsoft.com/office/drawing/2014/main" id="{8638A0E2-6422-40A4-8350-A232BF6F9C0F}"/>
              </a:ext>
            </a:extLst>
          </p:cNvPr>
          <p:cNvSpPr>
            <a:spLocks noChangeShapeType="1"/>
          </p:cNvSpPr>
          <p:nvPr/>
        </p:nvSpPr>
        <p:spPr bwMode="auto">
          <a:xfrm>
            <a:off x="6477000" y="2971800"/>
            <a:ext cx="9906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9501" name="Line 45">
            <a:extLst>
              <a:ext uri="{FF2B5EF4-FFF2-40B4-BE49-F238E27FC236}">
                <a16:creationId xmlns:a16="http://schemas.microsoft.com/office/drawing/2014/main" id="{DE9550D6-CDD8-4622-80C1-CBDBC4121AEB}"/>
              </a:ext>
            </a:extLst>
          </p:cNvPr>
          <p:cNvSpPr>
            <a:spLocks noChangeShapeType="1"/>
          </p:cNvSpPr>
          <p:nvPr/>
        </p:nvSpPr>
        <p:spPr bwMode="auto">
          <a:xfrm flipH="1">
            <a:off x="8382000" y="2971800"/>
            <a:ext cx="3810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9502" name="Line 46">
            <a:extLst>
              <a:ext uri="{FF2B5EF4-FFF2-40B4-BE49-F238E27FC236}">
                <a16:creationId xmlns:a16="http://schemas.microsoft.com/office/drawing/2014/main" id="{1BE42447-D5FC-41D8-99A8-3CB9597431A8}"/>
              </a:ext>
            </a:extLst>
          </p:cNvPr>
          <p:cNvSpPr>
            <a:spLocks noChangeShapeType="1"/>
          </p:cNvSpPr>
          <p:nvPr/>
        </p:nvSpPr>
        <p:spPr bwMode="auto">
          <a:xfrm>
            <a:off x="8763000" y="2971800"/>
            <a:ext cx="1524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9503" name="Line 47">
            <a:extLst>
              <a:ext uri="{FF2B5EF4-FFF2-40B4-BE49-F238E27FC236}">
                <a16:creationId xmlns:a16="http://schemas.microsoft.com/office/drawing/2014/main" id="{FC8EF2D6-E977-48FE-912E-B1FF09E7F1BE}"/>
              </a:ext>
            </a:extLst>
          </p:cNvPr>
          <p:cNvSpPr>
            <a:spLocks noChangeShapeType="1"/>
          </p:cNvSpPr>
          <p:nvPr/>
        </p:nvSpPr>
        <p:spPr bwMode="auto">
          <a:xfrm>
            <a:off x="8763000" y="2971800"/>
            <a:ext cx="6858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9504" name="Line 48">
            <a:extLst>
              <a:ext uri="{FF2B5EF4-FFF2-40B4-BE49-F238E27FC236}">
                <a16:creationId xmlns:a16="http://schemas.microsoft.com/office/drawing/2014/main" id="{CFBB5E7A-4C48-46F1-80F7-EC6AE06B4EE9}"/>
              </a:ext>
            </a:extLst>
          </p:cNvPr>
          <p:cNvSpPr>
            <a:spLocks noChangeShapeType="1"/>
          </p:cNvSpPr>
          <p:nvPr/>
        </p:nvSpPr>
        <p:spPr bwMode="auto">
          <a:xfrm flipH="1">
            <a:off x="2895600" y="4038600"/>
            <a:ext cx="5334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9505" name="Line 49">
            <a:extLst>
              <a:ext uri="{FF2B5EF4-FFF2-40B4-BE49-F238E27FC236}">
                <a16:creationId xmlns:a16="http://schemas.microsoft.com/office/drawing/2014/main" id="{3E8E9458-95B6-4FE0-8B83-0E8ADDF06165}"/>
              </a:ext>
            </a:extLst>
          </p:cNvPr>
          <p:cNvSpPr>
            <a:spLocks noChangeShapeType="1"/>
          </p:cNvSpPr>
          <p:nvPr/>
        </p:nvSpPr>
        <p:spPr bwMode="auto">
          <a:xfrm flipH="1">
            <a:off x="3352800" y="4038600"/>
            <a:ext cx="762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9506" name="Line 50">
            <a:extLst>
              <a:ext uri="{FF2B5EF4-FFF2-40B4-BE49-F238E27FC236}">
                <a16:creationId xmlns:a16="http://schemas.microsoft.com/office/drawing/2014/main" id="{9D8A226A-980E-4E64-824C-E15CD691B41C}"/>
              </a:ext>
            </a:extLst>
          </p:cNvPr>
          <p:cNvSpPr>
            <a:spLocks noChangeShapeType="1"/>
          </p:cNvSpPr>
          <p:nvPr/>
        </p:nvSpPr>
        <p:spPr bwMode="auto">
          <a:xfrm>
            <a:off x="3429000" y="4038600"/>
            <a:ext cx="3810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9507" name="Line 51">
            <a:extLst>
              <a:ext uri="{FF2B5EF4-FFF2-40B4-BE49-F238E27FC236}">
                <a16:creationId xmlns:a16="http://schemas.microsoft.com/office/drawing/2014/main" id="{E54C60E3-249A-49B3-857B-298D59515DD1}"/>
              </a:ext>
            </a:extLst>
          </p:cNvPr>
          <p:cNvSpPr>
            <a:spLocks noChangeShapeType="1"/>
          </p:cNvSpPr>
          <p:nvPr/>
        </p:nvSpPr>
        <p:spPr bwMode="auto">
          <a:xfrm>
            <a:off x="4114800" y="4038600"/>
            <a:ext cx="3810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9508" name="Line 52">
            <a:extLst>
              <a:ext uri="{FF2B5EF4-FFF2-40B4-BE49-F238E27FC236}">
                <a16:creationId xmlns:a16="http://schemas.microsoft.com/office/drawing/2014/main" id="{CCC4FE2E-9CE1-4298-A3EC-765DFDC16E26}"/>
              </a:ext>
            </a:extLst>
          </p:cNvPr>
          <p:cNvSpPr>
            <a:spLocks noChangeShapeType="1"/>
          </p:cNvSpPr>
          <p:nvPr/>
        </p:nvSpPr>
        <p:spPr bwMode="auto">
          <a:xfrm flipH="1">
            <a:off x="5334000" y="4038600"/>
            <a:ext cx="3048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9509" name="Line 53">
            <a:extLst>
              <a:ext uri="{FF2B5EF4-FFF2-40B4-BE49-F238E27FC236}">
                <a16:creationId xmlns:a16="http://schemas.microsoft.com/office/drawing/2014/main" id="{DA75770C-15F1-4F82-B99B-479ADA6D275C}"/>
              </a:ext>
            </a:extLst>
          </p:cNvPr>
          <p:cNvSpPr>
            <a:spLocks noChangeShapeType="1"/>
          </p:cNvSpPr>
          <p:nvPr/>
        </p:nvSpPr>
        <p:spPr bwMode="auto">
          <a:xfrm>
            <a:off x="9448800" y="4038600"/>
            <a:ext cx="6096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9510" name="Line 54">
            <a:extLst>
              <a:ext uri="{FF2B5EF4-FFF2-40B4-BE49-F238E27FC236}">
                <a16:creationId xmlns:a16="http://schemas.microsoft.com/office/drawing/2014/main" id="{8C5C2AE2-9488-4919-89D9-6E1BEF5585C1}"/>
              </a:ext>
            </a:extLst>
          </p:cNvPr>
          <p:cNvSpPr>
            <a:spLocks noChangeShapeType="1"/>
          </p:cNvSpPr>
          <p:nvPr/>
        </p:nvSpPr>
        <p:spPr bwMode="auto">
          <a:xfrm>
            <a:off x="9448800" y="4038600"/>
            <a:ext cx="9906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9511" name="Line 55">
            <a:extLst>
              <a:ext uri="{FF2B5EF4-FFF2-40B4-BE49-F238E27FC236}">
                <a16:creationId xmlns:a16="http://schemas.microsoft.com/office/drawing/2014/main" id="{0B410C57-AD21-4F6F-96E4-D799C1C6AE57}"/>
              </a:ext>
            </a:extLst>
          </p:cNvPr>
          <p:cNvSpPr>
            <a:spLocks noChangeShapeType="1"/>
          </p:cNvSpPr>
          <p:nvPr/>
        </p:nvSpPr>
        <p:spPr bwMode="auto">
          <a:xfrm>
            <a:off x="8915400" y="4038600"/>
            <a:ext cx="6858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9512" name="Line 56">
            <a:extLst>
              <a:ext uri="{FF2B5EF4-FFF2-40B4-BE49-F238E27FC236}">
                <a16:creationId xmlns:a16="http://schemas.microsoft.com/office/drawing/2014/main" id="{C81B0252-BF40-4A2B-B184-AF5E4C285CFB}"/>
              </a:ext>
            </a:extLst>
          </p:cNvPr>
          <p:cNvSpPr>
            <a:spLocks noChangeShapeType="1"/>
          </p:cNvSpPr>
          <p:nvPr/>
        </p:nvSpPr>
        <p:spPr bwMode="auto">
          <a:xfrm>
            <a:off x="8382000" y="4038600"/>
            <a:ext cx="7620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9513" name="Line 57">
            <a:extLst>
              <a:ext uri="{FF2B5EF4-FFF2-40B4-BE49-F238E27FC236}">
                <a16:creationId xmlns:a16="http://schemas.microsoft.com/office/drawing/2014/main" id="{FDC79D18-7387-4A2E-85B1-3DC1A93B5239}"/>
              </a:ext>
            </a:extLst>
          </p:cNvPr>
          <p:cNvSpPr>
            <a:spLocks noChangeShapeType="1"/>
          </p:cNvSpPr>
          <p:nvPr/>
        </p:nvSpPr>
        <p:spPr bwMode="auto">
          <a:xfrm>
            <a:off x="8382000" y="4038600"/>
            <a:ext cx="3048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9514" name="Line 58">
            <a:extLst>
              <a:ext uri="{FF2B5EF4-FFF2-40B4-BE49-F238E27FC236}">
                <a16:creationId xmlns:a16="http://schemas.microsoft.com/office/drawing/2014/main" id="{3F45C6A1-B790-4F2C-8C6F-511E2B26FF5C}"/>
              </a:ext>
            </a:extLst>
          </p:cNvPr>
          <p:cNvSpPr>
            <a:spLocks noChangeShapeType="1"/>
          </p:cNvSpPr>
          <p:nvPr/>
        </p:nvSpPr>
        <p:spPr bwMode="auto">
          <a:xfrm>
            <a:off x="6858000" y="4038600"/>
            <a:ext cx="12192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9515" name="Line 59">
            <a:extLst>
              <a:ext uri="{FF2B5EF4-FFF2-40B4-BE49-F238E27FC236}">
                <a16:creationId xmlns:a16="http://schemas.microsoft.com/office/drawing/2014/main" id="{60133F7E-8DB4-4145-A4CC-13CD3DE90187}"/>
              </a:ext>
            </a:extLst>
          </p:cNvPr>
          <p:cNvSpPr>
            <a:spLocks noChangeShapeType="1"/>
          </p:cNvSpPr>
          <p:nvPr/>
        </p:nvSpPr>
        <p:spPr bwMode="auto">
          <a:xfrm>
            <a:off x="6858000" y="4038600"/>
            <a:ext cx="7620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9516" name="Line 60">
            <a:extLst>
              <a:ext uri="{FF2B5EF4-FFF2-40B4-BE49-F238E27FC236}">
                <a16:creationId xmlns:a16="http://schemas.microsoft.com/office/drawing/2014/main" id="{4AF94858-DD91-4724-830A-9ECC4C898801}"/>
              </a:ext>
            </a:extLst>
          </p:cNvPr>
          <p:cNvSpPr>
            <a:spLocks noChangeShapeType="1"/>
          </p:cNvSpPr>
          <p:nvPr/>
        </p:nvSpPr>
        <p:spPr bwMode="auto">
          <a:xfrm>
            <a:off x="6858000" y="4038600"/>
            <a:ext cx="3048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9517" name="Line 61">
            <a:extLst>
              <a:ext uri="{FF2B5EF4-FFF2-40B4-BE49-F238E27FC236}">
                <a16:creationId xmlns:a16="http://schemas.microsoft.com/office/drawing/2014/main" id="{E1C4A483-1C6E-4CE0-BAEA-2080C8EBB297}"/>
              </a:ext>
            </a:extLst>
          </p:cNvPr>
          <p:cNvSpPr>
            <a:spLocks noChangeShapeType="1"/>
          </p:cNvSpPr>
          <p:nvPr/>
        </p:nvSpPr>
        <p:spPr bwMode="auto">
          <a:xfrm flipH="1">
            <a:off x="5791200" y="4038600"/>
            <a:ext cx="4572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9518" name="Line 62">
            <a:extLst>
              <a:ext uri="{FF2B5EF4-FFF2-40B4-BE49-F238E27FC236}">
                <a16:creationId xmlns:a16="http://schemas.microsoft.com/office/drawing/2014/main" id="{79A39A0F-3C8C-4AE3-BCC5-FB37943AC3BA}"/>
              </a:ext>
            </a:extLst>
          </p:cNvPr>
          <p:cNvSpPr>
            <a:spLocks noChangeShapeType="1"/>
          </p:cNvSpPr>
          <p:nvPr/>
        </p:nvSpPr>
        <p:spPr bwMode="auto">
          <a:xfrm>
            <a:off x="6248400" y="4038600"/>
            <a:ext cx="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9519" name="Line 63">
            <a:extLst>
              <a:ext uri="{FF2B5EF4-FFF2-40B4-BE49-F238E27FC236}">
                <a16:creationId xmlns:a16="http://schemas.microsoft.com/office/drawing/2014/main" id="{125F2E6B-E8F2-4A23-9D28-A7A07B8F59B3}"/>
              </a:ext>
            </a:extLst>
          </p:cNvPr>
          <p:cNvSpPr>
            <a:spLocks noChangeShapeType="1"/>
          </p:cNvSpPr>
          <p:nvPr/>
        </p:nvSpPr>
        <p:spPr bwMode="auto">
          <a:xfrm flipH="1">
            <a:off x="6705600" y="4038600"/>
            <a:ext cx="1524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9520" name="Text Box 65">
            <a:extLst>
              <a:ext uri="{FF2B5EF4-FFF2-40B4-BE49-F238E27FC236}">
                <a16:creationId xmlns:a16="http://schemas.microsoft.com/office/drawing/2014/main" id="{07195D0C-7C02-4C17-93FB-74BF03AD6F53}"/>
              </a:ext>
            </a:extLst>
          </p:cNvPr>
          <p:cNvSpPr txBox="1">
            <a:spLocks noChangeArrowheads="1"/>
          </p:cNvSpPr>
          <p:nvPr/>
        </p:nvSpPr>
        <p:spPr bwMode="auto">
          <a:xfrm>
            <a:off x="7239000" y="4038601"/>
            <a:ext cx="565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100</a:t>
            </a:r>
          </a:p>
        </p:txBody>
      </p:sp>
      <p:sp>
        <p:nvSpPr>
          <p:cNvPr id="19521" name="Text Box 67">
            <a:extLst>
              <a:ext uri="{FF2B5EF4-FFF2-40B4-BE49-F238E27FC236}">
                <a16:creationId xmlns:a16="http://schemas.microsoft.com/office/drawing/2014/main" id="{9D1EFD14-A0E1-446F-A088-42A6B82504FA}"/>
              </a:ext>
            </a:extLst>
          </p:cNvPr>
          <p:cNvSpPr txBox="1">
            <a:spLocks noChangeArrowheads="1"/>
          </p:cNvSpPr>
          <p:nvPr/>
        </p:nvSpPr>
        <p:spPr bwMode="auto">
          <a:xfrm>
            <a:off x="10102850" y="5562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-24</a:t>
            </a:r>
          </a:p>
        </p:txBody>
      </p:sp>
      <p:sp>
        <p:nvSpPr>
          <p:cNvPr id="19522" name="Text Box 68">
            <a:extLst>
              <a:ext uri="{FF2B5EF4-FFF2-40B4-BE49-F238E27FC236}">
                <a16:creationId xmlns:a16="http://schemas.microsoft.com/office/drawing/2014/main" id="{B5F624AD-FA9E-436B-A5FB-B331AACC2A76}"/>
              </a:ext>
            </a:extLst>
          </p:cNvPr>
          <p:cNvSpPr txBox="1">
            <a:spLocks noChangeArrowheads="1"/>
          </p:cNvSpPr>
          <p:nvPr/>
        </p:nvSpPr>
        <p:spPr bwMode="auto">
          <a:xfrm>
            <a:off x="9753600" y="55626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-8</a:t>
            </a:r>
          </a:p>
        </p:txBody>
      </p:sp>
      <p:sp>
        <p:nvSpPr>
          <p:cNvPr id="19523" name="Text Box 69">
            <a:extLst>
              <a:ext uri="{FF2B5EF4-FFF2-40B4-BE49-F238E27FC236}">
                <a16:creationId xmlns:a16="http://schemas.microsoft.com/office/drawing/2014/main" id="{440F9B04-2F8E-4531-85A2-F585788F55E6}"/>
              </a:ext>
            </a:extLst>
          </p:cNvPr>
          <p:cNvSpPr txBox="1">
            <a:spLocks noChangeArrowheads="1"/>
          </p:cNvSpPr>
          <p:nvPr/>
        </p:nvSpPr>
        <p:spPr bwMode="auto">
          <a:xfrm>
            <a:off x="9296400" y="5562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-14</a:t>
            </a:r>
          </a:p>
        </p:txBody>
      </p:sp>
      <p:sp>
        <p:nvSpPr>
          <p:cNvPr id="19524" name="Text Box 70">
            <a:extLst>
              <a:ext uri="{FF2B5EF4-FFF2-40B4-BE49-F238E27FC236}">
                <a16:creationId xmlns:a16="http://schemas.microsoft.com/office/drawing/2014/main" id="{8ACA12C8-32D1-4AE8-B44D-D69C3554B81F}"/>
              </a:ext>
            </a:extLst>
          </p:cNvPr>
          <p:cNvSpPr txBox="1">
            <a:spLocks noChangeArrowheads="1"/>
          </p:cNvSpPr>
          <p:nvPr/>
        </p:nvSpPr>
        <p:spPr bwMode="auto">
          <a:xfrm>
            <a:off x="8839200" y="5562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-73</a:t>
            </a:r>
          </a:p>
        </p:txBody>
      </p:sp>
      <p:sp>
        <p:nvSpPr>
          <p:cNvPr id="19525" name="Text Box 71">
            <a:extLst>
              <a:ext uri="{FF2B5EF4-FFF2-40B4-BE49-F238E27FC236}">
                <a16:creationId xmlns:a16="http://schemas.microsoft.com/office/drawing/2014/main" id="{4EDB75D5-07C0-4EA8-936D-3059FDEC5167}"/>
              </a:ext>
            </a:extLst>
          </p:cNvPr>
          <p:cNvSpPr txBox="1">
            <a:spLocks noChangeArrowheads="1"/>
          </p:cNvSpPr>
          <p:nvPr/>
        </p:nvSpPr>
        <p:spPr bwMode="auto">
          <a:xfrm>
            <a:off x="8305800" y="5562601"/>
            <a:ext cx="641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-100</a:t>
            </a:r>
          </a:p>
        </p:txBody>
      </p:sp>
      <p:sp>
        <p:nvSpPr>
          <p:cNvPr id="19526" name="Text Box 72">
            <a:extLst>
              <a:ext uri="{FF2B5EF4-FFF2-40B4-BE49-F238E27FC236}">
                <a16:creationId xmlns:a16="http://schemas.microsoft.com/office/drawing/2014/main" id="{E4305A9F-8455-4855-B704-2E33728EBA08}"/>
              </a:ext>
            </a:extLst>
          </p:cNvPr>
          <p:cNvSpPr txBox="1">
            <a:spLocks noChangeArrowheads="1"/>
          </p:cNvSpPr>
          <p:nvPr/>
        </p:nvSpPr>
        <p:spPr bwMode="auto">
          <a:xfrm>
            <a:off x="7848600" y="55626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-5</a:t>
            </a:r>
          </a:p>
        </p:txBody>
      </p:sp>
      <p:sp>
        <p:nvSpPr>
          <p:cNvPr id="19527" name="Text Box 73">
            <a:extLst>
              <a:ext uri="{FF2B5EF4-FFF2-40B4-BE49-F238E27FC236}">
                <a16:creationId xmlns:a16="http://schemas.microsoft.com/office/drawing/2014/main" id="{DB1EB4D7-AE4E-4FA8-B027-6624606F4D5A}"/>
              </a:ext>
            </a:extLst>
          </p:cNvPr>
          <p:cNvSpPr txBox="1">
            <a:spLocks noChangeArrowheads="1"/>
          </p:cNvSpPr>
          <p:nvPr/>
        </p:nvSpPr>
        <p:spPr bwMode="auto">
          <a:xfrm>
            <a:off x="7391400" y="5562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-70</a:t>
            </a:r>
          </a:p>
        </p:txBody>
      </p:sp>
      <p:sp>
        <p:nvSpPr>
          <p:cNvPr id="19528" name="Text Box 74">
            <a:extLst>
              <a:ext uri="{FF2B5EF4-FFF2-40B4-BE49-F238E27FC236}">
                <a16:creationId xmlns:a16="http://schemas.microsoft.com/office/drawing/2014/main" id="{A87A4B46-675F-43E1-9B52-C4C0722B2E8B}"/>
              </a:ext>
            </a:extLst>
          </p:cNvPr>
          <p:cNvSpPr txBox="1">
            <a:spLocks noChangeArrowheads="1"/>
          </p:cNvSpPr>
          <p:nvPr/>
        </p:nvSpPr>
        <p:spPr bwMode="auto">
          <a:xfrm>
            <a:off x="6934200" y="5562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-12</a:t>
            </a:r>
          </a:p>
        </p:txBody>
      </p:sp>
      <p:sp>
        <p:nvSpPr>
          <p:cNvPr id="19529" name="Text Box 75">
            <a:extLst>
              <a:ext uri="{FF2B5EF4-FFF2-40B4-BE49-F238E27FC236}">
                <a16:creationId xmlns:a16="http://schemas.microsoft.com/office/drawing/2014/main" id="{A5DA2F97-03EA-4966-969F-1D021E2E3E38}"/>
              </a:ext>
            </a:extLst>
          </p:cNvPr>
          <p:cNvSpPr txBox="1">
            <a:spLocks noChangeArrowheads="1"/>
          </p:cNvSpPr>
          <p:nvPr/>
        </p:nvSpPr>
        <p:spPr bwMode="auto">
          <a:xfrm>
            <a:off x="6400800" y="55626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-3</a:t>
            </a:r>
          </a:p>
        </p:txBody>
      </p:sp>
      <p:sp>
        <p:nvSpPr>
          <p:cNvPr id="19530" name="Text Box 76">
            <a:extLst>
              <a:ext uri="{FF2B5EF4-FFF2-40B4-BE49-F238E27FC236}">
                <a16:creationId xmlns:a16="http://schemas.microsoft.com/office/drawing/2014/main" id="{0686E00F-9F61-4299-92C1-3A4E38438AA3}"/>
              </a:ext>
            </a:extLst>
          </p:cNvPr>
          <p:cNvSpPr txBox="1">
            <a:spLocks noChangeArrowheads="1"/>
          </p:cNvSpPr>
          <p:nvPr/>
        </p:nvSpPr>
        <p:spPr bwMode="auto">
          <a:xfrm>
            <a:off x="5943600" y="5562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70</a:t>
            </a:r>
          </a:p>
        </p:txBody>
      </p:sp>
      <p:sp>
        <p:nvSpPr>
          <p:cNvPr id="19531" name="Text Box 77">
            <a:extLst>
              <a:ext uri="{FF2B5EF4-FFF2-40B4-BE49-F238E27FC236}">
                <a16:creationId xmlns:a16="http://schemas.microsoft.com/office/drawing/2014/main" id="{C3D3BDA3-E8FA-49FA-83F9-263276BB3DE0}"/>
              </a:ext>
            </a:extLst>
          </p:cNvPr>
          <p:cNvSpPr txBox="1">
            <a:spLocks noChangeArrowheads="1"/>
          </p:cNvSpPr>
          <p:nvPr/>
        </p:nvSpPr>
        <p:spPr bwMode="auto">
          <a:xfrm>
            <a:off x="5486400" y="5562601"/>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4</a:t>
            </a:r>
          </a:p>
        </p:txBody>
      </p:sp>
      <p:sp>
        <p:nvSpPr>
          <p:cNvPr id="19532" name="Text Box 78">
            <a:extLst>
              <a:ext uri="{FF2B5EF4-FFF2-40B4-BE49-F238E27FC236}">
                <a16:creationId xmlns:a16="http://schemas.microsoft.com/office/drawing/2014/main" id="{1FAC3C30-559C-40BC-B1AF-D4153869ACB3}"/>
              </a:ext>
            </a:extLst>
          </p:cNvPr>
          <p:cNvSpPr txBox="1">
            <a:spLocks noChangeArrowheads="1"/>
          </p:cNvSpPr>
          <p:nvPr/>
        </p:nvSpPr>
        <p:spPr bwMode="auto">
          <a:xfrm>
            <a:off x="5029200" y="5562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12</a:t>
            </a:r>
          </a:p>
        </p:txBody>
      </p:sp>
      <p:sp>
        <p:nvSpPr>
          <p:cNvPr id="19533" name="Text Box 79">
            <a:extLst>
              <a:ext uri="{FF2B5EF4-FFF2-40B4-BE49-F238E27FC236}">
                <a16:creationId xmlns:a16="http://schemas.microsoft.com/office/drawing/2014/main" id="{B648D0B2-23D8-43CC-8FC3-114FAB626769}"/>
              </a:ext>
            </a:extLst>
          </p:cNvPr>
          <p:cNvSpPr txBox="1">
            <a:spLocks noChangeArrowheads="1"/>
          </p:cNvSpPr>
          <p:nvPr/>
        </p:nvSpPr>
        <p:spPr bwMode="auto">
          <a:xfrm>
            <a:off x="4267200" y="55626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-3</a:t>
            </a:r>
          </a:p>
        </p:txBody>
      </p:sp>
      <p:sp>
        <p:nvSpPr>
          <p:cNvPr id="19534" name="Text Box 80">
            <a:extLst>
              <a:ext uri="{FF2B5EF4-FFF2-40B4-BE49-F238E27FC236}">
                <a16:creationId xmlns:a16="http://schemas.microsoft.com/office/drawing/2014/main" id="{E1560071-CA0C-4E5F-ACFD-C811BF157290}"/>
              </a:ext>
            </a:extLst>
          </p:cNvPr>
          <p:cNvSpPr txBox="1">
            <a:spLocks noChangeArrowheads="1"/>
          </p:cNvSpPr>
          <p:nvPr/>
        </p:nvSpPr>
        <p:spPr bwMode="auto">
          <a:xfrm>
            <a:off x="3581400" y="5562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21</a:t>
            </a:r>
          </a:p>
        </p:txBody>
      </p:sp>
      <p:sp>
        <p:nvSpPr>
          <p:cNvPr id="19535" name="Text Box 81">
            <a:extLst>
              <a:ext uri="{FF2B5EF4-FFF2-40B4-BE49-F238E27FC236}">
                <a16:creationId xmlns:a16="http://schemas.microsoft.com/office/drawing/2014/main" id="{12433F4E-B0DB-4929-9BBC-4762BF19ECAC}"/>
              </a:ext>
            </a:extLst>
          </p:cNvPr>
          <p:cNvSpPr txBox="1">
            <a:spLocks noChangeArrowheads="1"/>
          </p:cNvSpPr>
          <p:nvPr/>
        </p:nvSpPr>
        <p:spPr bwMode="auto">
          <a:xfrm>
            <a:off x="3048000" y="5562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28</a:t>
            </a:r>
          </a:p>
        </p:txBody>
      </p:sp>
      <p:sp>
        <p:nvSpPr>
          <p:cNvPr id="19536" name="Text Box 82">
            <a:extLst>
              <a:ext uri="{FF2B5EF4-FFF2-40B4-BE49-F238E27FC236}">
                <a16:creationId xmlns:a16="http://schemas.microsoft.com/office/drawing/2014/main" id="{6710C098-250D-4A1F-BDA3-BD63701E4A5A}"/>
              </a:ext>
            </a:extLst>
          </p:cNvPr>
          <p:cNvSpPr txBox="1">
            <a:spLocks noChangeArrowheads="1"/>
          </p:cNvSpPr>
          <p:nvPr/>
        </p:nvSpPr>
        <p:spPr bwMode="auto">
          <a:xfrm>
            <a:off x="2590800" y="5562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23</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AF4AF9FF-C2AE-48B6-BEC7-EA7BE0102824}"/>
              </a:ext>
            </a:extLst>
          </p:cNvPr>
          <p:cNvSpPr>
            <a:spLocks noGrp="1" noChangeArrowheads="1"/>
          </p:cNvSpPr>
          <p:nvPr>
            <p:ph type="title"/>
          </p:nvPr>
        </p:nvSpPr>
        <p:spPr/>
        <p:txBody>
          <a:bodyPr/>
          <a:lstStyle/>
          <a:p>
            <a:pPr eaLnBrk="1" hangingPunct="1"/>
            <a:r>
              <a:rPr lang="en-US" altLang="en-US"/>
              <a:t>Minimax Tree Evaluation</a:t>
            </a:r>
          </a:p>
        </p:txBody>
      </p:sp>
      <p:sp>
        <p:nvSpPr>
          <p:cNvPr id="21507" name="Rectangle 3">
            <a:extLst>
              <a:ext uri="{FF2B5EF4-FFF2-40B4-BE49-F238E27FC236}">
                <a16:creationId xmlns:a16="http://schemas.microsoft.com/office/drawing/2014/main" id="{5535450D-8CC6-4884-89CC-BE73BFC79D96}"/>
              </a:ext>
            </a:extLst>
          </p:cNvPr>
          <p:cNvSpPr>
            <a:spLocks noGrp="1" noChangeArrowheads="1"/>
          </p:cNvSpPr>
          <p:nvPr>
            <p:ph type="body" idx="1"/>
          </p:nvPr>
        </p:nvSpPr>
        <p:spPr/>
        <p:txBody>
          <a:bodyPr/>
          <a:lstStyle/>
          <a:p>
            <a:pPr eaLnBrk="1" hangingPunct="1"/>
            <a:r>
              <a:rPr lang="en-US" altLang="en-US"/>
              <a:t>At each min node, assign the minimum of all utility values at children</a:t>
            </a:r>
          </a:p>
          <a:p>
            <a:pPr lvl="1" eaLnBrk="1" hangingPunct="1"/>
            <a:r>
              <a:rPr lang="en-US" altLang="en-US"/>
              <a:t>Player 2 chooses the best available move</a:t>
            </a:r>
          </a:p>
          <a:p>
            <a:pPr eaLnBrk="1" hangingPunct="1"/>
            <a:r>
              <a:rPr lang="en-US" altLang="en-US"/>
              <a:t>At each max node, assign the maximum of all utility values at children</a:t>
            </a:r>
          </a:p>
          <a:p>
            <a:pPr lvl="1" eaLnBrk="1" hangingPunct="1"/>
            <a:r>
              <a:rPr lang="en-US" altLang="en-US"/>
              <a:t>Player 1 chooses best available move</a:t>
            </a:r>
          </a:p>
          <a:p>
            <a:pPr eaLnBrk="1" hangingPunct="1"/>
            <a:r>
              <a:rPr lang="en-US" altLang="en-US"/>
              <a:t>Push values from leaves to top of tree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E0A64C56-E4AD-4996-9D1E-BF484AE6F03E}"/>
              </a:ext>
            </a:extLst>
          </p:cNvPr>
          <p:cNvSpPr>
            <a:spLocks noGrp="1" noChangeArrowheads="1"/>
          </p:cNvSpPr>
          <p:nvPr>
            <p:ph type="title"/>
          </p:nvPr>
        </p:nvSpPr>
        <p:spPr/>
        <p:txBody>
          <a:bodyPr/>
          <a:lstStyle/>
          <a:p>
            <a:pPr eaLnBrk="1" hangingPunct="1"/>
            <a:r>
              <a:rPr lang="en-US" altLang="en-US"/>
              <a:t>Minimax tree</a:t>
            </a:r>
          </a:p>
        </p:txBody>
      </p:sp>
      <p:sp>
        <p:nvSpPr>
          <p:cNvPr id="23555" name="AutoShape 3">
            <a:extLst>
              <a:ext uri="{FF2B5EF4-FFF2-40B4-BE49-F238E27FC236}">
                <a16:creationId xmlns:a16="http://schemas.microsoft.com/office/drawing/2014/main" id="{5EC016F2-097B-4EA0-9F17-5A730805A5C2}"/>
              </a:ext>
            </a:extLst>
          </p:cNvPr>
          <p:cNvSpPr>
            <a:spLocks noChangeArrowheads="1"/>
          </p:cNvSpPr>
          <p:nvPr/>
        </p:nvSpPr>
        <p:spPr bwMode="auto">
          <a:xfrm>
            <a:off x="6248400" y="16002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3556" name="AutoShape 4">
            <a:extLst>
              <a:ext uri="{FF2B5EF4-FFF2-40B4-BE49-F238E27FC236}">
                <a16:creationId xmlns:a16="http://schemas.microsoft.com/office/drawing/2014/main" id="{F5ECCFED-DFA1-4CE4-8A77-0B5DC26CDF16}"/>
              </a:ext>
            </a:extLst>
          </p:cNvPr>
          <p:cNvSpPr>
            <a:spLocks noChangeArrowheads="1"/>
          </p:cNvSpPr>
          <p:nvPr/>
        </p:nvSpPr>
        <p:spPr bwMode="auto">
          <a:xfrm rot="10800000">
            <a:off x="3581400" y="25908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3557" name="AutoShape 5">
            <a:extLst>
              <a:ext uri="{FF2B5EF4-FFF2-40B4-BE49-F238E27FC236}">
                <a16:creationId xmlns:a16="http://schemas.microsoft.com/office/drawing/2014/main" id="{7FF5A0FA-F2F0-4445-AA30-D224B1BA2099}"/>
              </a:ext>
            </a:extLst>
          </p:cNvPr>
          <p:cNvSpPr>
            <a:spLocks noChangeArrowheads="1"/>
          </p:cNvSpPr>
          <p:nvPr/>
        </p:nvSpPr>
        <p:spPr bwMode="auto">
          <a:xfrm rot="10800000">
            <a:off x="8534400" y="25908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3558" name="AutoShape 6">
            <a:extLst>
              <a:ext uri="{FF2B5EF4-FFF2-40B4-BE49-F238E27FC236}">
                <a16:creationId xmlns:a16="http://schemas.microsoft.com/office/drawing/2014/main" id="{8B7A6B29-6823-4B1F-A0DD-6E0C9F7CE7D9}"/>
              </a:ext>
            </a:extLst>
          </p:cNvPr>
          <p:cNvSpPr>
            <a:spLocks noChangeArrowheads="1"/>
          </p:cNvSpPr>
          <p:nvPr/>
        </p:nvSpPr>
        <p:spPr bwMode="auto">
          <a:xfrm rot="10800000">
            <a:off x="6248400" y="25908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3559" name="Text Box 7">
            <a:extLst>
              <a:ext uri="{FF2B5EF4-FFF2-40B4-BE49-F238E27FC236}">
                <a16:creationId xmlns:a16="http://schemas.microsoft.com/office/drawing/2014/main" id="{2485C12C-C811-497E-BC30-D69D91938B70}"/>
              </a:ext>
            </a:extLst>
          </p:cNvPr>
          <p:cNvSpPr txBox="1">
            <a:spLocks noChangeArrowheads="1"/>
          </p:cNvSpPr>
          <p:nvPr/>
        </p:nvSpPr>
        <p:spPr bwMode="auto">
          <a:xfrm>
            <a:off x="1736725" y="1560513"/>
            <a:ext cx="615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Max</a:t>
            </a:r>
          </a:p>
        </p:txBody>
      </p:sp>
      <p:sp>
        <p:nvSpPr>
          <p:cNvPr id="23560" name="Text Box 8">
            <a:extLst>
              <a:ext uri="{FF2B5EF4-FFF2-40B4-BE49-F238E27FC236}">
                <a16:creationId xmlns:a16="http://schemas.microsoft.com/office/drawing/2014/main" id="{8555CC27-500F-4C83-8574-EB19E8FA9A1D}"/>
              </a:ext>
            </a:extLst>
          </p:cNvPr>
          <p:cNvSpPr txBox="1">
            <a:spLocks noChangeArrowheads="1"/>
          </p:cNvSpPr>
          <p:nvPr/>
        </p:nvSpPr>
        <p:spPr bwMode="auto">
          <a:xfrm>
            <a:off x="1752600" y="5181601"/>
            <a:ext cx="552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Min</a:t>
            </a:r>
          </a:p>
        </p:txBody>
      </p:sp>
      <p:sp>
        <p:nvSpPr>
          <p:cNvPr id="23561" name="Text Box 9">
            <a:extLst>
              <a:ext uri="{FF2B5EF4-FFF2-40B4-BE49-F238E27FC236}">
                <a16:creationId xmlns:a16="http://schemas.microsoft.com/office/drawing/2014/main" id="{47F6EEFD-C0F3-4BED-AA62-6133B9E60E6B}"/>
              </a:ext>
            </a:extLst>
          </p:cNvPr>
          <p:cNvSpPr txBox="1">
            <a:spLocks noChangeArrowheads="1"/>
          </p:cNvSpPr>
          <p:nvPr/>
        </p:nvSpPr>
        <p:spPr bwMode="auto">
          <a:xfrm>
            <a:off x="1752600" y="3810001"/>
            <a:ext cx="615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Max</a:t>
            </a:r>
          </a:p>
        </p:txBody>
      </p:sp>
      <p:sp>
        <p:nvSpPr>
          <p:cNvPr id="23562" name="Text Box 10">
            <a:extLst>
              <a:ext uri="{FF2B5EF4-FFF2-40B4-BE49-F238E27FC236}">
                <a16:creationId xmlns:a16="http://schemas.microsoft.com/office/drawing/2014/main" id="{C32FD740-931B-4D7C-8A92-017BA0052028}"/>
              </a:ext>
            </a:extLst>
          </p:cNvPr>
          <p:cNvSpPr txBox="1">
            <a:spLocks noChangeArrowheads="1"/>
          </p:cNvSpPr>
          <p:nvPr/>
        </p:nvSpPr>
        <p:spPr bwMode="auto">
          <a:xfrm>
            <a:off x="1752600" y="2590801"/>
            <a:ext cx="552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Min</a:t>
            </a:r>
          </a:p>
        </p:txBody>
      </p:sp>
      <p:sp>
        <p:nvSpPr>
          <p:cNvPr id="23563" name="AutoShape 11">
            <a:extLst>
              <a:ext uri="{FF2B5EF4-FFF2-40B4-BE49-F238E27FC236}">
                <a16:creationId xmlns:a16="http://schemas.microsoft.com/office/drawing/2014/main" id="{2E638ED9-1C8C-47BE-B777-F5A7448722C8}"/>
              </a:ext>
            </a:extLst>
          </p:cNvPr>
          <p:cNvSpPr>
            <a:spLocks noChangeArrowheads="1"/>
          </p:cNvSpPr>
          <p:nvPr/>
        </p:nvSpPr>
        <p:spPr bwMode="auto">
          <a:xfrm>
            <a:off x="92202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3564" name="AutoShape 12">
            <a:extLst>
              <a:ext uri="{FF2B5EF4-FFF2-40B4-BE49-F238E27FC236}">
                <a16:creationId xmlns:a16="http://schemas.microsoft.com/office/drawing/2014/main" id="{D0F98787-1259-4C4B-B21C-6BD8F3ECB2D4}"/>
              </a:ext>
            </a:extLst>
          </p:cNvPr>
          <p:cNvSpPr>
            <a:spLocks noChangeArrowheads="1"/>
          </p:cNvSpPr>
          <p:nvPr/>
        </p:nvSpPr>
        <p:spPr bwMode="auto">
          <a:xfrm>
            <a:off x="86868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3565" name="AutoShape 13">
            <a:extLst>
              <a:ext uri="{FF2B5EF4-FFF2-40B4-BE49-F238E27FC236}">
                <a16:creationId xmlns:a16="http://schemas.microsoft.com/office/drawing/2014/main" id="{6D150F83-D447-4975-B082-DADADF59E26B}"/>
              </a:ext>
            </a:extLst>
          </p:cNvPr>
          <p:cNvSpPr>
            <a:spLocks noChangeArrowheads="1"/>
          </p:cNvSpPr>
          <p:nvPr/>
        </p:nvSpPr>
        <p:spPr bwMode="auto">
          <a:xfrm>
            <a:off x="81534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3566" name="AutoShape 14">
            <a:extLst>
              <a:ext uri="{FF2B5EF4-FFF2-40B4-BE49-F238E27FC236}">
                <a16:creationId xmlns:a16="http://schemas.microsoft.com/office/drawing/2014/main" id="{4ED4441D-7F5A-4F8C-B8B9-3A7593EA13DB}"/>
              </a:ext>
            </a:extLst>
          </p:cNvPr>
          <p:cNvSpPr>
            <a:spLocks noChangeArrowheads="1"/>
          </p:cNvSpPr>
          <p:nvPr/>
        </p:nvSpPr>
        <p:spPr bwMode="auto">
          <a:xfrm>
            <a:off x="66294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3567" name="AutoShape 15">
            <a:extLst>
              <a:ext uri="{FF2B5EF4-FFF2-40B4-BE49-F238E27FC236}">
                <a16:creationId xmlns:a16="http://schemas.microsoft.com/office/drawing/2014/main" id="{B00E643B-3469-436B-8F1B-E8B9C87805B6}"/>
              </a:ext>
            </a:extLst>
          </p:cNvPr>
          <p:cNvSpPr>
            <a:spLocks noChangeArrowheads="1"/>
          </p:cNvSpPr>
          <p:nvPr/>
        </p:nvSpPr>
        <p:spPr bwMode="auto">
          <a:xfrm>
            <a:off x="60198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3568" name="AutoShape 16">
            <a:extLst>
              <a:ext uri="{FF2B5EF4-FFF2-40B4-BE49-F238E27FC236}">
                <a16:creationId xmlns:a16="http://schemas.microsoft.com/office/drawing/2014/main" id="{75F9BBA4-409C-40D8-BB2B-404FE3B3C90E}"/>
              </a:ext>
            </a:extLst>
          </p:cNvPr>
          <p:cNvSpPr>
            <a:spLocks noChangeArrowheads="1"/>
          </p:cNvSpPr>
          <p:nvPr/>
        </p:nvSpPr>
        <p:spPr bwMode="auto">
          <a:xfrm>
            <a:off x="54102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3569" name="AutoShape 17">
            <a:extLst>
              <a:ext uri="{FF2B5EF4-FFF2-40B4-BE49-F238E27FC236}">
                <a16:creationId xmlns:a16="http://schemas.microsoft.com/office/drawing/2014/main" id="{C5F1D355-653F-4397-BF62-EAF83D7C9C1E}"/>
              </a:ext>
            </a:extLst>
          </p:cNvPr>
          <p:cNvSpPr>
            <a:spLocks noChangeArrowheads="1"/>
          </p:cNvSpPr>
          <p:nvPr/>
        </p:nvSpPr>
        <p:spPr bwMode="auto">
          <a:xfrm>
            <a:off x="38862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3570" name="AutoShape 18">
            <a:extLst>
              <a:ext uri="{FF2B5EF4-FFF2-40B4-BE49-F238E27FC236}">
                <a16:creationId xmlns:a16="http://schemas.microsoft.com/office/drawing/2014/main" id="{D136CDF9-320E-4A85-844C-C113BD94FD8A}"/>
              </a:ext>
            </a:extLst>
          </p:cNvPr>
          <p:cNvSpPr>
            <a:spLocks noChangeArrowheads="1"/>
          </p:cNvSpPr>
          <p:nvPr/>
        </p:nvSpPr>
        <p:spPr bwMode="auto">
          <a:xfrm>
            <a:off x="32004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3571" name="AutoShape 19">
            <a:extLst>
              <a:ext uri="{FF2B5EF4-FFF2-40B4-BE49-F238E27FC236}">
                <a16:creationId xmlns:a16="http://schemas.microsoft.com/office/drawing/2014/main" id="{872047D8-4396-4579-A27A-9D9C19A8FF42}"/>
              </a:ext>
            </a:extLst>
          </p:cNvPr>
          <p:cNvSpPr>
            <a:spLocks noChangeArrowheads="1"/>
          </p:cNvSpPr>
          <p:nvPr/>
        </p:nvSpPr>
        <p:spPr bwMode="auto">
          <a:xfrm>
            <a:off x="72390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3572" name="AutoShape 20">
            <a:extLst>
              <a:ext uri="{FF2B5EF4-FFF2-40B4-BE49-F238E27FC236}">
                <a16:creationId xmlns:a16="http://schemas.microsoft.com/office/drawing/2014/main" id="{D7C8448B-A64D-4F2C-83F0-CEFB4577795B}"/>
              </a:ext>
            </a:extLst>
          </p:cNvPr>
          <p:cNvSpPr>
            <a:spLocks noChangeArrowheads="1"/>
          </p:cNvSpPr>
          <p:nvPr/>
        </p:nvSpPr>
        <p:spPr bwMode="auto">
          <a:xfrm rot="10800000">
            <a:off x="102108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3573" name="AutoShape 21">
            <a:extLst>
              <a:ext uri="{FF2B5EF4-FFF2-40B4-BE49-F238E27FC236}">
                <a16:creationId xmlns:a16="http://schemas.microsoft.com/office/drawing/2014/main" id="{3F2EC2C8-A6FC-48CA-87ED-7CDBC27CAD87}"/>
              </a:ext>
            </a:extLst>
          </p:cNvPr>
          <p:cNvSpPr>
            <a:spLocks noChangeArrowheads="1"/>
          </p:cNvSpPr>
          <p:nvPr/>
        </p:nvSpPr>
        <p:spPr bwMode="auto">
          <a:xfrm rot="10800000">
            <a:off x="78486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3574" name="AutoShape 22">
            <a:extLst>
              <a:ext uri="{FF2B5EF4-FFF2-40B4-BE49-F238E27FC236}">
                <a16:creationId xmlns:a16="http://schemas.microsoft.com/office/drawing/2014/main" id="{87F1409A-748A-48FB-B0FC-A4F258B56C0D}"/>
              </a:ext>
            </a:extLst>
          </p:cNvPr>
          <p:cNvSpPr>
            <a:spLocks noChangeArrowheads="1"/>
          </p:cNvSpPr>
          <p:nvPr/>
        </p:nvSpPr>
        <p:spPr bwMode="auto">
          <a:xfrm rot="10800000">
            <a:off x="98298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3575" name="AutoShape 23">
            <a:extLst>
              <a:ext uri="{FF2B5EF4-FFF2-40B4-BE49-F238E27FC236}">
                <a16:creationId xmlns:a16="http://schemas.microsoft.com/office/drawing/2014/main" id="{893765CD-D568-420B-9DDE-C6ACE1F5BCDA}"/>
              </a:ext>
            </a:extLst>
          </p:cNvPr>
          <p:cNvSpPr>
            <a:spLocks noChangeArrowheads="1"/>
          </p:cNvSpPr>
          <p:nvPr/>
        </p:nvSpPr>
        <p:spPr bwMode="auto">
          <a:xfrm rot="10800000">
            <a:off x="93726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3576" name="AutoShape 24">
            <a:extLst>
              <a:ext uri="{FF2B5EF4-FFF2-40B4-BE49-F238E27FC236}">
                <a16:creationId xmlns:a16="http://schemas.microsoft.com/office/drawing/2014/main" id="{DFEE973A-477D-4645-93B1-208DF02D4387}"/>
              </a:ext>
            </a:extLst>
          </p:cNvPr>
          <p:cNvSpPr>
            <a:spLocks noChangeArrowheads="1"/>
          </p:cNvSpPr>
          <p:nvPr/>
        </p:nvSpPr>
        <p:spPr bwMode="auto">
          <a:xfrm rot="10800000">
            <a:off x="89154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3577" name="AutoShape 25">
            <a:extLst>
              <a:ext uri="{FF2B5EF4-FFF2-40B4-BE49-F238E27FC236}">
                <a16:creationId xmlns:a16="http://schemas.microsoft.com/office/drawing/2014/main" id="{213ABB69-3F91-4394-94BD-9FE58BDA89F2}"/>
              </a:ext>
            </a:extLst>
          </p:cNvPr>
          <p:cNvSpPr>
            <a:spLocks noChangeArrowheads="1"/>
          </p:cNvSpPr>
          <p:nvPr/>
        </p:nvSpPr>
        <p:spPr bwMode="auto">
          <a:xfrm rot="10800000">
            <a:off x="84582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3578" name="AutoShape 26">
            <a:extLst>
              <a:ext uri="{FF2B5EF4-FFF2-40B4-BE49-F238E27FC236}">
                <a16:creationId xmlns:a16="http://schemas.microsoft.com/office/drawing/2014/main" id="{5704D338-241D-40E8-9595-39610428D2C5}"/>
              </a:ext>
            </a:extLst>
          </p:cNvPr>
          <p:cNvSpPr>
            <a:spLocks noChangeArrowheads="1"/>
          </p:cNvSpPr>
          <p:nvPr/>
        </p:nvSpPr>
        <p:spPr bwMode="auto">
          <a:xfrm rot="10800000">
            <a:off x="73914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3579" name="AutoShape 27">
            <a:extLst>
              <a:ext uri="{FF2B5EF4-FFF2-40B4-BE49-F238E27FC236}">
                <a16:creationId xmlns:a16="http://schemas.microsoft.com/office/drawing/2014/main" id="{37006EF6-D72B-4865-894F-4AC797812F3C}"/>
              </a:ext>
            </a:extLst>
          </p:cNvPr>
          <p:cNvSpPr>
            <a:spLocks noChangeArrowheads="1"/>
          </p:cNvSpPr>
          <p:nvPr/>
        </p:nvSpPr>
        <p:spPr bwMode="auto">
          <a:xfrm rot="10800000">
            <a:off x="69342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3580" name="AutoShape 28">
            <a:extLst>
              <a:ext uri="{FF2B5EF4-FFF2-40B4-BE49-F238E27FC236}">
                <a16:creationId xmlns:a16="http://schemas.microsoft.com/office/drawing/2014/main" id="{543ECB47-230B-4137-AD76-56F3F83008D7}"/>
              </a:ext>
            </a:extLst>
          </p:cNvPr>
          <p:cNvSpPr>
            <a:spLocks noChangeArrowheads="1"/>
          </p:cNvSpPr>
          <p:nvPr/>
        </p:nvSpPr>
        <p:spPr bwMode="auto">
          <a:xfrm rot="10800000">
            <a:off x="64770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3581" name="AutoShape 29">
            <a:extLst>
              <a:ext uri="{FF2B5EF4-FFF2-40B4-BE49-F238E27FC236}">
                <a16:creationId xmlns:a16="http://schemas.microsoft.com/office/drawing/2014/main" id="{EDE7416A-A039-4D56-964E-80B4A8B5CE99}"/>
              </a:ext>
            </a:extLst>
          </p:cNvPr>
          <p:cNvSpPr>
            <a:spLocks noChangeArrowheads="1"/>
          </p:cNvSpPr>
          <p:nvPr/>
        </p:nvSpPr>
        <p:spPr bwMode="auto">
          <a:xfrm rot="10800000">
            <a:off x="60198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3582" name="AutoShape 30">
            <a:extLst>
              <a:ext uri="{FF2B5EF4-FFF2-40B4-BE49-F238E27FC236}">
                <a16:creationId xmlns:a16="http://schemas.microsoft.com/office/drawing/2014/main" id="{7ED3F025-5512-4185-BCD4-3883F975EF65}"/>
              </a:ext>
            </a:extLst>
          </p:cNvPr>
          <p:cNvSpPr>
            <a:spLocks noChangeArrowheads="1"/>
          </p:cNvSpPr>
          <p:nvPr/>
        </p:nvSpPr>
        <p:spPr bwMode="auto">
          <a:xfrm rot="10800000">
            <a:off x="55626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3583" name="AutoShape 31">
            <a:extLst>
              <a:ext uri="{FF2B5EF4-FFF2-40B4-BE49-F238E27FC236}">
                <a16:creationId xmlns:a16="http://schemas.microsoft.com/office/drawing/2014/main" id="{B83FBD1F-019D-4326-B3FF-019906E35950}"/>
              </a:ext>
            </a:extLst>
          </p:cNvPr>
          <p:cNvSpPr>
            <a:spLocks noChangeArrowheads="1"/>
          </p:cNvSpPr>
          <p:nvPr/>
        </p:nvSpPr>
        <p:spPr bwMode="auto">
          <a:xfrm rot="10800000">
            <a:off x="51054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3584" name="AutoShape 32">
            <a:extLst>
              <a:ext uri="{FF2B5EF4-FFF2-40B4-BE49-F238E27FC236}">
                <a16:creationId xmlns:a16="http://schemas.microsoft.com/office/drawing/2014/main" id="{951AE9A3-9A94-492E-9F7D-FEA61027B5F0}"/>
              </a:ext>
            </a:extLst>
          </p:cNvPr>
          <p:cNvSpPr>
            <a:spLocks noChangeArrowheads="1"/>
          </p:cNvSpPr>
          <p:nvPr/>
        </p:nvSpPr>
        <p:spPr bwMode="auto">
          <a:xfrm rot="10800000">
            <a:off x="42672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3585" name="AutoShape 33">
            <a:extLst>
              <a:ext uri="{FF2B5EF4-FFF2-40B4-BE49-F238E27FC236}">
                <a16:creationId xmlns:a16="http://schemas.microsoft.com/office/drawing/2014/main" id="{D827C047-C7B9-4759-9C0F-014B5ABC6491}"/>
              </a:ext>
            </a:extLst>
          </p:cNvPr>
          <p:cNvSpPr>
            <a:spLocks noChangeArrowheads="1"/>
          </p:cNvSpPr>
          <p:nvPr/>
        </p:nvSpPr>
        <p:spPr bwMode="auto">
          <a:xfrm rot="10800000">
            <a:off x="35814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3586" name="AutoShape 34">
            <a:extLst>
              <a:ext uri="{FF2B5EF4-FFF2-40B4-BE49-F238E27FC236}">
                <a16:creationId xmlns:a16="http://schemas.microsoft.com/office/drawing/2014/main" id="{F825F7D0-A6FB-48A5-ACEE-9FA332E9E523}"/>
              </a:ext>
            </a:extLst>
          </p:cNvPr>
          <p:cNvSpPr>
            <a:spLocks noChangeArrowheads="1"/>
          </p:cNvSpPr>
          <p:nvPr/>
        </p:nvSpPr>
        <p:spPr bwMode="auto">
          <a:xfrm rot="10800000">
            <a:off x="31242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3587" name="AutoShape 35">
            <a:extLst>
              <a:ext uri="{FF2B5EF4-FFF2-40B4-BE49-F238E27FC236}">
                <a16:creationId xmlns:a16="http://schemas.microsoft.com/office/drawing/2014/main" id="{0F4964BF-DEE7-49DF-97A4-C37F6AC11C70}"/>
              </a:ext>
            </a:extLst>
          </p:cNvPr>
          <p:cNvSpPr>
            <a:spLocks noChangeArrowheads="1"/>
          </p:cNvSpPr>
          <p:nvPr/>
        </p:nvSpPr>
        <p:spPr bwMode="auto">
          <a:xfrm rot="10800000">
            <a:off x="26670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3588" name="Line 36">
            <a:extLst>
              <a:ext uri="{FF2B5EF4-FFF2-40B4-BE49-F238E27FC236}">
                <a16:creationId xmlns:a16="http://schemas.microsoft.com/office/drawing/2014/main" id="{1A14D5F5-C6E5-42C0-8E54-F7969E85F784}"/>
              </a:ext>
            </a:extLst>
          </p:cNvPr>
          <p:cNvSpPr>
            <a:spLocks noChangeShapeType="1"/>
          </p:cNvSpPr>
          <p:nvPr/>
        </p:nvSpPr>
        <p:spPr bwMode="auto">
          <a:xfrm flipH="1">
            <a:off x="3810000" y="1981200"/>
            <a:ext cx="26670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3589" name="Line 37">
            <a:extLst>
              <a:ext uri="{FF2B5EF4-FFF2-40B4-BE49-F238E27FC236}">
                <a16:creationId xmlns:a16="http://schemas.microsoft.com/office/drawing/2014/main" id="{0720EA3A-E422-4DD2-8979-4AF556553E8A}"/>
              </a:ext>
            </a:extLst>
          </p:cNvPr>
          <p:cNvSpPr>
            <a:spLocks noChangeShapeType="1"/>
          </p:cNvSpPr>
          <p:nvPr/>
        </p:nvSpPr>
        <p:spPr bwMode="auto">
          <a:xfrm flipH="1">
            <a:off x="6477000" y="1981200"/>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3590" name="Line 38">
            <a:extLst>
              <a:ext uri="{FF2B5EF4-FFF2-40B4-BE49-F238E27FC236}">
                <a16:creationId xmlns:a16="http://schemas.microsoft.com/office/drawing/2014/main" id="{F8EED224-005E-4A49-87DC-7B0E177D7EC8}"/>
              </a:ext>
            </a:extLst>
          </p:cNvPr>
          <p:cNvSpPr>
            <a:spLocks noChangeShapeType="1"/>
          </p:cNvSpPr>
          <p:nvPr/>
        </p:nvSpPr>
        <p:spPr bwMode="auto">
          <a:xfrm>
            <a:off x="6477000" y="1981200"/>
            <a:ext cx="22860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3591" name="Line 39">
            <a:extLst>
              <a:ext uri="{FF2B5EF4-FFF2-40B4-BE49-F238E27FC236}">
                <a16:creationId xmlns:a16="http://schemas.microsoft.com/office/drawing/2014/main" id="{4BE84FD0-6BDC-4C5E-98BC-A462B9E079CE}"/>
              </a:ext>
            </a:extLst>
          </p:cNvPr>
          <p:cNvSpPr>
            <a:spLocks noChangeShapeType="1"/>
          </p:cNvSpPr>
          <p:nvPr/>
        </p:nvSpPr>
        <p:spPr bwMode="auto">
          <a:xfrm flipH="1">
            <a:off x="3429000" y="2971800"/>
            <a:ext cx="3810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3592" name="Line 40">
            <a:extLst>
              <a:ext uri="{FF2B5EF4-FFF2-40B4-BE49-F238E27FC236}">
                <a16:creationId xmlns:a16="http://schemas.microsoft.com/office/drawing/2014/main" id="{FF868B14-7AA1-49F8-B509-A59EB4881ED3}"/>
              </a:ext>
            </a:extLst>
          </p:cNvPr>
          <p:cNvSpPr>
            <a:spLocks noChangeShapeType="1"/>
          </p:cNvSpPr>
          <p:nvPr/>
        </p:nvSpPr>
        <p:spPr bwMode="auto">
          <a:xfrm>
            <a:off x="3810000" y="2971800"/>
            <a:ext cx="3048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3593" name="Line 41">
            <a:extLst>
              <a:ext uri="{FF2B5EF4-FFF2-40B4-BE49-F238E27FC236}">
                <a16:creationId xmlns:a16="http://schemas.microsoft.com/office/drawing/2014/main" id="{A033D0A1-0719-4DB6-A0D2-5486A02DD4FB}"/>
              </a:ext>
            </a:extLst>
          </p:cNvPr>
          <p:cNvSpPr>
            <a:spLocks noChangeShapeType="1"/>
          </p:cNvSpPr>
          <p:nvPr/>
        </p:nvSpPr>
        <p:spPr bwMode="auto">
          <a:xfrm flipH="1">
            <a:off x="5638800" y="2971800"/>
            <a:ext cx="8382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3594" name="Line 42">
            <a:extLst>
              <a:ext uri="{FF2B5EF4-FFF2-40B4-BE49-F238E27FC236}">
                <a16:creationId xmlns:a16="http://schemas.microsoft.com/office/drawing/2014/main" id="{4AE62D5B-367E-4DB2-BB3B-C5F1C4245BFD}"/>
              </a:ext>
            </a:extLst>
          </p:cNvPr>
          <p:cNvSpPr>
            <a:spLocks noChangeShapeType="1"/>
          </p:cNvSpPr>
          <p:nvPr/>
        </p:nvSpPr>
        <p:spPr bwMode="auto">
          <a:xfrm flipH="1">
            <a:off x="6248400" y="2971800"/>
            <a:ext cx="2286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3595" name="Line 43">
            <a:extLst>
              <a:ext uri="{FF2B5EF4-FFF2-40B4-BE49-F238E27FC236}">
                <a16:creationId xmlns:a16="http://schemas.microsoft.com/office/drawing/2014/main" id="{D8C9F460-4D04-4256-9567-2C6674121532}"/>
              </a:ext>
            </a:extLst>
          </p:cNvPr>
          <p:cNvSpPr>
            <a:spLocks noChangeShapeType="1"/>
          </p:cNvSpPr>
          <p:nvPr/>
        </p:nvSpPr>
        <p:spPr bwMode="auto">
          <a:xfrm>
            <a:off x="6477000" y="2971800"/>
            <a:ext cx="3810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3596" name="Line 44">
            <a:extLst>
              <a:ext uri="{FF2B5EF4-FFF2-40B4-BE49-F238E27FC236}">
                <a16:creationId xmlns:a16="http://schemas.microsoft.com/office/drawing/2014/main" id="{58CC7D85-A7E0-44CC-85F8-B85FB55C46CA}"/>
              </a:ext>
            </a:extLst>
          </p:cNvPr>
          <p:cNvSpPr>
            <a:spLocks noChangeShapeType="1"/>
          </p:cNvSpPr>
          <p:nvPr/>
        </p:nvSpPr>
        <p:spPr bwMode="auto">
          <a:xfrm>
            <a:off x="6477000" y="2971800"/>
            <a:ext cx="9906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3597" name="Line 45">
            <a:extLst>
              <a:ext uri="{FF2B5EF4-FFF2-40B4-BE49-F238E27FC236}">
                <a16:creationId xmlns:a16="http://schemas.microsoft.com/office/drawing/2014/main" id="{06F08795-6424-445A-A1C1-48B47B16439E}"/>
              </a:ext>
            </a:extLst>
          </p:cNvPr>
          <p:cNvSpPr>
            <a:spLocks noChangeShapeType="1"/>
          </p:cNvSpPr>
          <p:nvPr/>
        </p:nvSpPr>
        <p:spPr bwMode="auto">
          <a:xfrm flipH="1">
            <a:off x="8382000" y="2971800"/>
            <a:ext cx="3810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3598" name="Line 46">
            <a:extLst>
              <a:ext uri="{FF2B5EF4-FFF2-40B4-BE49-F238E27FC236}">
                <a16:creationId xmlns:a16="http://schemas.microsoft.com/office/drawing/2014/main" id="{EE552BCD-829B-4613-8923-3555C04E4E30}"/>
              </a:ext>
            </a:extLst>
          </p:cNvPr>
          <p:cNvSpPr>
            <a:spLocks noChangeShapeType="1"/>
          </p:cNvSpPr>
          <p:nvPr/>
        </p:nvSpPr>
        <p:spPr bwMode="auto">
          <a:xfrm>
            <a:off x="8763000" y="2971800"/>
            <a:ext cx="1524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3599" name="Line 47">
            <a:extLst>
              <a:ext uri="{FF2B5EF4-FFF2-40B4-BE49-F238E27FC236}">
                <a16:creationId xmlns:a16="http://schemas.microsoft.com/office/drawing/2014/main" id="{4567650A-2C29-4C05-9A4C-2B0418555B9E}"/>
              </a:ext>
            </a:extLst>
          </p:cNvPr>
          <p:cNvSpPr>
            <a:spLocks noChangeShapeType="1"/>
          </p:cNvSpPr>
          <p:nvPr/>
        </p:nvSpPr>
        <p:spPr bwMode="auto">
          <a:xfrm>
            <a:off x="8763000" y="2971800"/>
            <a:ext cx="6858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3600" name="Line 48">
            <a:extLst>
              <a:ext uri="{FF2B5EF4-FFF2-40B4-BE49-F238E27FC236}">
                <a16:creationId xmlns:a16="http://schemas.microsoft.com/office/drawing/2014/main" id="{338B863F-4640-4E4B-8A94-F6A4D8C924BD}"/>
              </a:ext>
            </a:extLst>
          </p:cNvPr>
          <p:cNvSpPr>
            <a:spLocks noChangeShapeType="1"/>
          </p:cNvSpPr>
          <p:nvPr/>
        </p:nvSpPr>
        <p:spPr bwMode="auto">
          <a:xfrm flipH="1">
            <a:off x="2895600" y="4038600"/>
            <a:ext cx="5334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3601" name="Line 49">
            <a:extLst>
              <a:ext uri="{FF2B5EF4-FFF2-40B4-BE49-F238E27FC236}">
                <a16:creationId xmlns:a16="http://schemas.microsoft.com/office/drawing/2014/main" id="{B4707930-A720-4977-BC9F-17CB244885CD}"/>
              </a:ext>
            </a:extLst>
          </p:cNvPr>
          <p:cNvSpPr>
            <a:spLocks noChangeShapeType="1"/>
          </p:cNvSpPr>
          <p:nvPr/>
        </p:nvSpPr>
        <p:spPr bwMode="auto">
          <a:xfrm>
            <a:off x="3429000" y="4038600"/>
            <a:ext cx="3810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3602" name="Line 50">
            <a:extLst>
              <a:ext uri="{FF2B5EF4-FFF2-40B4-BE49-F238E27FC236}">
                <a16:creationId xmlns:a16="http://schemas.microsoft.com/office/drawing/2014/main" id="{B2141B51-E99C-4258-B1D4-6F1A4540F0F8}"/>
              </a:ext>
            </a:extLst>
          </p:cNvPr>
          <p:cNvSpPr>
            <a:spLocks noChangeShapeType="1"/>
          </p:cNvSpPr>
          <p:nvPr/>
        </p:nvSpPr>
        <p:spPr bwMode="auto">
          <a:xfrm flipH="1">
            <a:off x="3352800" y="4038600"/>
            <a:ext cx="76200" cy="1143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3603" name="Line 51">
            <a:extLst>
              <a:ext uri="{FF2B5EF4-FFF2-40B4-BE49-F238E27FC236}">
                <a16:creationId xmlns:a16="http://schemas.microsoft.com/office/drawing/2014/main" id="{2BFABF4B-9539-4785-ADEE-6768C0FDC2D3}"/>
              </a:ext>
            </a:extLst>
          </p:cNvPr>
          <p:cNvSpPr>
            <a:spLocks noChangeShapeType="1"/>
          </p:cNvSpPr>
          <p:nvPr/>
        </p:nvSpPr>
        <p:spPr bwMode="auto">
          <a:xfrm>
            <a:off x="4114800" y="4038600"/>
            <a:ext cx="381000" cy="1143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3604" name="Line 52">
            <a:extLst>
              <a:ext uri="{FF2B5EF4-FFF2-40B4-BE49-F238E27FC236}">
                <a16:creationId xmlns:a16="http://schemas.microsoft.com/office/drawing/2014/main" id="{B5DA0B26-2DA2-41CD-96E3-355AE2058A4B}"/>
              </a:ext>
            </a:extLst>
          </p:cNvPr>
          <p:cNvSpPr>
            <a:spLocks noChangeShapeType="1"/>
          </p:cNvSpPr>
          <p:nvPr/>
        </p:nvSpPr>
        <p:spPr bwMode="auto">
          <a:xfrm flipH="1">
            <a:off x="5334000" y="4038600"/>
            <a:ext cx="304800" cy="1143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3605" name="Line 53">
            <a:extLst>
              <a:ext uri="{FF2B5EF4-FFF2-40B4-BE49-F238E27FC236}">
                <a16:creationId xmlns:a16="http://schemas.microsoft.com/office/drawing/2014/main" id="{66C1934D-A228-44E6-8F63-B9453383D00C}"/>
              </a:ext>
            </a:extLst>
          </p:cNvPr>
          <p:cNvSpPr>
            <a:spLocks noChangeShapeType="1"/>
          </p:cNvSpPr>
          <p:nvPr/>
        </p:nvSpPr>
        <p:spPr bwMode="auto">
          <a:xfrm>
            <a:off x="9448800" y="4038600"/>
            <a:ext cx="609600" cy="1143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3606" name="Line 54">
            <a:extLst>
              <a:ext uri="{FF2B5EF4-FFF2-40B4-BE49-F238E27FC236}">
                <a16:creationId xmlns:a16="http://schemas.microsoft.com/office/drawing/2014/main" id="{E5493D18-A26A-42B0-96AD-705321D97783}"/>
              </a:ext>
            </a:extLst>
          </p:cNvPr>
          <p:cNvSpPr>
            <a:spLocks noChangeShapeType="1"/>
          </p:cNvSpPr>
          <p:nvPr/>
        </p:nvSpPr>
        <p:spPr bwMode="auto">
          <a:xfrm>
            <a:off x="9448800" y="4038600"/>
            <a:ext cx="9906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3607" name="Line 55">
            <a:extLst>
              <a:ext uri="{FF2B5EF4-FFF2-40B4-BE49-F238E27FC236}">
                <a16:creationId xmlns:a16="http://schemas.microsoft.com/office/drawing/2014/main" id="{E7A6EDA0-492E-4173-8AD6-8FE2F8AAA0A6}"/>
              </a:ext>
            </a:extLst>
          </p:cNvPr>
          <p:cNvSpPr>
            <a:spLocks noChangeShapeType="1"/>
          </p:cNvSpPr>
          <p:nvPr/>
        </p:nvSpPr>
        <p:spPr bwMode="auto">
          <a:xfrm>
            <a:off x="8915400" y="4038600"/>
            <a:ext cx="685800" cy="1143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3608" name="Line 56">
            <a:extLst>
              <a:ext uri="{FF2B5EF4-FFF2-40B4-BE49-F238E27FC236}">
                <a16:creationId xmlns:a16="http://schemas.microsoft.com/office/drawing/2014/main" id="{537040D9-FD68-4FD3-BF31-83B2459ABE89}"/>
              </a:ext>
            </a:extLst>
          </p:cNvPr>
          <p:cNvSpPr>
            <a:spLocks noChangeShapeType="1"/>
          </p:cNvSpPr>
          <p:nvPr/>
        </p:nvSpPr>
        <p:spPr bwMode="auto">
          <a:xfrm>
            <a:off x="8382000" y="4038600"/>
            <a:ext cx="762000" cy="1143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3609" name="Line 57">
            <a:extLst>
              <a:ext uri="{FF2B5EF4-FFF2-40B4-BE49-F238E27FC236}">
                <a16:creationId xmlns:a16="http://schemas.microsoft.com/office/drawing/2014/main" id="{9D3FB89D-0C51-48ED-86BE-C916CA4A86B6}"/>
              </a:ext>
            </a:extLst>
          </p:cNvPr>
          <p:cNvSpPr>
            <a:spLocks noChangeShapeType="1"/>
          </p:cNvSpPr>
          <p:nvPr/>
        </p:nvSpPr>
        <p:spPr bwMode="auto">
          <a:xfrm>
            <a:off x="8382000" y="4038600"/>
            <a:ext cx="3048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3610" name="Line 58">
            <a:extLst>
              <a:ext uri="{FF2B5EF4-FFF2-40B4-BE49-F238E27FC236}">
                <a16:creationId xmlns:a16="http://schemas.microsoft.com/office/drawing/2014/main" id="{F0971C52-46F1-47D3-9A25-84EE23111D69}"/>
              </a:ext>
            </a:extLst>
          </p:cNvPr>
          <p:cNvSpPr>
            <a:spLocks noChangeShapeType="1"/>
          </p:cNvSpPr>
          <p:nvPr/>
        </p:nvSpPr>
        <p:spPr bwMode="auto">
          <a:xfrm>
            <a:off x="6858000" y="4038600"/>
            <a:ext cx="12192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3611" name="Line 59">
            <a:extLst>
              <a:ext uri="{FF2B5EF4-FFF2-40B4-BE49-F238E27FC236}">
                <a16:creationId xmlns:a16="http://schemas.microsoft.com/office/drawing/2014/main" id="{10837D59-983D-4DAB-BF4B-1F5BC87A1FE2}"/>
              </a:ext>
            </a:extLst>
          </p:cNvPr>
          <p:cNvSpPr>
            <a:spLocks noChangeShapeType="1"/>
          </p:cNvSpPr>
          <p:nvPr/>
        </p:nvSpPr>
        <p:spPr bwMode="auto">
          <a:xfrm>
            <a:off x="6858000" y="4038600"/>
            <a:ext cx="7620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3612" name="Line 60">
            <a:extLst>
              <a:ext uri="{FF2B5EF4-FFF2-40B4-BE49-F238E27FC236}">
                <a16:creationId xmlns:a16="http://schemas.microsoft.com/office/drawing/2014/main" id="{1BF139F3-6971-41E2-9329-61BBD804C465}"/>
              </a:ext>
            </a:extLst>
          </p:cNvPr>
          <p:cNvSpPr>
            <a:spLocks noChangeShapeType="1"/>
          </p:cNvSpPr>
          <p:nvPr/>
        </p:nvSpPr>
        <p:spPr bwMode="auto">
          <a:xfrm>
            <a:off x="6858000" y="4038600"/>
            <a:ext cx="3048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3613" name="Line 61">
            <a:extLst>
              <a:ext uri="{FF2B5EF4-FFF2-40B4-BE49-F238E27FC236}">
                <a16:creationId xmlns:a16="http://schemas.microsoft.com/office/drawing/2014/main" id="{CF2F31CC-FF49-4DE4-8793-460BEC36FFBC}"/>
              </a:ext>
            </a:extLst>
          </p:cNvPr>
          <p:cNvSpPr>
            <a:spLocks noChangeShapeType="1"/>
          </p:cNvSpPr>
          <p:nvPr/>
        </p:nvSpPr>
        <p:spPr bwMode="auto">
          <a:xfrm flipH="1">
            <a:off x="5791200" y="4038600"/>
            <a:ext cx="4572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3614" name="Line 62">
            <a:extLst>
              <a:ext uri="{FF2B5EF4-FFF2-40B4-BE49-F238E27FC236}">
                <a16:creationId xmlns:a16="http://schemas.microsoft.com/office/drawing/2014/main" id="{60EA4E04-12D0-46F6-82B1-0C79571E9847}"/>
              </a:ext>
            </a:extLst>
          </p:cNvPr>
          <p:cNvSpPr>
            <a:spLocks noChangeShapeType="1"/>
          </p:cNvSpPr>
          <p:nvPr/>
        </p:nvSpPr>
        <p:spPr bwMode="auto">
          <a:xfrm>
            <a:off x="6248400" y="4038600"/>
            <a:ext cx="0" cy="1143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3615" name="Line 63">
            <a:extLst>
              <a:ext uri="{FF2B5EF4-FFF2-40B4-BE49-F238E27FC236}">
                <a16:creationId xmlns:a16="http://schemas.microsoft.com/office/drawing/2014/main" id="{FE8D0929-DEAF-4E52-AA27-0070D5ACC3C8}"/>
              </a:ext>
            </a:extLst>
          </p:cNvPr>
          <p:cNvSpPr>
            <a:spLocks noChangeShapeType="1"/>
          </p:cNvSpPr>
          <p:nvPr/>
        </p:nvSpPr>
        <p:spPr bwMode="auto">
          <a:xfrm flipH="1">
            <a:off x="6705600" y="4038600"/>
            <a:ext cx="152400" cy="1143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3616" name="Text Box 64">
            <a:extLst>
              <a:ext uri="{FF2B5EF4-FFF2-40B4-BE49-F238E27FC236}">
                <a16:creationId xmlns:a16="http://schemas.microsoft.com/office/drawing/2014/main" id="{4521201F-AB42-4055-80E9-4D3CF9919A6A}"/>
              </a:ext>
            </a:extLst>
          </p:cNvPr>
          <p:cNvSpPr txBox="1">
            <a:spLocks noChangeArrowheads="1"/>
          </p:cNvSpPr>
          <p:nvPr/>
        </p:nvSpPr>
        <p:spPr bwMode="auto">
          <a:xfrm>
            <a:off x="7239000" y="4038601"/>
            <a:ext cx="565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100</a:t>
            </a:r>
          </a:p>
        </p:txBody>
      </p:sp>
      <p:sp>
        <p:nvSpPr>
          <p:cNvPr id="23617" name="Text Box 65">
            <a:extLst>
              <a:ext uri="{FF2B5EF4-FFF2-40B4-BE49-F238E27FC236}">
                <a16:creationId xmlns:a16="http://schemas.microsoft.com/office/drawing/2014/main" id="{C3C71D53-8BA3-423C-827E-EE6527CBE5DD}"/>
              </a:ext>
            </a:extLst>
          </p:cNvPr>
          <p:cNvSpPr txBox="1">
            <a:spLocks noChangeArrowheads="1"/>
          </p:cNvSpPr>
          <p:nvPr/>
        </p:nvSpPr>
        <p:spPr bwMode="auto">
          <a:xfrm>
            <a:off x="10102850" y="5562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-24</a:t>
            </a:r>
          </a:p>
        </p:txBody>
      </p:sp>
      <p:sp>
        <p:nvSpPr>
          <p:cNvPr id="23618" name="Text Box 66">
            <a:extLst>
              <a:ext uri="{FF2B5EF4-FFF2-40B4-BE49-F238E27FC236}">
                <a16:creationId xmlns:a16="http://schemas.microsoft.com/office/drawing/2014/main" id="{9007C635-6A61-4CCC-86A5-93CD2D9E75FA}"/>
              </a:ext>
            </a:extLst>
          </p:cNvPr>
          <p:cNvSpPr txBox="1">
            <a:spLocks noChangeArrowheads="1"/>
          </p:cNvSpPr>
          <p:nvPr/>
        </p:nvSpPr>
        <p:spPr bwMode="auto">
          <a:xfrm>
            <a:off x="9753600" y="55626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-8</a:t>
            </a:r>
          </a:p>
        </p:txBody>
      </p:sp>
      <p:sp>
        <p:nvSpPr>
          <p:cNvPr id="23619" name="Text Box 67">
            <a:extLst>
              <a:ext uri="{FF2B5EF4-FFF2-40B4-BE49-F238E27FC236}">
                <a16:creationId xmlns:a16="http://schemas.microsoft.com/office/drawing/2014/main" id="{9D491D99-31BB-478A-A47B-91D0F586C8B8}"/>
              </a:ext>
            </a:extLst>
          </p:cNvPr>
          <p:cNvSpPr txBox="1">
            <a:spLocks noChangeArrowheads="1"/>
          </p:cNvSpPr>
          <p:nvPr/>
        </p:nvSpPr>
        <p:spPr bwMode="auto">
          <a:xfrm>
            <a:off x="9296400" y="5562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-14</a:t>
            </a:r>
          </a:p>
        </p:txBody>
      </p:sp>
      <p:sp>
        <p:nvSpPr>
          <p:cNvPr id="23620" name="Text Box 68">
            <a:extLst>
              <a:ext uri="{FF2B5EF4-FFF2-40B4-BE49-F238E27FC236}">
                <a16:creationId xmlns:a16="http://schemas.microsoft.com/office/drawing/2014/main" id="{C8793F2A-DBC7-454C-BFA1-3797117AF819}"/>
              </a:ext>
            </a:extLst>
          </p:cNvPr>
          <p:cNvSpPr txBox="1">
            <a:spLocks noChangeArrowheads="1"/>
          </p:cNvSpPr>
          <p:nvPr/>
        </p:nvSpPr>
        <p:spPr bwMode="auto">
          <a:xfrm>
            <a:off x="8839200" y="5562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-73</a:t>
            </a:r>
          </a:p>
        </p:txBody>
      </p:sp>
      <p:sp>
        <p:nvSpPr>
          <p:cNvPr id="23621" name="Text Box 69">
            <a:extLst>
              <a:ext uri="{FF2B5EF4-FFF2-40B4-BE49-F238E27FC236}">
                <a16:creationId xmlns:a16="http://schemas.microsoft.com/office/drawing/2014/main" id="{8CE39C2C-80A8-4469-9479-C684A09E6B94}"/>
              </a:ext>
            </a:extLst>
          </p:cNvPr>
          <p:cNvSpPr txBox="1">
            <a:spLocks noChangeArrowheads="1"/>
          </p:cNvSpPr>
          <p:nvPr/>
        </p:nvSpPr>
        <p:spPr bwMode="auto">
          <a:xfrm>
            <a:off x="8305800" y="5562601"/>
            <a:ext cx="641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-100</a:t>
            </a:r>
          </a:p>
        </p:txBody>
      </p:sp>
      <p:sp>
        <p:nvSpPr>
          <p:cNvPr id="23622" name="Text Box 70">
            <a:extLst>
              <a:ext uri="{FF2B5EF4-FFF2-40B4-BE49-F238E27FC236}">
                <a16:creationId xmlns:a16="http://schemas.microsoft.com/office/drawing/2014/main" id="{1E07D335-0681-4102-995F-9B464694AAC7}"/>
              </a:ext>
            </a:extLst>
          </p:cNvPr>
          <p:cNvSpPr txBox="1">
            <a:spLocks noChangeArrowheads="1"/>
          </p:cNvSpPr>
          <p:nvPr/>
        </p:nvSpPr>
        <p:spPr bwMode="auto">
          <a:xfrm>
            <a:off x="7848600" y="55626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-5</a:t>
            </a:r>
          </a:p>
        </p:txBody>
      </p:sp>
      <p:sp>
        <p:nvSpPr>
          <p:cNvPr id="23623" name="Text Box 71">
            <a:extLst>
              <a:ext uri="{FF2B5EF4-FFF2-40B4-BE49-F238E27FC236}">
                <a16:creationId xmlns:a16="http://schemas.microsoft.com/office/drawing/2014/main" id="{70BB5C77-364F-4477-8D0B-1B3A73C02FE3}"/>
              </a:ext>
            </a:extLst>
          </p:cNvPr>
          <p:cNvSpPr txBox="1">
            <a:spLocks noChangeArrowheads="1"/>
          </p:cNvSpPr>
          <p:nvPr/>
        </p:nvSpPr>
        <p:spPr bwMode="auto">
          <a:xfrm>
            <a:off x="7391400" y="5562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-70</a:t>
            </a:r>
          </a:p>
        </p:txBody>
      </p:sp>
      <p:sp>
        <p:nvSpPr>
          <p:cNvPr id="23624" name="Text Box 72">
            <a:extLst>
              <a:ext uri="{FF2B5EF4-FFF2-40B4-BE49-F238E27FC236}">
                <a16:creationId xmlns:a16="http://schemas.microsoft.com/office/drawing/2014/main" id="{462C165D-6383-4DA3-AC3A-A3E6A7711F88}"/>
              </a:ext>
            </a:extLst>
          </p:cNvPr>
          <p:cNvSpPr txBox="1">
            <a:spLocks noChangeArrowheads="1"/>
          </p:cNvSpPr>
          <p:nvPr/>
        </p:nvSpPr>
        <p:spPr bwMode="auto">
          <a:xfrm>
            <a:off x="6934200" y="5562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-12</a:t>
            </a:r>
          </a:p>
        </p:txBody>
      </p:sp>
      <p:sp>
        <p:nvSpPr>
          <p:cNvPr id="23625" name="Text Box 73">
            <a:extLst>
              <a:ext uri="{FF2B5EF4-FFF2-40B4-BE49-F238E27FC236}">
                <a16:creationId xmlns:a16="http://schemas.microsoft.com/office/drawing/2014/main" id="{511D5354-E020-45FB-85A9-F5443FCE98F6}"/>
              </a:ext>
            </a:extLst>
          </p:cNvPr>
          <p:cNvSpPr txBox="1">
            <a:spLocks noChangeArrowheads="1"/>
          </p:cNvSpPr>
          <p:nvPr/>
        </p:nvSpPr>
        <p:spPr bwMode="auto">
          <a:xfrm>
            <a:off x="6400800" y="55626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-3</a:t>
            </a:r>
          </a:p>
        </p:txBody>
      </p:sp>
      <p:sp>
        <p:nvSpPr>
          <p:cNvPr id="23626" name="Text Box 74">
            <a:extLst>
              <a:ext uri="{FF2B5EF4-FFF2-40B4-BE49-F238E27FC236}">
                <a16:creationId xmlns:a16="http://schemas.microsoft.com/office/drawing/2014/main" id="{AFBC79F8-BAF2-451F-B650-CB2396864CDB}"/>
              </a:ext>
            </a:extLst>
          </p:cNvPr>
          <p:cNvSpPr txBox="1">
            <a:spLocks noChangeArrowheads="1"/>
          </p:cNvSpPr>
          <p:nvPr/>
        </p:nvSpPr>
        <p:spPr bwMode="auto">
          <a:xfrm>
            <a:off x="5943600" y="5562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70</a:t>
            </a:r>
          </a:p>
        </p:txBody>
      </p:sp>
      <p:sp>
        <p:nvSpPr>
          <p:cNvPr id="23627" name="Text Box 75">
            <a:extLst>
              <a:ext uri="{FF2B5EF4-FFF2-40B4-BE49-F238E27FC236}">
                <a16:creationId xmlns:a16="http://schemas.microsoft.com/office/drawing/2014/main" id="{C26966A6-D258-441C-9B5A-D45BB628A263}"/>
              </a:ext>
            </a:extLst>
          </p:cNvPr>
          <p:cNvSpPr txBox="1">
            <a:spLocks noChangeArrowheads="1"/>
          </p:cNvSpPr>
          <p:nvPr/>
        </p:nvSpPr>
        <p:spPr bwMode="auto">
          <a:xfrm>
            <a:off x="5486400" y="5562601"/>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4</a:t>
            </a:r>
          </a:p>
        </p:txBody>
      </p:sp>
      <p:sp>
        <p:nvSpPr>
          <p:cNvPr id="23628" name="Text Box 76">
            <a:extLst>
              <a:ext uri="{FF2B5EF4-FFF2-40B4-BE49-F238E27FC236}">
                <a16:creationId xmlns:a16="http://schemas.microsoft.com/office/drawing/2014/main" id="{4DF1F8F7-2EA8-4BEF-9CAC-FDB90E014AA3}"/>
              </a:ext>
            </a:extLst>
          </p:cNvPr>
          <p:cNvSpPr txBox="1">
            <a:spLocks noChangeArrowheads="1"/>
          </p:cNvSpPr>
          <p:nvPr/>
        </p:nvSpPr>
        <p:spPr bwMode="auto">
          <a:xfrm>
            <a:off x="5029200" y="5562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12</a:t>
            </a:r>
          </a:p>
        </p:txBody>
      </p:sp>
      <p:sp>
        <p:nvSpPr>
          <p:cNvPr id="23629" name="Text Box 77">
            <a:extLst>
              <a:ext uri="{FF2B5EF4-FFF2-40B4-BE49-F238E27FC236}">
                <a16:creationId xmlns:a16="http://schemas.microsoft.com/office/drawing/2014/main" id="{EE9C240C-96BD-4038-BC33-2189FEB25462}"/>
              </a:ext>
            </a:extLst>
          </p:cNvPr>
          <p:cNvSpPr txBox="1">
            <a:spLocks noChangeArrowheads="1"/>
          </p:cNvSpPr>
          <p:nvPr/>
        </p:nvSpPr>
        <p:spPr bwMode="auto">
          <a:xfrm>
            <a:off x="4267200" y="55626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-3</a:t>
            </a:r>
          </a:p>
        </p:txBody>
      </p:sp>
      <p:sp>
        <p:nvSpPr>
          <p:cNvPr id="23630" name="Text Box 78">
            <a:extLst>
              <a:ext uri="{FF2B5EF4-FFF2-40B4-BE49-F238E27FC236}">
                <a16:creationId xmlns:a16="http://schemas.microsoft.com/office/drawing/2014/main" id="{6B80FDF5-5438-46BA-BEF4-A95D0343E0B2}"/>
              </a:ext>
            </a:extLst>
          </p:cNvPr>
          <p:cNvSpPr txBox="1">
            <a:spLocks noChangeArrowheads="1"/>
          </p:cNvSpPr>
          <p:nvPr/>
        </p:nvSpPr>
        <p:spPr bwMode="auto">
          <a:xfrm>
            <a:off x="3581400" y="5562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21</a:t>
            </a:r>
          </a:p>
        </p:txBody>
      </p:sp>
      <p:sp>
        <p:nvSpPr>
          <p:cNvPr id="23631" name="Text Box 79">
            <a:extLst>
              <a:ext uri="{FF2B5EF4-FFF2-40B4-BE49-F238E27FC236}">
                <a16:creationId xmlns:a16="http://schemas.microsoft.com/office/drawing/2014/main" id="{8D398BCB-9870-46F1-9717-E238069EDA42}"/>
              </a:ext>
            </a:extLst>
          </p:cNvPr>
          <p:cNvSpPr txBox="1">
            <a:spLocks noChangeArrowheads="1"/>
          </p:cNvSpPr>
          <p:nvPr/>
        </p:nvSpPr>
        <p:spPr bwMode="auto">
          <a:xfrm>
            <a:off x="3048000" y="5562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28</a:t>
            </a:r>
          </a:p>
        </p:txBody>
      </p:sp>
      <p:sp>
        <p:nvSpPr>
          <p:cNvPr id="23632" name="Text Box 80">
            <a:extLst>
              <a:ext uri="{FF2B5EF4-FFF2-40B4-BE49-F238E27FC236}">
                <a16:creationId xmlns:a16="http://schemas.microsoft.com/office/drawing/2014/main" id="{6BAADEB0-CAB9-4596-9D81-08DAB0BE7513}"/>
              </a:ext>
            </a:extLst>
          </p:cNvPr>
          <p:cNvSpPr txBox="1">
            <a:spLocks noChangeArrowheads="1"/>
          </p:cNvSpPr>
          <p:nvPr/>
        </p:nvSpPr>
        <p:spPr bwMode="auto">
          <a:xfrm>
            <a:off x="2590800" y="5562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23</a:t>
            </a:r>
          </a:p>
        </p:txBody>
      </p:sp>
      <p:sp>
        <p:nvSpPr>
          <p:cNvPr id="23633" name="Text Box 81">
            <a:extLst>
              <a:ext uri="{FF2B5EF4-FFF2-40B4-BE49-F238E27FC236}">
                <a16:creationId xmlns:a16="http://schemas.microsoft.com/office/drawing/2014/main" id="{2A46C108-D86A-406A-8708-E35FC4C977A3}"/>
              </a:ext>
            </a:extLst>
          </p:cNvPr>
          <p:cNvSpPr txBox="1">
            <a:spLocks noChangeArrowheads="1"/>
          </p:cNvSpPr>
          <p:nvPr/>
        </p:nvSpPr>
        <p:spPr bwMode="auto">
          <a:xfrm>
            <a:off x="2819400" y="39624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28</a:t>
            </a:r>
          </a:p>
        </p:txBody>
      </p:sp>
      <p:sp>
        <p:nvSpPr>
          <p:cNvPr id="23634" name="Text Box 82">
            <a:extLst>
              <a:ext uri="{FF2B5EF4-FFF2-40B4-BE49-F238E27FC236}">
                <a16:creationId xmlns:a16="http://schemas.microsoft.com/office/drawing/2014/main" id="{3D27A2B3-8701-4CF1-A178-FFBA750F9986}"/>
              </a:ext>
            </a:extLst>
          </p:cNvPr>
          <p:cNvSpPr txBox="1">
            <a:spLocks noChangeArrowheads="1"/>
          </p:cNvSpPr>
          <p:nvPr/>
        </p:nvSpPr>
        <p:spPr bwMode="auto">
          <a:xfrm>
            <a:off x="4343400" y="39624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-3</a:t>
            </a:r>
          </a:p>
        </p:txBody>
      </p:sp>
      <p:sp>
        <p:nvSpPr>
          <p:cNvPr id="23635" name="Text Box 83">
            <a:extLst>
              <a:ext uri="{FF2B5EF4-FFF2-40B4-BE49-F238E27FC236}">
                <a16:creationId xmlns:a16="http://schemas.microsoft.com/office/drawing/2014/main" id="{93950EC7-B7DD-435F-8F25-10A1643818F8}"/>
              </a:ext>
            </a:extLst>
          </p:cNvPr>
          <p:cNvSpPr txBox="1">
            <a:spLocks noChangeArrowheads="1"/>
          </p:cNvSpPr>
          <p:nvPr/>
        </p:nvSpPr>
        <p:spPr bwMode="auto">
          <a:xfrm>
            <a:off x="5105400" y="4038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12</a:t>
            </a:r>
          </a:p>
        </p:txBody>
      </p:sp>
      <p:sp>
        <p:nvSpPr>
          <p:cNvPr id="23636" name="Text Box 84">
            <a:extLst>
              <a:ext uri="{FF2B5EF4-FFF2-40B4-BE49-F238E27FC236}">
                <a16:creationId xmlns:a16="http://schemas.microsoft.com/office/drawing/2014/main" id="{7D596C09-A991-462F-AFC6-8550750CDCD2}"/>
              </a:ext>
            </a:extLst>
          </p:cNvPr>
          <p:cNvSpPr txBox="1">
            <a:spLocks noChangeArrowheads="1"/>
          </p:cNvSpPr>
          <p:nvPr/>
        </p:nvSpPr>
        <p:spPr bwMode="auto">
          <a:xfrm>
            <a:off x="5791200" y="4038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70</a:t>
            </a:r>
          </a:p>
        </p:txBody>
      </p:sp>
      <p:sp>
        <p:nvSpPr>
          <p:cNvPr id="23637" name="Text Box 86">
            <a:extLst>
              <a:ext uri="{FF2B5EF4-FFF2-40B4-BE49-F238E27FC236}">
                <a16:creationId xmlns:a16="http://schemas.microsoft.com/office/drawing/2014/main" id="{1AA5EB11-E039-4259-83B8-83DDEFFB10BC}"/>
              </a:ext>
            </a:extLst>
          </p:cNvPr>
          <p:cNvSpPr txBox="1">
            <a:spLocks noChangeArrowheads="1"/>
          </p:cNvSpPr>
          <p:nvPr/>
        </p:nvSpPr>
        <p:spPr bwMode="auto">
          <a:xfrm>
            <a:off x="6477000" y="40386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-3</a:t>
            </a:r>
          </a:p>
        </p:txBody>
      </p:sp>
      <p:sp>
        <p:nvSpPr>
          <p:cNvPr id="23638" name="Text Box 87">
            <a:extLst>
              <a:ext uri="{FF2B5EF4-FFF2-40B4-BE49-F238E27FC236}">
                <a16:creationId xmlns:a16="http://schemas.microsoft.com/office/drawing/2014/main" id="{2CE170B8-5E5C-43E3-846F-A2F0C2354D94}"/>
              </a:ext>
            </a:extLst>
          </p:cNvPr>
          <p:cNvSpPr txBox="1">
            <a:spLocks noChangeArrowheads="1"/>
          </p:cNvSpPr>
          <p:nvPr/>
        </p:nvSpPr>
        <p:spPr bwMode="auto">
          <a:xfrm>
            <a:off x="8001000" y="4038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-73</a:t>
            </a:r>
          </a:p>
        </p:txBody>
      </p:sp>
      <p:sp>
        <p:nvSpPr>
          <p:cNvPr id="23639" name="Text Box 88">
            <a:extLst>
              <a:ext uri="{FF2B5EF4-FFF2-40B4-BE49-F238E27FC236}">
                <a16:creationId xmlns:a16="http://schemas.microsoft.com/office/drawing/2014/main" id="{CFC73D4D-09E4-4909-A68F-DA7193572125}"/>
              </a:ext>
            </a:extLst>
          </p:cNvPr>
          <p:cNvSpPr txBox="1">
            <a:spLocks noChangeArrowheads="1"/>
          </p:cNvSpPr>
          <p:nvPr/>
        </p:nvSpPr>
        <p:spPr bwMode="auto">
          <a:xfrm>
            <a:off x="8610600" y="4038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-14</a:t>
            </a:r>
          </a:p>
        </p:txBody>
      </p:sp>
      <p:sp>
        <p:nvSpPr>
          <p:cNvPr id="23640" name="Text Box 89">
            <a:extLst>
              <a:ext uri="{FF2B5EF4-FFF2-40B4-BE49-F238E27FC236}">
                <a16:creationId xmlns:a16="http://schemas.microsoft.com/office/drawing/2014/main" id="{4E276402-F8A1-4B59-B17D-5F9FBBAF7A76}"/>
              </a:ext>
            </a:extLst>
          </p:cNvPr>
          <p:cNvSpPr txBox="1">
            <a:spLocks noChangeArrowheads="1"/>
          </p:cNvSpPr>
          <p:nvPr/>
        </p:nvSpPr>
        <p:spPr bwMode="auto">
          <a:xfrm>
            <a:off x="9677400" y="39624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-8</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63E674C4-8AFD-46EF-B954-CE42A113929D}"/>
              </a:ext>
            </a:extLst>
          </p:cNvPr>
          <p:cNvSpPr>
            <a:spLocks noGrp="1" noChangeArrowheads="1"/>
          </p:cNvSpPr>
          <p:nvPr>
            <p:ph type="title"/>
          </p:nvPr>
        </p:nvSpPr>
        <p:spPr/>
        <p:txBody>
          <a:bodyPr/>
          <a:lstStyle/>
          <a:p>
            <a:pPr eaLnBrk="1" hangingPunct="1"/>
            <a:r>
              <a:rPr lang="en-US" altLang="en-US"/>
              <a:t>Minimax tree</a:t>
            </a:r>
          </a:p>
        </p:txBody>
      </p:sp>
      <p:sp>
        <p:nvSpPr>
          <p:cNvPr id="25603" name="AutoShape 3">
            <a:extLst>
              <a:ext uri="{FF2B5EF4-FFF2-40B4-BE49-F238E27FC236}">
                <a16:creationId xmlns:a16="http://schemas.microsoft.com/office/drawing/2014/main" id="{F9C95A5C-3E86-4542-8289-BA4E045DF8B6}"/>
              </a:ext>
            </a:extLst>
          </p:cNvPr>
          <p:cNvSpPr>
            <a:spLocks noChangeArrowheads="1"/>
          </p:cNvSpPr>
          <p:nvPr/>
        </p:nvSpPr>
        <p:spPr bwMode="auto">
          <a:xfrm>
            <a:off x="6248400" y="16002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5604" name="AutoShape 4">
            <a:extLst>
              <a:ext uri="{FF2B5EF4-FFF2-40B4-BE49-F238E27FC236}">
                <a16:creationId xmlns:a16="http://schemas.microsoft.com/office/drawing/2014/main" id="{C5F1EE04-9E08-46A4-8F0B-B3FBB5D27238}"/>
              </a:ext>
            </a:extLst>
          </p:cNvPr>
          <p:cNvSpPr>
            <a:spLocks noChangeArrowheads="1"/>
          </p:cNvSpPr>
          <p:nvPr/>
        </p:nvSpPr>
        <p:spPr bwMode="auto">
          <a:xfrm rot="10800000">
            <a:off x="3581400" y="25908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5605" name="AutoShape 5">
            <a:extLst>
              <a:ext uri="{FF2B5EF4-FFF2-40B4-BE49-F238E27FC236}">
                <a16:creationId xmlns:a16="http://schemas.microsoft.com/office/drawing/2014/main" id="{DB8D9A76-F495-4F81-BF34-315C53E683BD}"/>
              </a:ext>
            </a:extLst>
          </p:cNvPr>
          <p:cNvSpPr>
            <a:spLocks noChangeArrowheads="1"/>
          </p:cNvSpPr>
          <p:nvPr/>
        </p:nvSpPr>
        <p:spPr bwMode="auto">
          <a:xfrm rot="10800000">
            <a:off x="8534400" y="25908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5606" name="AutoShape 6">
            <a:extLst>
              <a:ext uri="{FF2B5EF4-FFF2-40B4-BE49-F238E27FC236}">
                <a16:creationId xmlns:a16="http://schemas.microsoft.com/office/drawing/2014/main" id="{21884F5C-0927-4EAA-BD7F-72C8BC3C3F99}"/>
              </a:ext>
            </a:extLst>
          </p:cNvPr>
          <p:cNvSpPr>
            <a:spLocks noChangeArrowheads="1"/>
          </p:cNvSpPr>
          <p:nvPr/>
        </p:nvSpPr>
        <p:spPr bwMode="auto">
          <a:xfrm rot="10800000">
            <a:off x="6248400" y="25908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5607" name="Text Box 7">
            <a:extLst>
              <a:ext uri="{FF2B5EF4-FFF2-40B4-BE49-F238E27FC236}">
                <a16:creationId xmlns:a16="http://schemas.microsoft.com/office/drawing/2014/main" id="{10EBC8C3-444C-4A47-A4F6-2508786113C1}"/>
              </a:ext>
            </a:extLst>
          </p:cNvPr>
          <p:cNvSpPr txBox="1">
            <a:spLocks noChangeArrowheads="1"/>
          </p:cNvSpPr>
          <p:nvPr/>
        </p:nvSpPr>
        <p:spPr bwMode="auto">
          <a:xfrm>
            <a:off x="1736725" y="1560513"/>
            <a:ext cx="615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Max</a:t>
            </a:r>
          </a:p>
        </p:txBody>
      </p:sp>
      <p:sp>
        <p:nvSpPr>
          <p:cNvPr id="25608" name="Text Box 8">
            <a:extLst>
              <a:ext uri="{FF2B5EF4-FFF2-40B4-BE49-F238E27FC236}">
                <a16:creationId xmlns:a16="http://schemas.microsoft.com/office/drawing/2014/main" id="{51154956-56F2-4AD3-AD02-E3197C18CB6A}"/>
              </a:ext>
            </a:extLst>
          </p:cNvPr>
          <p:cNvSpPr txBox="1">
            <a:spLocks noChangeArrowheads="1"/>
          </p:cNvSpPr>
          <p:nvPr/>
        </p:nvSpPr>
        <p:spPr bwMode="auto">
          <a:xfrm>
            <a:off x="1752600" y="5181601"/>
            <a:ext cx="552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Min</a:t>
            </a:r>
          </a:p>
        </p:txBody>
      </p:sp>
      <p:sp>
        <p:nvSpPr>
          <p:cNvPr id="25609" name="Text Box 9">
            <a:extLst>
              <a:ext uri="{FF2B5EF4-FFF2-40B4-BE49-F238E27FC236}">
                <a16:creationId xmlns:a16="http://schemas.microsoft.com/office/drawing/2014/main" id="{F2EF79D7-6B35-4EE7-BD37-ACCDD55A8C52}"/>
              </a:ext>
            </a:extLst>
          </p:cNvPr>
          <p:cNvSpPr txBox="1">
            <a:spLocks noChangeArrowheads="1"/>
          </p:cNvSpPr>
          <p:nvPr/>
        </p:nvSpPr>
        <p:spPr bwMode="auto">
          <a:xfrm>
            <a:off x="1752600" y="3810001"/>
            <a:ext cx="615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Max</a:t>
            </a:r>
          </a:p>
        </p:txBody>
      </p:sp>
      <p:sp>
        <p:nvSpPr>
          <p:cNvPr id="25610" name="Text Box 10">
            <a:extLst>
              <a:ext uri="{FF2B5EF4-FFF2-40B4-BE49-F238E27FC236}">
                <a16:creationId xmlns:a16="http://schemas.microsoft.com/office/drawing/2014/main" id="{0BF859C9-5CB2-469B-A8F8-2EF21B81A0F7}"/>
              </a:ext>
            </a:extLst>
          </p:cNvPr>
          <p:cNvSpPr txBox="1">
            <a:spLocks noChangeArrowheads="1"/>
          </p:cNvSpPr>
          <p:nvPr/>
        </p:nvSpPr>
        <p:spPr bwMode="auto">
          <a:xfrm>
            <a:off x="1752600" y="2590801"/>
            <a:ext cx="552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Min</a:t>
            </a:r>
          </a:p>
        </p:txBody>
      </p:sp>
      <p:sp>
        <p:nvSpPr>
          <p:cNvPr id="25611" name="AutoShape 11">
            <a:extLst>
              <a:ext uri="{FF2B5EF4-FFF2-40B4-BE49-F238E27FC236}">
                <a16:creationId xmlns:a16="http://schemas.microsoft.com/office/drawing/2014/main" id="{49A29079-6484-4CF5-8992-95370F18EAA3}"/>
              </a:ext>
            </a:extLst>
          </p:cNvPr>
          <p:cNvSpPr>
            <a:spLocks noChangeArrowheads="1"/>
          </p:cNvSpPr>
          <p:nvPr/>
        </p:nvSpPr>
        <p:spPr bwMode="auto">
          <a:xfrm>
            <a:off x="92202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5612" name="AutoShape 12">
            <a:extLst>
              <a:ext uri="{FF2B5EF4-FFF2-40B4-BE49-F238E27FC236}">
                <a16:creationId xmlns:a16="http://schemas.microsoft.com/office/drawing/2014/main" id="{CEFA3071-C512-4228-A0E0-CFBCF2EC13BE}"/>
              </a:ext>
            </a:extLst>
          </p:cNvPr>
          <p:cNvSpPr>
            <a:spLocks noChangeArrowheads="1"/>
          </p:cNvSpPr>
          <p:nvPr/>
        </p:nvSpPr>
        <p:spPr bwMode="auto">
          <a:xfrm>
            <a:off x="86868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5613" name="AutoShape 13">
            <a:extLst>
              <a:ext uri="{FF2B5EF4-FFF2-40B4-BE49-F238E27FC236}">
                <a16:creationId xmlns:a16="http://schemas.microsoft.com/office/drawing/2014/main" id="{ECCB82F9-E91B-492E-918D-A4A3A9C1F790}"/>
              </a:ext>
            </a:extLst>
          </p:cNvPr>
          <p:cNvSpPr>
            <a:spLocks noChangeArrowheads="1"/>
          </p:cNvSpPr>
          <p:nvPr/>
        </p:nvSpPr>
        <p:spPr bwMode="auto">
          <a:xfrm>
            <a:off x="81534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5614" name="AutoShape 14">
            <a:extLst>
              <a:ext uri="{FF2B5EF4-FFF2-40B4-BE49-F238E27FC236}">
                <a16:creationId xmlns:a16="http://schemas.microsoft.com/office/drawing/2014/main" id="{C3A34857-D4ED-4E51-A5C4-FEBEE3107CED}"/>
              </a:ext>
            </a:extLst>
          </p:cNvPr>
          <p:cNvSpPr>
            <a:spLocks noChangeArrowheads="1"/>
          </p:cNvSpPr>
          <p:nvPr/>
        </p:nvSpPr>
        <p:spPr bwMode="auto">
          <a:xfrm>
            <a:off x="66294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5615" name="AutoShape 15">
            <a:extLst>
              <a:ext uri="{FF2B5EF4-FFF2-40B4-BE49-F238E27FC236}">
                <a16:creationId xmlns:a16="http://schemas.microsoft.com/office/drawing/2014/main" id="{D09F3535-F8F6-44E8-A94A-F37D60B4E389}"/>
              </a:ext>
            </a:extLst>
          </p:cNvPr>
          <p:cNvSpPr>
            <a:spLocks noChangeArrowheads="1"/>
          </p:cNvSpPr>
          <p:nvPr/>
        </p:nvSpPr>
        <p:spPr bwMode="auto">
          <a:xfrm>
            <a:off x="60198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5616" name="AutoShape 16">
            <a:extLst>
              <a:ext uri="{FF2B5EF4-FFF2-40B4-BE49-F238E27FC236}">
                <a16:creationId xmlns:a16="http://schemas.microsoft.com/office/drawing/2014/main" id="{37FD5232-7476-4B2A-BEFC-6E7672AD3251}"/>
              </a:ext>
            </a:extLst>
          </p:cNvPr>
          <p:cNvSpPr>
            <a:spLocks noChangeArrowheads="1"/>
          </p:cNvSpPr>
          <p:nvPr/>
        </p:nvSpPr>
        <p:spPr bwMode="auto">
          <a:xfrm>
            <a:off x="54102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5617" name="AutoShape 17">
            <a:extLst>
              <a:ext uri="{FF2B5EF4-FFF2-40B4-BE49-F238E27FC236}">
                <a16:creationId xmlns:a16="http://schemas.microsoft.com/office/drawing/2014/main" id="{A123664A-ABF4-498E-B853-F51496F51262}"/>
              </a:ext>
            </a:extLst>
          </p:cNvPr>
          <p:cNvSpPr>
            <a:spLocks noChangeArrowheads="1"/>
          </p:cNvSpPr>
          <p:nvPr/>
        </p:nvSpPr>
        <p:spPr bwMode="auto">
          <a:xfrm>
            <a:off x="38862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5618" name="AutoShape 18">
            <a:extLst>
              <a:ext uri="{FF2B5EF4-FFF2-40B4-BE49-F238E27FC236}">
                <a16:creationId xmlns:a16="http://schemas.microsoft.com/office/drawing/2014/main" id="{5F617256-838A-4AEE-B9E4-025293D1676F}"/>
              </a:ext>
            </a:extLst>
          </p:cNvPr>
          <p:cNvSpPr>
            <a:spLocks noChangeArrowheads="1"/>
          </p:cNvSpPr>
          <p:nvPr/>
        </p:nvSpPr>
        <p:spPr bwMode="auto">
          <a:xfrm>
            <a:off x="32004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5619" name="AutoShape 19">
            <a:extLst>
              <a:ext uri="{FF2B5EF4-FFF2-40B4-BE49-F238E27FC236}">
                <a16:creationId xmlns:a16="http://schemas.microsoft.com/office/drawing/2014/main" id="{429963EC-F4E7-4CFE-A347-C341E1DA3727}"/>
              </a:ext>
            </a:extLst>
          </p:cNvPr>
          <p:cNvSpPr>
            <a:spLocks noChangeArrowheads="1"/>
          </p:cNvSpPr>
          <p:nvPr/>
        </p:nvSpPr>
        <p:spPr bwMode="auto">
          <a:xfrm>
            <a:off x="72390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5620" name="AutoShape 20">
            <a:extLst>
              <a:ext uri="{FF2B5EF4-FFF2-40B4-BE49-F238E27FC236}">
                <a16:creationId xmlns:a16="http://schemas.microsoft.com/office/drawing/2014/main" id="{1CDD7A36-BD0A-4CF6-A235-878EB06C6BF6}"/>
              </a:ext>
            </a:extLst>
          </p:cNvPr>
          <p:cNvSpPr>
            <a:spLocks noChangeArrowheads="1"/>
          </p:cNvSpPr>
          <p:nvPr/>
        </p:nvSpPr>
        <p:spPr bwMode="auto">
          <a:xfrm rot="10800000">
            <a:off x="102108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5621" name="AutoShape 21">
            <a:extLst>
              <a:ext uri="{FF2B5EF4-FFF2-40B4-BE49-F238E27FC236}">
                <a16:creationId xmlns:a16="http://schemas.microsoft.com/office/drawing/2014/main" id="{7764E8A9-C8A1-4A5A-A4EA-E0DA4513B34E}"/>
              </a:ext>
            </a:extLst>
          </p:cNvPr>
          <p:cNvSpPr>
            <a:spLocks noChangeArrowheads="1"/>
          </p:cNvSpPr>
          <p:nvPr/>
        </p:nvSpPr>
        <p:spPr bwMode="auto">
          <a:xfrm rot="10800000">
            <a:off x="78486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5622" name="AutoShape 22">
            <a:extLst>
              <a:ext uri="{FF2B5EF4-FFF2-40B4-BE49-F238E27FC236}">
                <a16:creationId xmlns:a16="http://schemas.microsoft.com/office/drawing/2014/main" id="{C5E899EF-D56A-4167-AF5F-3EEF021DEE12}"/>
              </a:ext>
            </a:extLst>
          </p:cNvPr>
          <p:cNvSpPr>
            <a:spLocks noChangeArrowheads="1"/>
          </p:cNvSpPr>
          <p:nvPr/>
        </p:nvSpPr>
        <p:spPr bwMode="auto">
          <a:xfrm rot="10800000">
            <a:off x="98298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5623" name="AutoShape 23">
            <a:extLst>
              <a:ext uri="{FF2B5EF4-FFF2-40B4-BE49-F238E27FC236}">
                <a16:creationId xmlns:a16="http://schemas.microsoft.com/office/drawing/2014/main" id="{792535F9-FCCF-4891-AA0E-BCAD6C9E4485}"/>
              </a:ext>
            </a:extLst>
          </p:cNvPr>
          <p:cNvSpPr>
            <a:spLocks noChangeArrowheads="1"/>
          </p:cNvSpPr>
          <p:nvPr/>
        </p:nvSpPr>
        <p:spPr bwMode="auto">
          <a:xfrm rot="10800000">
            <a:off x="93726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5624" name="AutoShape 24">
            <a:extLst>
              <a:ext uri="{FF2B5EF4-FFF2-40B4-BE49-F238E27FC236}">
                <a16:creationId xmlns:a16="http://schemas.microsoft.com/office/drawing/2014/main" id="{A96C9A56-DE7E-486A-B2CF-A3BFF83B44A8}"/>
              </a:ext>
            </a:extLst>
          </p:cNvPr>
          <p:cNvSpPr>
            <a:spLocks noChangeArrowheads="1"/>
          </p:cNvSpPr>
          <p:nvPr/>
        </p:nvSpPr>
        <p:spPr bwMode="auto">
          <a:xfrm rot="10800000">
            <a:off x="89154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5625" name="AutoShape 25">
            <a:extLst>
              <a:ext uri="{FF2B5EF4-FFF2-40B4-BE49-F238E27FC236}">
                <a16:creationId xmlns:a16="http://schemas.microsoft.com/office/drawing/2014/main" id="{2B29D344-E4B7-4588-8531-AF2DB4224022}"/>
              </a:ext>
            </a:extLst>
          </p:cNvPr>
          <p:cNvSpPr>
            <a:spLocks noChangeArrowheads="1"/>
          </p:cNvSpPr>
          <p:nvPr/>
        </p:nvSpPr>
        <p:spPr bwMode="auto">
          <a:xfrm rot="10800000">
            <a:off x="84582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5626" name="AutoShape 26">
            <a:extLst>
              <a:ext uri="{FF2B5EF4-FFF2-40B4-BE49-F238E27FC236}">
                <a16:creationId xmlns:a16="http://schemas.microsoft.com/office/drawing/2014/main" id="{510F8DDC-7AF9-4485-B89E-40FD1D1CD368}"/>
              </a:ext>
            </a:extLst>
          </p:cNvPr>
          <p:cNvSpPr>
            <a:spLocks noChangeArrowheads="1"/>
          </p:cNvSpPr>
          <p:nvPr/>
        </p:nvSpPr>
        <p:spPr bwMode="auto">
          <a:xfrm rot="10800000">
            <a:off x="73914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5627" name="AutoShape 27">
            <a:extLst>
              <a:ext uri="{FF2B5EF4-FFF2-40B4-BE49-F238E27FC236}">
                <a16:creationId xmlns:a16="http://schemas.microsoft.com/office/drawing/2014/main" id="{74D7E67F-878A-49B9-9053-0F4771594FAD}"/>
              </a:ext>
            </a:extLst>
          </p:cNvPr>
          <p:cNvSpPr>
            <a:spLocks noChangeArrowheads="1"/>
          </p:cNvSpPr>
          <p:nvPr/>
        </p:nvSpPr>
        <p:spPr bwMode="auto">
          <a:xfrm rot="10800000">
            <a:off x="69342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5628" name="AutoShape 28">
            <a:extLst>
              <a:ext uri="{FF2B5EF4-FFF2-40B4-BE49-F238E27FC236}">
                <a16:creationId xmlns:a16="http://schemas.microsoft.com/office/drawing/2014/main" id="{48D08601-69F2-49C9-B1E5-E7F34CF7E27D}"/>
              </a:ext>
            </a:extLst>
          </p:cNvPr>
          <p:cNvSpPr>
            <a:spLocks noChangeArrowheads="1"/>
          </p:cNvSpPr>
          <p:nvPr/>
        </p:nvSpPr>
        <p:spPr bwMode="auto">
          <a:xfrm rot="10800000">
            <a:off x="64770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5629" name="AutoShape 29">
            <a:extLst>
              <a:ext uri="{FF2B5EF4-FFF2-40B4-BE49-F238E27FC236}">
                <a16:creationId xmlns:a16="http://schemas.microsoft.com/office/drawing/2014/main" id="{A9C95F57-5954-4DCE-86E8-F61B5FDC86EC}"/>
              </a:ext>
            </a:extLst>
          </p:cNvPr>
          <p:cNvSpPr>
            <a:spLocks noChangeArrowheads="1"/>
          </p:cNvSpPr>
          <p:nvPr/>
        </p:nvSpPr>
        <p:spPr bwMode="auto">
          <a:xfrm rot="10800000">
            <a:off x="60198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5630" name="AutoShape 30">
            <a:extLst>
              <a:ext uri="{FF2B5EF4-FFF2-40B4-BE49-F238E27FC236}">
                <a16:creationId xmlns:a16="http://schemas.microsoft.com/office/drawing/2014/main" id="{12BF59C6-2E4E-4B73-ABF1-9499DDBEEA0F}"/>
              </a:ext>
            </a:extLst>
          </p:cNvPr>
          <p:cNvSpPr>
            <a:spLocks noChangeArrowheads="1"/>
          </p:cNvSpPr>
          <p:nvPr/>
        </p:nvSpPr>
        <p:spPr bwMode="auto">
          <a:xfrm rot="10800000">
            <a:off x="55626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5631" name="AutoShape 31">
            <a:extLst>
              <a:ext uri="{FF2B5EF4-FFF2-40B4-BE49-F238E27FC236}">
                <a16:creationId xmlns:a16="http://schemas.microsoft.com/office/drawing/2014/main" id="{1CA84248-5EE6-4DF9-AED5-7FB92F2923CA}"/>
              </a:ext>
            </a:extLst>
          </p:cNvPr>
          <p:cNvSpPr>
            <a:spLocks noChangeArrowheads="1"/>
          </p:cNvSpPr>
          <p:nvPr/>
        </p:nvSpPr>
        <p:spPr bwMode="auto">
          <a:xfrm rot="10800000">
            <a:off x="51054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5632" name="AutoShape 32">
            <a:extLst>
              <a:ext uri="{FF2B5EF4-FFF2-40B4-BE49-F238E27FC236}">
                <a16:creationId xmlns:a16="http://schemas.microsoft.com/office/drawing/2014/main" id="{A5F3D80B-5C13-462D-BE50-70D1238B2CF1}"/>
              </a:ext>
            </a:extLst>
          </p:cNvPr>
          <p:cNvSpPr>
            <a:spLocks noChangeArrowheads="1"/>
          </p:cNvSpPr>
          <p:nvPr/>
        </p:nvSpPr>
        <p:spPr bwMode="auto">
          <a:xfrm rot="10800000">
            <a:off x="42672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5633" name="AutoShape 33">
            <a:extLst>
              <a:ext uri="{FF2B5EF4-FFF2-40B4-BE49-F238E27FC236}">
                <a16:creationId xmlns:a16="http://schemas.microsoft.com/office/drawing/2014/main" id="{3E68740A-C779-4973-A657-83E53F57C2FD}"/>
              </a:ext>
            </a:extLst>
          </p:cNvPr>
          <p:cNvSpPr>
            <a:spLocks noChangeArrowheads="1"/>
          </p:cNvSpPr>
          <p:nvPr/>
        </p:nvSpPr>
        <p:spPr bwMode="auto">
          <a:xfrm rot="10800000">
            <a:off x="35814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5634" name="AutoShape 34">
            <a:extLst>
              <a:ext uri="{FF2B5EF4-FFF2-40B4-BE49-F238E27FC236}">
                <a16:creationId xmlns:a16="http://schemas.microsoft.com/office/drawing/2014/main" id="{911A6FB3-5AD9-4E3A-891B-2D922D660358}"/>
              </a:ext>
            </a:extLst>
          </p:cNvPr>
          <p:cNvSpPr>
            <a:spLocks noChangeArrowheads="1"/>
          </p:cNvSpPr>
          <p:nvPr/>
        </p:nvSpPr>
        <p:spPr bwMode="auto">
          <a:xfrm rot="10800000">
            <a:off x="31242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5635" name="AutoShape 35">
            <a:extLst>
              <a:ext uri="{FF2B5EF4-FFF2-40B4-BE49-F238E27FC236}">
                <a16:creationId xmlns:a16="http://schemas.microsoft.com/office/drawing/2014/main" id="{DC380654-00CF-4AA1-87B7-8355617213D8}"/>
              </a:ext>
            </a:extLst>
          </p:cNvPr>
          <p:cNvSpPr>
            <a:spLocks noChangeArrowheads="1"/>
          </p:cNvSpPr>
          <p:nvPr/>
        </p:nvSpPr>
        <p:spPr bwMode="auto">
          <a:xfrm rot="10800000">
            <a:off x="26670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5636" name="Line 36">
            <a:extLst>
              <a:ext uri="{FF2B5EF4-FFF2-40B4-BE49-F238E27FC236}">
                <a16:creationId xmlns:a16="http://schemas.microsoft.com/office/drawing/2014/main" id="{395091F5-D30E-43EE-8D0F-7CABA81287CE}"/>
              </a:ext>
            </a:extLst>
          </p:cNvPr>
          <p:cNvSpPr>
            <a:spLocks noChangeShapeType="1"/>
          </p:cNvSpPr>
          <p:nvPr/>
        </p:nvSpPr>
        <p:spPr bwMode="auto">
          <a:xfrm flipH="1">
            <a:off x="3810000" y="1981200"/>
            <a:ext cx="2667000" cy="609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5637" name="Line 37">
            <a:extLst>
              <a:ext uri="{FF2B5EF4-FFF2-40B4-BE49-F238E27FC236}">
                <a16:creationId xmlns:a16="http://schemas.microsoft.com/office/drawing/2014/main" id="{537F9A00-EF5B-4AD5-97D2-CDF6FC5C24BA}"/>
              </a:ext>
            </a:extLst>
          </p:cNvPr>
          <p:cNvSpPr>
            <a:spLocks noChangeShapeType="1"/>
          </p:cNvSpPr>
          <p:nvPr/>
        </p:nvSpPr>
        <p:spPr bwMode="auto">
          <a:xfrm flipH="1">
            <a:off x="6477000" y="1981200"/>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5638" name="Line 38">
            <a:extLst>
              <a:ext uri="{FF2B5EF4-FFF2-40B4-BE49-F238E27FC236}">
                <a16:creationId xmlns:a16="http://schemas.microsoft.com/office/drawing/2014/main" id="{207A4022-A3D9-4779-A918-855FBF27FDB8}"/>
              </a:ext>
            </a:extLst>
          </p:cNvPr>
          <p:cNvSpPr>
            <a:spLocks noChangeShapeType="1"/>
          </p:cNvSpPr>
          <p:nvPr/>
        </p:nvSpPr>
        <p:spPr bwMode="auto">
          <a:xfrm>
            <a:off x="6477000" y="1981200"/>
            <a:ext cx="22860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5639" name="Line 39">
            <a:extLst>
              <a:ext uri="{FF2B5EF4-FFF2-40B4-BE49-F238E27FC236}">
                <a16:creationId xmlns:a16="http://schemas.microsoft.com/office/drawing/2014/main" id="{70599753-148D-4B8E-B182-813E1A4A47FB}"/>
              </a:ext>
            </a:extLst>
          </p:cNvPr>
          <p:cNvSpPr>
            <a:spLocks noChangeShapeType="1"/>
          </p:cNvSpPr>
          <p:nvPr/>
        </p:nvSpPr>
        <p:spPr bwMode="auto">
          <a:xfrm flipH="1">
            <a:off x="3429000" y="2971800"/>
            <a:ext cx="3810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5640" name="Line 40">
            <a:extLst>
              <a:ext uri="{FF2B5EF4-FFF2-40B4-BE49-F238E27FC236}">
                <a16:creationId xmlns:a16="http://schemas.microsoft.com/office/drawing/2014/main" id="{B216C83A-902A-43FD-A4B1-456F90A8B7D5}"/>
              </a:ext>
            </a:extLst>
          </p:cNvPr>
          <p:cNvSpPr>
            <a:spLocks noChangeShapeType="1"/>
          </p:cNvSpPr>
          <p:nvPr/>
        </p:nvSpPr>
        <p:spPr bwMode="auto">
          <a:xfrm>
            <a:off x="3810000" y="2971800"/>
            <a:ext cx="30480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5641" name="Line 41">
            <a:extLst>
              <a:ext uri="{FF2B5EF4-FFF2-40B4-BE49-F238E27FC236}">
                <a16:creationId xmlns:a16="http://schemas.microsoft.com/office/drawing/2014/main" id="{1A45462C-2807-4A51-A264-8A1DA0ADE4F2}"/>
              </a:ext>
            </a:extLst>
          </p:cNvPr>
          <p:cNvSpPr>
            <a:spLocks noChangeShapeType="1"/>
          </p:cNvSpPr>
          <p:nvPr/>
        </p:nvSpPr>
        <p:spPr bwMode="auto">
          <a:xfrm flipH="1">
            <a:off x="5638800" y="2971800"/>
            <a:ext cx="8382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5642" name="Line 42">
            <a:extLst>
              <a:ext uri="{FF2B5EF4-FFF2-40B4-BE49-F238E27FC236}">
                <a16:creationId xmlns:a16="http://schemas.microsoft.com/office/drawing/2014/main" id="{6723515A-8864-4303-8569-46292176D4B6}"/>
              </a:ext>
            </a:extLst>
          </p:cNvPr>
          <p:cNvSpPr>
            <a:spLocks noChangeShapeType="1"/>
          </p:cNvSpPr>
          <p:nvPr/>
        </p:nvSpPr>
        <p:spPr bwMode="auto">
          <a:xfrm flipH="1">
            <a:off x="6248400" y="2971800"/>
            <a:ext cx="2286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5643" name="Line 43">
            <a:extLst>
              <a:ext uri="{FF2B5EF4-FFF2-40B4-BE49-F238E27FC236}">
                <a16:creationId xmlns:a16="http://schemas.microsoft.com/office/drawing/2014/main" id="{0C791F8D-91C8-4F07-89E9-D21D8D50C52C}"/>
              </a:ext>
            </a:extLst>
          </p:cNvPr>
          <p:cNvSpPr>
            <a:spLocks noChangeShapeType="1"/>
          </p:cNvSpPr>
          <p:nvPr/>
        </p:nvSpPr>
        <p:spPr bwMode="auto">
          <a:xfrm>
            <a:off x="6477000" y="2971800"/>
            <a:ext cx="38100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5644" name="Line 44">
            <a:extLst>
              <a:ext uri="{FF2B5EF4-FFF2-40B4-BE49-F238E27FC236}">
                <a16:creationId xmlns:a16="http://schemas.microsoft.com/office/drawing/2014/main" id="{E67CC909-7690-4766-9EA0-B2025D60025E}"/>
              </a:ext>
            </a:extLst>
          </p:cNvPr>
          <p:cNvSpPr>
            <a:spLocks noChangeShapeType="1"/>
          </p:cNvSpPr>
          <p:nvPr/>
        </p:nvSpPr>
        <p:spPr bwMode="auto">
          <a:xfrm>
            <a:off x="6477000" y="2971800"/>
            <a:ext cx="9906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5645" name="Line 45">
            <a:extLst>
              <a:ext uri="{FF2B5EF4-FFF2-40B4-BE49-F238E27FC236}">
                <a16:creationId xmlns:a16="http://schemas.microsoft.com/office/drawing/2014/main" id="{5CFEF69A-4F2A-4BA6-96DF-D2CB23A72FD7}"/>
              </a:ext>
            </a:extLst>
          </p:cNvPr>
          <p:cNvSpPr>
            <a:spLocks noChangeShapeType="1"/>
          </p:cNvSpPr>
          <p:nvPr/>
        </p:nvSpPr>
        <p:spPr bwMode="auto">
          <a:xfrm flipH="1">
            <a:off x="8382000" y="2971800"/>
            <a:ext cx="38100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5646" name="Line 46">
            <a:extLst>
              <a:ext uri="{FF2B5EF4-FFF2-40B4-BE49-F238E27FC236}">
                <a16:creationId xmlns:a16="http://schemas.microsoft.com/office/drawing/2014/main" id="{BE0F70DF-9267-4ECE-A172-0EE61B2CB0D7}"/>
              </a:ext>
            </a:extLst>
          </p:cNvPr>
          <p:cNvSpPr>
            <a:spLocks noChangeShapeType="1"/>
          </p:cNvSpPr>
          <p:nvPr/>
        </p:nvSpPr>
        <p:spPr bwMode="auto">
          <a:xfrm>
            <a:off x="8763000" y="2971800"/>
            <a:ext cx="1524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5647" name="Line 47">
            <a:extLst>
              <a:ext uri="{FF2B5EF4-FFF2-40B4-BE49-F238E27FC236}">
                <a16:creationId xmlns:a16="http://schemas.microsoft.com/office/drawing/2014/main" id="{7AFE550A-ECA0-47C3-B477-11ACF023428E}"/>
              </a:ext>
            </a:extLst>
          </p:cNvPr>
          <p:cNvSpPr>
            <a:spLocks noChangeShapeType="1"/>
          </p:cNvSpPr>
          <p:nvPr/>
        </p:nvSpPr>
        <p:spPr bwMode="auto">
          <a:xfrm>
            <a:off x="8763000" y="2971800"/>
            <a:ext cx="6858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5648" name="Line 48">
            <a:extLst>
              <a:ext uri="{FF2B5EF4-FFF2-40B4-BE49-F238E27FC236}">
                <a16:creationId xmlns:a16="http://schemas.microsoft.com/office/drawing/2014/main" id="{7E92D319-E7C3-40AD-A89D-9DDE130D12B2}"/>
              </a:ext>
            </a:extLst>
          </p:cNvPr>
          <p:cNvSpPr>
            <a:spLocks noChangeShapeType="1"/>
          </p:cNvSpPr>
          <p:nvPr/>
        </p:nvSpPr>
        <p:spPr bwMode="auto">
          <a:xfrm flipH="1">
            <a:off x="2895600" y="4038600"/>
            <a:ext cx="5334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5649" name="Line 49">
            <a:extLst>
              <a:ext uri="{FF2B5EF4-FFF2-40B4-BE49-F238E27FC236}">
                <a16:creationId xmlns:a16="http://schemas.microsoft.com/office/drawing/2014/main" id="{64429F2E-1995-4129-A123-A971BA41F248}"/>
              </a:ext>
            </a:extLst>
          </p:cNvPr>
          <p:cNvSpPr>
            <a:spLocks noChangeShapeType="1"/>
          </p:cNvSpPr>
          <p:nvPr/>
        </p:nvSpPr>
        <p:spPr bwMode="auto">
          <a:xfrm flipH="1">
            <a:off x="3352800" y="4038600"/>
            <a:ext cx="762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5650" name="Line 50">
            <a:extLst>
              <a:ext uri="{FF2B5EF4-FFF2-40B4-BE49-F238E27FC236}">
                <a16:creationId xmlns:a16="http://schemas.microsoft.com/office/drawing/2014/main" id="{E2D33A77-57C7-4960-9564-B35EA72FE54F}"/>
              </a:ext>
            </a:extLst>
          </p:cNvPr>
          <p:cNvSpPr>
            <a:spLocks noChangeShapeType="1"/>
          </p:cNvSpPr>
          <p:nvPr/>
        </p:nvSpPr>
        <p:spPr bwMode="auto">
          <a:xfrm>
            <a:off x="3429000" y="4038600"/>
            <a:ext cx="381000" cy="1143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5651" name="Line 51">
            <a:extLst>
              <a:ext uri="{FF2B5EF4-FFF2-40B4-BE49-F238E27FC236}">
                <a16:creationId xmlns:a16="http://schemas.microsoft.com/office/drawing/2014/main" id="{56EFDD5C-9A6E-4B47-A337-478ACDCAAC87}"/>
              </a:ext>
            </a:extLst>
          </p:cNvPr>
          <p:cNvSpPr>
            <a:spLocks noChangeShapeType="1"/>
          </p:cNvSpPr>
          <p:nvPr/>
        </p:nvSpPr>
        <p:spPr bwMode="auto">
          <a:xfrm>
            <a:off x="4114800" y="4038600"/>
            <a:ext cx="381000" cy="1143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5652" name="Line 52">
            <a:extLst>
              <a:ext uri="{FF2B5EF4-FFF2-40B4-BE49-F238E27FC236}">
                <a16:creationId xmlns:a16="http://schemas.microsoft.com/office/drawing/2014/main" id="{B0079E18-93E3-437B-82E7-AC20193C6DAB}"/>
              </a:ext>
            </a:extLst>
          </p:cNvPr>
          <p:cNvSpPr>
            <a:spLocks noChangeShapeType="1"/>
          </p:cNvSpPr>
          <p:nvPr/>
        </p:nvSpPr>
        <p:spPr bwMode="auto">
          <a:xfrm flipH="1">
            <a:off x="5334000" y="4038600"/>
            <a:ext cx="304800" cy="1143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5653" name="Line 53">
            <a:extLst>
              <a:ext uri="{FF2B5EF4-FFF2-40B4-BE49-F238E27FC236}">
                <a16:creationId xmlns:a16="http://schemas.microsoft.com/office/drawing/2014/main" id="{F2590F92-68CC-4491-B56F-D1EB9E357220}"/>
              </a:ext>
            </a:extLst>
          </p:cNvPr>
          <p:cNvSpPr>
            <a:spLocks noChangeShapeType="1"/>
          </p:cNvSpPr>
          <p:nvPr/>
        </p:nvSpPr>
        <p:spPr bwMode="auto">
          <a:xfrm>
            <a:off x="9448800" y="4038600"/>
            <a:ext cx="609600" cy="1143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5654" name="Line 54">
            <a:extLst>
              <a:ext uri="{FF2B5EF4-FFF2-40B4-BE49-F238E27FC236}">
                <a16:creationId xmlns:a16="http://schemas.microsoft.com/office/drawing/2014/main" id="{ACF2E7FE-927B-4C1D-AC80-CB978655FCE1}"/>
              </a:ext>
            </a:extLst>
          </p:cNvPr>
          <p:cNvSpPr>
            <a:spLocks noChangeShapeType="1"/>
          </p:cNvSpPr>
          <p:nvPr/>
        </p:nvSpPr>
        <p:spPr bwMode="auto">
          <a:xfrm>
            <a:off x="9448800" y="4038600"/>
            <a:ext cx="9906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5655" name="Line 55">
            <a:extLst>
              <a:ext uri="{FF2B5EF4-FFF2-40B4-BE49-F238E27FC236}">
                <a16:creationId xmlns:a16="http://schemas.microsoft.com/office/drawing/2014/main" id="{F395B550-70EA-4991-9B8C-C762F82DCF93}"/>
              </a:ext>
            </a:extLst>
          </p:cNvPr>
          <p:cNvSpPr>
            <a:spLocks noChangeShapeType="1"/>
          </p:cNvSpPr>
          <p:nvPr/>
        </p:nvSpPr>
        <p:spPr bwMode="auto">
          <a:xfrm>
            <a:off x="8915400" y="4038600"/>
            <a:ext cx="685800" cy="1143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5656" name="Line 56">
            <a:extLst>
              <a:ext uri="{FF2B5EF4-FFF2-40B4-BE49-F238E27FC236}">
                <a16:creationId xmlns:a16="http://schemas.microsoft.com/office/drawing/2014/main" id="{32A9F659-E333-4379-88E5-5D3F89D2DE25}"/>
              </a:ext>
            </a:extLst>
          </p:cNvPr>
          <p:cNvSpPr>
            <a:spLocks noChangeShapeType="1"/>
          </p:cNvSpPr>
          <p:nvPr/>
        </p:nvSpPr>
        <p:spPr bwMode="auto">
          <a:xfrm>
            <a:off x="8382000" y="4038600"/>
            <a:ext cx="762000" cy="1143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5657" name="Line 57">
            <a:extLst>
              <a:ext uri="{FF2B5EF4-FFF2-40B4-BE49-F238E27FC236}">
                <a16:creationId xmlns:a16="http://schemas.microsoft.com/office/drawing/2014/main" id="{473D1468-0D60-47F1-A31B-7F3D4BD4A557}"/>
              </a:ext>
            </a:extLst>
          </p:cNvPr>
          <p:cNvSpPr>
            <a:spLocks noChangeShapeType="1"/>
          </p:cNvSpPr>
          <p:nvPr/>
        </p:nvSpPr>
        <p:spPr bwMode="auto">
          <a:xfrm>
            <a:off x="8382000" y="4038600"/>
            <a:ext cx="3048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5658" name="Line 58">
            <a:extLst>
              <a:ext uri="{FF2B5EF4-FFF2-40B4-BE49-F238E27FC236}">
                <a16:creationId xmlns:a16="http://schemas.microsoft.com/office/drawing/2014/main" id="{5294CE1E-8025-4C22-AE74-243C5A94D222}"/>
              </a:ext>
            </a:extLst>
          </p:cNvPr>
          <p:cNvSpPr>
            <a:spLocks noChangeShapeType="1"/>
          </p:cNvSpPr>
          <p:nvPr/>
        </p:nvSpPr>
        <p:spPr bwMode="auto">
          <a:xfrm>
            <a:off x="6858000" y="4038600"/>
            <a:ext cx="12192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5659" name="Line 59">
            <a:extLst>
              <a:ext uri="{FF2B5EF4-FFF2-40B4-BE49-F238E27FC236}">
                <a16:creationId xmlns:a16="http://schemas.microsoft.com/office/drawing/2014/main" id="{723CFB79-3959-4BF1-B5E9-98D97BB0401A}"/>
              </a:ext>
            </a:extLst>
          </p:cNvPr>
          <p:cNvSpPr>
            <a:spLocks noChangeShapeType="1"/>
          </p:cNvSpPr>
          <p:nvPr/>
        </p:nvSpPr>
        <p:spPr bwMode="auto">
          <a:xfrm>
            <a:off x="6858000" y="4038600"/>
            <a:ext cx="7620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5660" name="Line 60">
            <a:extLst>
              <a:ext uri="{FF2B5EF4-FFF2-40B4-BE49-F238E27FC236}">
                <a16:creationId xmlns:a16="http://schemas.microsoft.com/office/drawing/2014/main" id="{02E5F6BD-717B-4DC5-864A-0CBA522F863B}"/>
              </a:ext>
            </a:extLst>
          </p:cNvPr>
          <p:cNvSpPr>
            <a:spLocks noChangeShapeType="1"/>
          </p:cNvSpPr>
          <p:nvPr/>
        </p:nvSpPr>
        <p:spPr bwMode="auto">
          <a:xfrm>
            <a:off x="6858000" y="4038600"/>
            <a:ext cx="3048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5661" name="Line 61">
            <a:extLst>
              <a:ext uri="{FF2B5EF4-FFF2-40B4-BE49-F238E27FC236}">
                <a16:creationId xmlns:a16="http://schemas.microsoft.com/office/drawing/2014/main" id="{098B2F07-02CB-42C5-A662-3C82A22166C7}"/>
              </a:ext>
            </a:extLst>
          </p:cNvPr>
          <p:cNvSpPr>
            <a:spLocks noChangeShapeType="1"/>
          </p:cNvSpPr>
          <p:nvPr/>
        </p:nvSpPr>
        <p:spPr bwMode="auto">
          <a:xfrm flipH="1">
            <a:off x="5791200" y="4038600"/>
            <a:ext cx="4572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5662" name="Line 62">
            <a:extLst>
              <a:ext uri="{FF2B5EF4-FFF2-40B4-BE49-F238E27FC236}">
                <a16:creationId xmlns:a16="http://schemas.microsoft.com/office/drawing/2014/main" id="{1A50B85D-9311-414F-9C0B-12A7583F6CA6}"/>
              </a:ext>
            </a:extLst>
          </p:cNvPr>
          <p:cNvSpPr>
            <a:spLocks noChangeShapeType="1"/>
          </p:cNvSpPr>
          <p:nvPr/>
        </p:nvSpPr>
        <p:spPr bwMode="auto">
          <a:xfrm>
            <a:off x="6248400" y="4038600"/>
            <a:ext cx="0" cy="1143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5663" name="Line 63">
            <a:extLst>
              <a:ext uri="{FF2B5EF4-FFF2-40B4-BE49-F238E27FC236}">
                <a16:creationId xmlns:a16="http://schemas.microsoft.com/office/drawing/2014/main" id="{1BEEC575-6D03-44EF-9B10-28B4A12B69CA}"/>
              </a:ext>
            </a:extLst>
          </p:cNvPr>
          <p:cNvSpPr>
            <a:spLocks noChangeShapeType="1"/>
          </p:cNvSpPr>
          <p:nvPr/>
        </p:nvSpPr>
        <p:spPr bwMode="auto">
          <a:xfrm flipH="1">
            <a:off x="6705600" y="4038600"/>
            <a:ext cx="152400" cy="1143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5664" name="Text Box 64">
            <a:extLst>
              <a:ext uri="{FF2B5EF4-FFF2-40B4-BE49-F238E27FC236}">
                <a16:creationId xmlns:a16="http://schemas.microsoft.com/office/drawing/2014/main" id="{747D9A9B-D1F5-4901-927F-82560C98E36C}"/>
              </a:ext>
            </a:extLst>
          </p:cNvPr>
          <p:cNvSpPr txBox="1">
            <a:spLocks noChangeArrowheads="1"/>
          </p:cNvSpPr>
          <p:nvPr/>
        </p:nvSpPr>
        <p:spPr bwMode="auto">
          <a:xfrm>
            <a:off x="7239000" y="4038601"/>
            <a:ext cx="565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100</a:t>
            </a:r>
          </a:p>
        </p:txBody>
      </p:sp>
      <p:sp>
        <p:nvSpPr>
          <p:cNvPr id="25665" name="Text Box 65">
            <a:extLst>
              <a:ext uri="{FF2B5EF4-FFF2-40B4-BE49-F238E27FC236}">
                <a16:creationId xmlns:a16="http://schemas.microsoft.com/office/drawing/2014/main" id="{A4859A71-A092-49ED-88CF-3451FDC2E20C}"/>
              </a:ext>
            </a:extLst>
          </p:cNvPr>
          <p:cNvSpPr txBox="1">
            <a:spLocks noChangeArrowheads="1"/>
          </p:cNvSpPr>
          <p:nvPr/>
        </p:nvSpPr>
        <p:spPr bwMode="auto">
          <a:xfrm>
            <a:off x="10102850" y="5562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-24</a:t>
            </a:r>
          </a:p>
        </p:txBody>
      </p:sp>
      <p:sp>
        <p:nvSpPr>
          <p:cNvPr id="25666" name="Text Box 66">
            <a:extLst>
              <a:ext uri="{FF2B5EF4-FFF2-40B4-BE49-F238E27FC236}">
                <a16:creationId xmlns:a16="http://schemas.microsoft.com/office/drawing/2014/main" id="{169561BD-5514-463E-8F6F-401D60ED12AE}"/>
              </a:ext>
            </a:extLst>
          </p:cNvPr>
          <p:cNvSpPr txBox="1">
            <a:spLocks noChangeArrowheads="1"/>
          </p:cNvSpPr>
          <p:nvPr/>
        </p:nvSpPr>
        <p:spPr bwMode="auto">
          <a:xfrm>
            <a:off x="9753600" y="55626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-8</a:t>
            </a:r>
          </a:p>
        </p:txBody>
      </p:sp>
      <p:sp>
        <p:nvSpPr>
          <p:cNvPr id="25667" name="Text Box 67">
            <a:extLst>
              <a:ext uri="{FF2B5EF4-FFF2-40B4-BE49-F238E27FC236}">
                <a16:creationId xmlns:a16="http://schemas.microsoft.com/office/drawing/2014/main" id="{54D824A6-F117-4958-AC73-713A56040B44}"/>
              </a:ext>
            </a:extLst>
          </p:cNvPr>
          <p:cNvSpPr txBox="1">
            <a:spLocks noChangeArrowheads="1"/>
          </p:cNvSpPr>
          <p:nvPr/>
        </p:nvSpPr>
        <p:spPr bwMode="auto">
          <a:xfrm>
            <a:off x="9296400" y="5562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-14</a:t>
            </a:r>
          </a:p>
        </p:txBody>
      </p:sp>
      <p:sp>
        <p:nvSpPr>
          <p:cNvPr id="25668" name="Text Box 68">
            <a:extLst>
              <a:ext uri="{FF2B5EF4-FFF2-40B4-BE49-F238E27FC236}">
                <a16:creationId xmlns:a16="http://schemas.microsoft.com/office/drawing/2014/main" id="{EC950235-C737-4F29-892E-D5EF3CB2AD65}"/>
              </a:ext>
            </a:extLst>
          </p:cNvPr>
          <p:cNvSpPr txBox="1">
            <a:spLocks noChangeArrowheads="1"/>
          </p:cNvSpPr>
          <p:nvPr/>
        </p:nvSpPr>
        <p:spPr bwMode="auto">
          <a:xfrm>
            <a:off x="8839200" y="5562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-73</a:t>
            </a:r>
          </a:p>
        </p:txBody>
      </p:sp>
      <p:sp>
        <p:nvSpPr>
          <p:cNvPr id="25669" name="Text Box 69">
            <a:extLst>
              <a:ext uri="{FF2B5EF4-FFF2-40B4-BE49-F238E27FC236}">
                <a16:creationId xmlns:a16="http://schemas.microsoft.com/office/drawing/2014/main" id="{6897EAF6-843D-493F-9A01-7917AF91E5AF}"/>
              </a:ext>
            </a:extLst>
          </p:cNvPr>
          <p:cNvSpPr txBox="1">
            <a:spLocks noChangeArrowheads="1"/>
          </p:cNvSpPr>
          <p:nvPr/>
        </p:nvSpPr>
        <p:spPr bwMode="auto">
          <a:xfrm>
            <a:off x="8305800" y="5562601"/>
            <a:ext cx="641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-100</a:t>
            </a:r>
          </a:p>
        </p:txBody>
      </p:sp>
      <p:sp>
        <p:nvSpPr>
          <p:cNvPr id="25670" name="Text Box 70">
            <a:extLst>
              <a:ext uri="{FF2B5EF4-FFF2-40B4-BE49-F238E27FC236}">
                <a16:creationId xmlns:a16="http://schemas.microsoft.com/office/drawing/2014/main" id="{A743CBCA-5762-494B-818C-08E9F1F309B0}"/>
              </a:ext>
            </a:extLst>
          </p:cNvPr>
          <p:cNvSpPr txBox="1">
            <a:spLocks noChangeArrowheads="1"/>
          </p:cNvSpPr>
          <p:nvPr/>
        </p:nvSpPr>
        <p:spPr bwMode="auto">
          <a:xfrm>
            <a:off x="7848600" y="55626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-5</a:t>
            </a:r>
          </a:p>
        </p:txBody>
      </p:sp>
      <p:sp>
        <p:nvSpPr>
          <p:cNvPr id="25671" name="Text Box 71">
            <a:extLst>
              <a:ext uri="{FF2B5EF4-FFF2-40B4-BE49-F238E27FC236}">
                <a16:creationId xmlns:a16="http://schemas.microsoft.com/office/drawing/2014/main" id="{8BFA4BC8-35AF-476B-8B03-FA2E3A8F85B7}"/>
              </a:ext>
            </a:extLst>
          </p:cNvPr>
          <p:cNvSpPr txBox="1">
            <a:spLocks noChangeArrowheads="1"/>
          </p:cNvSpPr>
          <p:nvPr/>
        </p:nvSpPr>
        <p:spPr bwMode="auto">
          <a:xfrm>
            <a:off x="7391400" y="5562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-70</a:t>
            </a:r>
          </a:p>
        </p:txBody>
      </p:sp>
      <p:sp>
        <p:nvSpPr>
          <p:cNvPr id="25672" name="Text Box 72">
            <a:extLst>
              <a:ext uri="{FF2B5EF4-FFF2-40B4-BE49-F238E27FC236}">
                <a16:creationId xmlns:a16="http://schemas.microsoft.com/office/drawing/2014/main" id="{82E98E2E-B53F-4491-8428-229B25012782}"/>
              </a:ext>
            </a:extLst>
          </p:cNvPr>
          <p:cNvSpPr txBox="1">
            <a:spLocks noChangeArrowheads="1"/>
          </p:cNvSpPr>
          <p:nvPr/>
        </p:nvSpPr>
        <p:spPr bwMode="auto">
          <a:xfrm>
            <a:off x="6934200" y="5562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-12</a:t>
            </a:r>
          </a:p>
        </p:txBody>
      </p:sp>
      <p:sp>
        <p:nvSpPr>
          <p:cNvPr id="25673" name="Text Box 73">
            <a:extLst>
              <a:ext uri="{FF2B5EF4-FFF2-40B4-BE49-F238E27FC236}">
                <a16:creationId xmlns:a16="http://schemas.microsoft.com/office/drawing/2014/main" id="{EB70C589-847C-4194-BD9B-BE41FCDB88B0}"/>
              </a:ext>
            </a:extLst>
          </p:cNvPr>
          <p:cNvSpPr txBox="1">
            <a:spLocks noChangeArrowheads="1"/>
          </p:cNvSpPr>
          <p:nvPr/>
        </p:nvSpPr>
        <p:spPr bwMode="auto">
          <a:xfrm>
            <a:off x="6400800" y="55626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-4</a:t>
            </a:r>
          </a:p>
        </p:txBody>
      </p:sp>
      <p:sp>
        <p:nvSpPr>
          <p:cNvPr id="25674" name="Text Box 74">
            <a:extLst>
              <a:ext uri="{FF2B5EF4-FFF2-40B4-BE49-F238E27FC236}">
                <a16:creationId xmlns:a16="http://schemas.microsoft.com/office/drawing/2014/main" id="{13E90677-7EE1-4645-BE4D-D0850C49EE24}"/>
              </a:ext>
            </a:extLst>
          </p:cNvPr>
          <p:cNvSpPr txBox="1">
            <a:spLocks noChangeArrowheads="1"/>
          </p:cNvSpPr>
          <p:nvPr/>
        </p:nvSpPr>
        <p:spPr bwMode="auto">
          <a:xfrm>
            <a:off x="5943600" y="5562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70</a:t>
            </a:r>
          </a:p>
        </p:txBody>
      </p:sp>
      <p:sp>
        <p:nvSpPr>
          <p:cNvPr id="25675" name="Text Box 75">
            <a:extLst>
              <a:ext uri="{FF2B5EF4-FFF2-40B4-BE49-F238E27FC236}">
                <a16:creationId xmlns:a16="http://schemas.microsoft.com/office/drawing/2014/main" id="{68FFB1F3-6140-4964-BA99-93BAFCB9FD43}"/>
              </a:ext>
            </a:extLst>
          </p:cNvPr>
          <p:cNvSpPr txBox="1">
            <a:spLocks noChangeArrowheads="1"/>
          </p:cNvSpPr>
          <p:nvPr/>
        </p:nvSpPr>
        <p:spPr bwMode="auto">
          <a:xfrm>
            <a:off x="5486400" y="5562601"/>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4</a:t>
            </a:r>
          </a:p>
        </p:txBody>
      </p:sp>
      <p:sp>
        <p:nvSpPr>
          <p:cNvPr id="25676" name="Text Box 76">
            <a:extLst>
              <a:ext uri="{FF2B5EF4-FFF2-40B4-BE49-F238E27FC236}">
                <a16:creationId xmlns:a16="http://schemas.microsoft.com/office/drawing/2014/main" id="{D08C2F20-3F1D-4246-88AF-19F4209F528D}"/>
              </a:ext>
            </a:extLst>
          </p:cNvPr>
          <p:cNvSpPr txBox="1">
            <a:spLocks noChangeArrowheads="1"/>
          </p:cNvSpPr>
          <p:nvPr/>
        </p:nvSpPr>
        <p:spPr bwMode="auto">
          <a:xfrm>
            <a:off x="5029200" y="5562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12</a:t>
            </a:r>
          </a:p>
        </p:txBody>
      </p:sp>
      <p:sp>
        <p:nvSpPr>
          <p:cNvPr id="25677" name="Text Box 77">
            <a:extLst>
              <a:ext uri="{FF2B5EF4-FFF2-40B4-BE49-F238E27FC236}">
                <a16:creationId xmlns:a16="http://schemas.microsoft.com/office/drawing/2014/main" id="{96142461-3B67-403C-82FC-5D596386D876}"/>
              </a:ext>
            </a:extLst>
          </p:cNvPr>
          <p:cNvSpPr txBox="1">
            <a:spLocks noChangeArrowheads="1"/>
          </p:cNvSpPr>
          <p:nvPr/>
        </p:nvSpPr>
        <p:spPr bwMode="auto">
          <a:xfrm>
            <a:off x="4267200" y="55626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-3</a:t>
            </a:r>
          </a:p>
        </p:txBody>
      </p:sp>
      <p:sp>
        <p:nvSpPr>
          <p:cNvPr id="25678" name="Text Box 78">
            <a:extLst>
              <a:ext uri="{FF2B5EF4-FFF2-40B4-BE49-F238E27FC236}">
                <a16:creationId xmlns:a16="http://schemas.microsoft.com/office/drawing/2014/main" id="{624B138E-92B8-41A6-A8FB-B33E28B26A2E}"/>
              </a:ext>
            </a:extLst>
          </p:cNvPr>
          <p:cNvSpPr txBox="1">
            <a:spLocks noChangeArrowheads="1"/>
          </p:cNvSpPr>
          <p:nvPr/>
        </p:nvSpPr>
        <p:spPr bwMode="auto">
          <a:xfrm>
            <a:off x="3581400" y="5562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21</a:t>
            </a:r>
          </a:p>
        </p:txBody>
      </p:sp>
      <p:sp>
        <p:nvSpPr>
          <p:cNvPr id="25679" name="Text Box 79">
            <a:extLst>
              <a:ext uri="{FF2B5EF4-FFF2-40B4-BE49-F238E27FC236}">
                <a16:creationId xmlns:a16="http://schemas.microsoft.com/office/drawing/2014/main" id="{701AA852-2579-41C4-A8F0-E63BDA696AD6}"/>
              </a:ext>
            </a:extLst>
          </p:cNvPr>
          <p:cNvSpPr txBox="1">
            <a:spLocks noChangeArrowheads="1"/>
          </p:cNvSpPr>
          <p:nvPr/>
        </p:nvSpPr>
        <p:spPr bwMode="auto">
          <a:xfrm>
            <a:off x="3048000" y="5562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28</a:t>
            </a:r>
          </a:p>
        </p:txBody>
      </p:sp>
      <p:sp>
        <p:nvSpPr>
          <p:cNvPr id="25680" name="Text Box 80">
            <a:extLst>
              <a:ext uri="{FF2B5EF4-FFF2-40B4-BE49-F238E27FC236}">
                <a16:creationId xmlns:a16="http://schemas.microsoft.com/office/drawing/2014/main" id="{FB20F5AF-7262-4F4F-BB50-EDDDA198AF58}"/>
              </a:ext>
            </a:extLst>
          </p:cNvPr>
          <p:cNvSpPr txBox="1">
            <a:spLocks noChangeArrowheads="1"/>
          </p:cNvSpPr>
          <p:nvPr/>
        </p:nvSpPr>
        <p:spPr bwMode="auto">
          <a:xfrm>
            <a:off x="2590800" y="5562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23</a:t>
            </a:r>
          </a:p>
        </p:txBody>
      </p:sp>
      <p:sp>
        <p:nvSpPr>
          <p:cNvPr id="25681" name="Text Box 81">
            <a:extLst>
              <a:ext uri="{FF2B5EF4-FFF2-40B4-BE49-F238E27FC236}">
                <a16:creationId xmlns:a16="http://schemas.microsoft.com/office/drawing/2014/main" id="{CD09B8A1-2077-48B6-98E5-C66CB5EF34C9}"/>
              </a:ext>
            </a:extLst>
          </p:cNvPr>
          <p:cNvSpPr txBox="1">
            <a:spLocks noChangeArrowheads="1"/>
          </p:cNvSpPr>
          <p:nvPr/>
        </p:nvSpPr>
        <p:spPr bwMode="auto">
          <a:xfrm>
            <a:off x="2819400" y="39624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21</a:t>
            </a:r>
          </a:p>
        </p:txBody>
      </p:sp>
      <p:sp>
        <p:nvSpPr>
          <p:cNvPr id="25682" name="Text Box 82">
            <a:extLst>
              <a:ext uri="{FF2B5EF4-FFF2-40B4-BE49-F238E27FC236}">
                <a16:creationId xmlns:a16="http://schemas.microsoft.com/office/drawing/2014/main" id="{B9C1C92A-F32F-4A45-ABDE-1B9C18E11FE0}"/>
              </a:ext>
            </a:extLst>
          </p:cNvPr>
          <p:cNvSpPr txBox="1">
            <a:spLocks noChangeArrowheads="1"/>
          </p:cNvSpPr>
          <p:nvPr/>
        </p:nvSpPr>
        <p:spPr bwMode="auto">
          <a:xfrm>
            <a:off x="4343400" y="39624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-3</a:t>
            </a:r>
          </a:p>
        </p:txBody>
      </p:sp>
      <p:sp>
        <p:nvSpPr>
          <p:cNvPr id="25683" name="Text Box 83">
            <a:extLst>
              <a:ext uri="{FF2B5EF4-FFF2-40B4-BE49-F238E27FC236}">
                <a16:creationId xmlns:a16="http://schemas.microsoft.com/office/drawing/2014/main" id="{471EFF18-8579-4E12-A2AA-52C2E1D3CB1E}"/>
              </a:ext>
            </a:extLst>
          </p:cNvPr>
          <p:cNvSpPr txBox="1">
            <a:spLocks noChangeArrowheads="1"/>
          </p:cNvSpPr>
          <p:nvPr/>
        </p:nvSpPr>
        <p:spPr bwMode="auto">
          <a:xfrm>
            <a:off x="5105400" y="4038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12</a:t>
            </a:r>
          </a:p>
        </p:txBody>
      </p:sp>
      <p:sp>
        <p:nvSpPr>
          <p:cNvPr id="25684" name="Text Box 84">
            <a:extLst>
              <a:ext uri="{FF2B5EF4-FFF2-40B4-BE49-F238E27FC236}">
                <a16:creationId xmlns:a16="http://schemas.microsoft.com/office/drawing/2014/main" id="{0DF28F72-2FE7-490D-AA30-058872FC4D47}"/>
              </a:ext>
            </a:extLst>
          </p:cNvPr>
          <p:cNvSpPr txBox="1">
            <a:spLocks noChangeArrowheads="1"/>
          </p:cNvSpPr>
          <p:nvPr/>
        </p:nvSpPr>
        <p:spPr bwMode="auto">
          <a:xfrm>
            <a:off x="5791200" y="4038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70</a:t>
            </a:r>
          </a:p>
        </p:txBody>
      </p:sp>
      <p:sp>
        <p:nvSpPr>
          <p:cNvPr id="25685" name="Text Box 85">
            <a:extLst>
              <a:ext uri="{FF2B5EF4-FFF2-40B4-BE49-F238E27FC236}">
                <a16:creationId xmlns:a16="http://schemas.microsoft.com/office/drawing/2014/main" id="{F6211503-04E9-44FD-BDC7-7458C735407F}"/>
              </a:ext>
            </a:extLst>
          </p:cNvPr>
          <p:cNvSpPr txBox="1">
            <a:spLocks noChangeArrowheads="1"/>
          </p:cNvSpPr>
          <p:nvPr/>
        </p:nvSpPr>
        <p:spPr bwMode="auto">
          <a:xfrm>
            <a:off x="6477000" y="40386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-4</a:t>
            </a:r>
          </a:p>
        </p:txBody>
      </p:sp>
      <p:sp>
        <p:nvSpPr>
          <p:cNvPr id="25686" name="Text Box 86">
            <a:extLst>
              <a:ext uri="{FF2B5EF4-FFF2-40B4-BE49-F238E27FC236}">
                <a16:creationId xmlns:a16="http://schemas.microsoft.com/office/drawing/2014/main" id="{7CCB9881-35D2-43AF-99CB-7A0FB2643566}"/>
              </a:ext>
            </a:extLst>
          </p:cNvPr>
          <p:cNvSpPr txBox="1">
            <a:spLocks noChangeArrowheads="1"/>
          </p:cNvSpPr>
          <p:nvPr/>
        </p:nvSpPr>
        <p:spPr bwMode="auto">
          <a:xfrm>
            <a:off x="8001000" y="4038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-73</a:t>
            </a:r>
          </a:p>
        </p:txBody>
      </p:sp>
      <p:sp>
        <p:nvSpPr>
          <p:cNvPr id="25687" name="Text Box 87">
            <a:extLst>
              <a:ext uri="{FF2B5EF4-FFF2-40B4-BE49-F238E27FC236}">
                <a16:creationId xmlns:a16="http://schemas.microsoft.com/office/drawing/2014/main" id="{9CD435D0-7893-49B0-A914-58623BC7262C}"/>
              </a:ext>
            </a:extLst>
          </p:cNvPr>
          <p:cNvSpPr txBox="1">
            <a:spLocks noChangeArrowheads="1"/>
          </p:cNvSpPr>
          <p:nvPr/>
        </p:nvSpPr>
        <p:spPr bwMode="auto">
          <a:xfrm>
            <a:off x="8610600" y="4038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-14</a:t>
            </a:r>
          </a:p>
        </p:txBody>
      </p:sp>
      <p:sp>
        <p:nvSpPr>
          <p:cNvPr id="25688" name="Text Box 88">
            <a:extLst>
              <a:ext uri="{FF2B5EF4-FFF2-40B4-BE49-F238E27FC236}">
                <a16:creationId xmlns:a16="http://schemas.microsoft.com/office/drawing/2014/main" id="{BA8E2A32-F814-46A6-A5D2-1C5D0CAF0542}"/>
              </a:ext>
            </a:extLst>
          </p:cNvPr>
          <p:cNvSpPr txBox="1">
            <a:spLocks noChangeArrowheads="1"/>
          </p:cNvSpPr>
          <p:nvPr/>
        </p:nvSpPr>
        <p:spPr bwMode="auto">
          <a:xfrm>
            <a:off x="9677400" y="39624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-8</a:t>
            </a:r>
          </a:p>
        </p:txBody>
      </p:sp>
      <p:sp>
        <p:nvSpPr>
          <p:cNvPr id="25689" name="Text Box 89">
            <a:extLst>
              <a:ext uri="{FF2B5EF4-FFF2-40B4-BE49-F238E27FC236}">
                <a16:creationId xmlns:a16="http://schemas.microsoft.com/office/drawing/2014/main" id="{DC063D7B-675B-44A9-9895-9FE220D843B8}"/>
              </a:ext>
            </a:extLst>
          </p:cNvPr>
          <p:cNvSpPr txBox="1">
            <a:spLocks noChangeArrowheads="1"/>
          </p:cNvSpPr>
          <p:nvPr/>
        </p:nvSpPr>
        <p:spPr bwMode="auto">
          <a:xfrm>
            <a:off x="3962400" y="27432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-3</a:t>
            </a:r>
          </a:p>
        </p:txBody>
      </p:sp>
      <p:sp>
        <p:nvSpPr>
          <p:cNvPr id="25690" name="Text Box 90">
            <a:extLst>
              <a:ext uri="{FF2B5EF4-FFF2-40B4-BE49-F238E27FC236}">
                <a16:creationId xmlns:a16="http://schemas.microsoft.com/office/drawing/2014/main" id="{6F970FD3-3AFA-481B-AA44-812398EB56CE}"/>
              </a:ext>
            </a:extLst>
          </p:cNvPr>
          <p:cNvSpPr txBox="1">
            <a:spLocks noChangeArrowheads="1"/>
          </p:cNvSpPr>
          <p:nvPr/>
        </p:nvSpPr>
        <p:spPr bwMode="auto">
          <a:xfrm>
            <a:off x="6705600" y="26670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-4</a:t>
            </a:r>
          </a:p>
        </p:txBody>
      </p:sp>
      <p:sp>
        <p:nvSpPr>
          <p:cNvPr id="25691" name="Text Box 91">
            <a:extLst>
              <a:ext uri="{FF2B5EF4-FFF2-40B4-BE49-F238E27FC236}">
                <a16:creationId xmlns:a16="http://schemas.microsoft.com/office/drawing/2014/main" id="{B602B12A-EE33-42D3-A85F-8D696BFE17D8}"/>
              </a:ext>
            </a:extLst>
          </p:cNvPr>
          <p:cNvSpPr txBox="1">
            <a:spLocks noChangeArrowheads="1"/>
          </p:cNvSpPr>
          <p:nvPr/>
        </p:nvSpPr>
        <p:spPr bwMode="auto">
          <a:xfrm>
            <a:off x="8915400" y="27432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-73</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40D28A7E-3694-4A6A-8B23-AB07CBA682B2}"/>
              </a:ext>
            </a:extLst>
          </p:cNvPr>
          <p:cNvSpPr>
            <a:spLocks noGrp="1" noChangeArrowheads="1"/>
          </p:cNvSpPr>
          <p:nvPr>
            <p:ph type="title"/>
          </p:nvPr>
        </p:nvSpPr>
        <p:spPr/>
        <p:txBody>
          <a:bodyPr/>
          <a:lstStyle/>
          <a:p>
            <a:pPr eaLnBrk="1" hangingPunct="1"/>
            <a:r>
              <a:rPr lang="en-US" altLang="en-US"/>
              <a:t>Minimax tree</a:t>
            </a:r>
          </a:p>
        </p:txBody>
      </p:sp>
      <p:sp>
        <p:nvSpPr>
          <p:cNvPr id="27651" name="AutoShape 3">
            <a:extLst>
              <a:ext uri="{FF2B5EF4-FFF2-40B4-BE49-F238E27FC236}">
                <a16:creationId xmlns:a16="http://schemas.microsoft.com/office/drawing/2014/main" id="{014323FA-BEB1-4361-8127-0A89B47B0203}"/>
              </a:ext>
            </a:extLst>
          </p:cNvPr>
          <p:cNvSpPr>
            <a:spLocks noChangeArrowheads="1"/>
          </p:cNvSpPr>
          <p:nvPr/>
        </p:nvSpPr>
        <p:spPr bwMode="auto">
          <a:xfrm>
            <a:off x="6248400" y="16002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7652" name="AutoShape 4">
            <a:extLst>
              <a:ext uri="{FF2B5EF4-FFF2-40B4-BE49-F238E27FC236}">
                <a16:creationId xmlns:a16="http://schemas.microsoft.com/office/drawing/2014/main" id="{A38A1F5D-5FD6-4913-97E9-3436BC848620}"/>
              </a:ext>
            </a:extLst>
          </p:cNvPr>
          <p:cNvSpPr>
            <a:spLocks noChangeArrowheads="1"/>
          </p:cNvSpPr>
          <p:nvPr/>
        </p:nvSpPr>
        <p:spPr bwMode="auto">
          <a:xfrm rot="10800000">
            <a:off x="3581400" y="25908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7653" name="AutoShape 5">
            <a:extLst>
              <a:ext uri="{FF2B5EF4-FFF2-40B4-BE49-F238E27FC236}">
                <a16:creationId xmlns:a16="http://schemas.microsoft.com/office/drawing/2014/main" id="{DFB2C15A-1D22-4DE2-8886-2A35F1A204CA}"/>
              </a:ext>
            </a:extLst>
          </p:cNvPr>
          <p:cNvSpPr>
            <a:spLocks noChangeArrowheads="1"/>
          </p:cNvSpPr>
          <p:nvPr/>
        </p:nvSpPr>
        <p:spPr bwMode="auto">
          <a:xfrm rot="10800000">
            <a:off x="8534400" y="25908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7654" name="AutoShape 6">
            <a:extLst>
              <a:ext uri="{FF2B5EF4-FFF2-40B4-BE49-F238E27FC236}">
                <a16:creationId xmlns:a16="http://schemas.microsoft.com/office/drawing/2014/main" id="{5DBC9771-3805-42AF-8185-4F129DF2C1F9}"/>
              </a:ext>
            </a:extLst>
          </p:cNvPr>
          <p:cNvSpPr>
            <a:spLocks noChangeArrowheads="1"/>
          </p:cNvSpPr>
          <p:nvPr/>
        </p:nvSpPr>
        <p:spPr bwMode="auto">
          <a:xfrm rot="10800000">
            <a:off x="6248400" y="25908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7655" name="Text Box 7">
            <a:extLst>
              <a:ext uri="{FF2B5EF4-FFF2-40B4-BE49-F238E27FC236}">
                <a16:creationId xmlns:a16="http://schemas.microsoft.com/office/drawing/2014/main" id="{93BC1401-A163-479F-A9B8-80B85DC10B52}"/>
              </a:ext>
            </a:extLst>
          </p:cNvPr>
          <p:cNvSpPr txBox="1">
            <a:spLocks noChangeArrowheads="1"/>
          </p:cNvSpPr>
          <p:nvPr/>
        </p:nvSpPr>
        <p:spPr bwMode="auto">
          <a:xfrm>
            <a:off x="1736725" y="1560513"/>
            <a:ext cx="615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Max</a:t>
            </a:r>
          </a:p>
        </p:txBody>
      </p:sp>
      <p:sp>
        <p:nvSpPr>
          <p:cNvPr id="27656" name="Text Box 8">
            <a:extLst>
              <a:ext uri="{FF2B5EF4-FFF2-40B4-BE49-F238E27FC236}">
                <a16:creationId xmlns:a16="http://schemas.microsoft.com/office/drawing/2014/main" id="{F81FE2FE-33B3-4B08-9BC9-748D474B6BA9}"/>
              </a:ext>
            </a:extLst>
          </p:cNvPr>
          <p:cNvSpPr txBox="1">
            <a:spLocks noChangeArrowheads="1"/>
          </p:cNvSpPr>
          <p:nvPr/>
        </p:nvSpPr>
        <p:spPr bwMode="auto">
          <a:xfrm>
            <a:off x="1752600" y="5181601"/>
            <a:ext cx="552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Min</a:t>
            </a:r>
          </a:p>
        </p:txBody>
      </p:sp>
      <p:sp>
        <p:nvSpPr>
          <p:cNvPr id="27657" name="Text Box 9">
            <a:extLst>
              <a:ext uri="{FF2B5EF4-FFF2-40B4-BE49-F238E27FC236}">
                <a16:creationId xmlns:a16="http://schemas.microsoft.com/office/drawing/2014/main" id="{8E4ACBFB-9773-4477-BD0C-CC2CE475984F}"/>
              </a:ext>
            </a:extLst>
          </p:cNvPr>
          <p:cNvSpPr txBox="1">
            <a:spLocks noChangeArrowheads="1"/>
          </p:cNvSpPr>
          <p:nvPr/>
        </p:nvSpPr>
        <p:spPr bwMode="auto">
          <a:xfrm>
            <a:off x="1752600" y="3810001"/>
            <a:ext cx="615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Max</a:t>
            </a:r>
          </a:p>
        </p:txBody>
      </p:sp>
      <p:sp>
        <p:nvSpPr>
          <p:cNvPr id="27658" name="Text Box 10">
            <a:extLst>
              <a:ext uri="{FF2B5EF4-FFF2-40B4-BE49-F238E27FC236}">
                <a16:creationId xmlns:a16="http://schemas.microsoft.com/office/drawing/2014/main" id="{89089821-B1E0-46D8-8820-3AC46A42017B}"/>
              </a:ext>
            </a:extLst>
          </p:cNvPr>
          <p:cNvSpPr txBox="1">
            <a:spLocks noChangeArrowheads="1"/>
          </p:cNvSpPr>
          <p:nvPr/>
        </p:nvSpPr>
        <p:spPr bwMode="auto">
          <a:xfrm>
            <a:off x="1752600" y="2590801"/>
            <a:ext cx="552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Min</a:t>
            </a:r>
          </a:p>
        </p:txBody>
      </p:sp>
      <p:sp>
        <p:nvSpPr>
          <p:cNvPr id="27659" name="AutoShape 11">
            <a:extLst>
              <a:ext uri="{FF2B5EF4-FFF2-40B4-BE49-F238E27FC236}">
                <a16:creationId xmlns:a16="http://schemas.microsoft.com/office/drawing/2014/main" id="{D4B4B695-A822-4936-85DF-F54BF77C7341}"/>
              </a:ext>
            </a:extLst>
          </p:cNvPr>
          <p:cNvSpPr>
            <a:spLocks noChangeArrowheads="1"/>
          </p:cNvSpPr>
          <p:nvPr/>
        </p:nvSpPr>
        <p:spPr bwMode="auto">
          <a:xfrm>
            <a:off x="92202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7660" name="AutoShape 12">
            <a:extLst>
              <a:ext uri="{FF2B5EF4-FFF2-40B4-BE49-F238E27FC236}">
                <a16:creationId xmlns:a16="http://schemas.microsoft.com/office/drawing/2014/main" id="{36B6D249-5F8A-41F1-93E8-911A594EE5E6}"/>
              </a:ext>
            </a:extLst>
          </p:cNvPr>
          <p:cNvSpPr>
            <a:spLocks noChangeArrowheads="1"/>
          </p:cNvSpPr>
          <p:nvPr/>
        </p:nvSpPr>
        <p:spPr bwMode="auto">
          <a:xfrm>
            <a:off x="86868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7661" name="AutoShape 13">
            <a:extLst>
              <a:ext uri="{FF2B5EF4-FFF2-40B4-BE49-F238E27FC236}">
                <a16:creationId xmlns:a16="http://schemas.microsoft.com/office/drawing/2014/main" id="{5A36DFA9-778F-4963-A850-26659D052DDA}"/>
              </a:ext>
            </a:extLst>
          </p:cNvPr>
          <p:cNvSpPr>
            <a:spLocks noChangeArrowheads="1"/>
          </p:cNvSpPr>
          <p:nvPr/>
        </p:nvSpPr>
        <p:spPr bwMode="auto">
          <a:xfrm>
            <a:off x="81534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7662" name="AutoShape 14">
            <a:extLst>
              <a:ext uri="{FF2B5EF4-FFF2-40B4-BE49-F238E27FC236}">
                <a16:creationId xmlns:a16="http://schemas.microsoft.com/office/drawing/2014/main" id="{4AD8198C-F45C-4F15-9FBD-9ED47FC4E1C7}"/>
              </a:ext>
            </a:extLst>
          </p:cNvPr>
          <p:cNvSpPr>
            <a:spLocks noChangeArrowheads="1"/>
          </p:cNvSpPr>
          <p:nvPr/>
        </p:nvSpPr>
        <p:spPr bwMode="auto">
          <a:xfrm>
            <a:off x="66294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7663" name="AutoShape 15">
            <a:extLst>
              <a:ext uri="{FF2B5EF4-FFF2-40B4-BE49-F238E27FC236}">
                <a16:creationId xmlns:a16="http://schemas.microsoft.com/office/drawing/2014/main" id="{DBB95510-A315-420D-9B40-7566C086AA90}"/>
              </a:ext>
            </a:extLst>
          </p:cNvPr>
          <p:cNvSpPr>
            <a:spLocks noChangeArrowheads="1"/>
          </p:cNvSpPr>
          <p:nvPr/>
        </p:nvSpPr>
        <p:spPr bwMode="auto">
          <a:xfrm>
            <a:off x="60198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7664" name="AutoShape 16">
            <a:extLst>
              <a:ext uri="{FF2B5EF4-FFF2-40B4-BE49-F238E27FC236}">
                <a16:creationId xmlns:a16="http://schemas.microsoft.com/office/drawing/2014/main" id="{A11016BC-9A82-4AFE-9AA1-2D542EA2E8D5}"/>
              </a:ext>
            </a:extLst>
          </p:cNvPr>
          <p:cNvSpPr>
            <a:spLocks noChangeArrowheads="1"/>
          </p:cNvSpPr>
          <p:nvPr/>
        </p:nvSpPr>
        <p:spPr bwMode="auto">
          <a:xfrm>
            <a:off x="54102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7665" name="AutoShape 17">
            <a:extLst>
              <a:ext uri="{FF2B5EF4-FFF2-40B4-BE49-F238E27FC236}">
                <a16:creationId xmlns:a16="http://schemas.microsoft.com/office/drawing/2014/main" id="{0FCF4853-DB6B-4F1A-9D2F-6D6779EE7288}"/>
              </a:ext>
            </a:extLst>
          </p:cNvPr>
          <p:cNvSpPr>
            <a:spLocks noChangeArrowheads="1"/>
          </p:cNvSpPr>
          <p:nvPr/>
        </p:nvSpPr>
        <p:spPr bwMode="auto">
          <a:xfrm>
            <a:off x="38862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7666" name="AutoShape 18">
            <a:extLst>
              <a:ext uri="{FF2B5EF4-FFF2-40B4-BE49-F238E27FC236}">
                <a16:creationId xmlns:a16="http://schemas.microsoft.com/office/drawing/2014/main" id="{73E7BBF5-F148-4074-9BFD-84E581CD2DC4}"/>
              </a:ext>
            </a:extLst>
          </p:cNvPr>
          <p:cNvSpPr>
            <a:spLocks noChangeArrowheads="1"/>
          </p:cNvSpPr>
          <p:nvPr/>
        </p:nvSpPr>
        <p:spPr bwMode="auto">
          <a:xfrm>
            <a:off x="32004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7667" name="AutoShape 19">
            <a:extLst>
              <a:ext uri="{FF2B5EF4-FFF2-40B4-BE49-F238E27FC236}">
                <a16:creationId xmlns:a16="http://schemas.microsoft.com/office/drawing/2014/main" id="{C64567AA-AA3E-40BC-ABDF-F5DBD7685FA2}"/>
              </a:ext>
            </a:extLst>
          </p:cNvPr>
          <p:cNvSpPr>
            <a:spLocks noChangeArrowheads="1"/>
          </p:cNvSpPr>
          <p:nvPr/>
        </p:nvSpPr>
        <p:spPr bwMode="auto">
          <a:xfrm>
            <a:off x="72390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7668" name="AutoShape 20">
            <a:extLst>
              <a:ext uri="{FF2B5EF4-FFF2-40B4-BE49-F238E27FC236}">
                <a16:creationId xmlns:a16="http://schemas.microsoft.com/office/drawing/2014/main" id="{A346181A-259A-4338-B676-25EFEDD81B53}"/>
              </a:ext>
            </a:extLst>
          </p:cNvPr>
          <p:cNvSpPr>
            <a:spLocks noChangeArrowheads="1"/>
          </p:cNvSpPr>
          <p:nvPr/>
        </p:nvSpPr>
        <p:spPr bwMode="auto">
          <a:xfrm rot="10800000">
            <a:off x="102108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7669" name="AutoShape 21">
            <a:extLst>
              <a:ext uri="{FF2B5EF4-FFF2-40B4-BE49-F238E27FC236}">
                <a16:creationId xmlns:a16="http://schemas.microsoft.com/office/drawing/2014/main" id="{7B265856-4A73-4D63-85C9-2EFBBA257DFA}"/>
              </a:ext>
            </a:extLst>
          </p:cNvPr>
          <p:cNvSpPr>
            <a:spLocks noChangeArrowheads="1"/>
          </p:cNvSpPr>
          <p:nvPr/>
        </p:nvSpPr>
        <p:spPr bwMode="auto">
          <a:xfrm rot="10800000">
            <a:off x="78486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7670" name="AutoShape 22">
            <a:extLst>
              <a:ext uri="{FF2B5EF4-FFF2-40B4-BE49-F238E27FC236}">
                <a16:creationId xmlns:a16="http://schemas.microsoft.com/office/drawing/2014/main" id="{36E4EC9D-3B2A-4F9F-BF77-FCCF798D1B2A}"/>
              </a:ext>
            </a:extLst>
          </p:cNvPr>
          <p:cNvSpPr>
            <a:spLocks noChangeArrowheads="1"/>
          </p:cNvSpPr>
          <p:nvPr/>
        </p:nvSpPr>
        <p:spPr bwMode="auto">
          <a:xfrm rot="10800000">
            <a:off x="98298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7671" name="AutoShape 23">
            <a:extLst>
              <a:ext uri="{FF2B5EF4-FFF2-40B4-BE49-F238E27FC236}">
                <a16:creationId xmlns:a16="http://schemas.microsoft.com/office/drawing/2014/main" id="{1EB15321-2DC5-4654-8FA1-BC68EC9CB033}"/>
              </a:ext>
            </a:extLst>
          </p:cNvPr>
          <p:cNvSpPr>
            <a:spLocks noChangeArrowheads="1"/>
          </p:cNvSpPr>
          <p:nvPr/>
        </p:nvSpPr>
        <p:spPr bwMode="auto">
          <a:xfrm rot="10800000">
            <a:off x="93726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7672" name="AutoShape 24">
            <a:extLst>
              <a:ext uri="{FF2B5EF4-FFF2-40B4-BE49-F238E27FC236}">
                <a16:creationId xmlns:a16="http://schemas.microsoft.com/office/drawing/2014/main" id="{3D0525FA-A695-43F7-84DD-3DFEFC9E9DC1}"/>
              </a:ext>
            </a:extLst>
          </p:cNvPr>
          <p:cNvSpPr>
            <a:spLocks noChangeArrowheads="1"/>
          </p:cNvSpPr>
          <p:nvPr/>
        </p:nvSpPr>
        <p:spPr bwMode="auto">
          <a:xfrm rot="10800000">
            <a:off x="89154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7673" name="AutoShape 25">
            <a:extLst>
              <a:ext uri="{FF2B5EF4-FFF2-40B4-BE49-F238E27FC236}">
                <a16:creationId xmlns:a16="http://schemas.microsoft.com/office/drawing/2014/main" id="{3B4C56DE-86E3-4757-B409-3DA25A88F12E}"/>
              </a:ext>
            </a:extLst>
          </p:cNvPr>
          <p:cNvSpPr>
            <a:spLocks noChangeArrowheads="1"/>
          </p:cNvSpPr>
          <p:nvPr/>
        </p:nvSpPr>
        <p:spPr bwMode="auto">
          <a:xfrm rot="10800000">
            <a:off x="84582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7674" name="AutoShape 26">
            <a:extLst>
              <a:ext uri="{FF2B5EF4-FFF2-40B4-BE49-F238E27FC236}">
                <a16:creationId xmlns:a16="http://schemas.microsoft.com/office/drawing/2014/main" id="{E0C1D8DA-9C5E-4096-9A6F-2C537F70F873}"/>
              </a:ext>
            </a:extLst>
          </p:cNvPr>
          <p:cNvSpPr>
            <a:spLocks noChangeArrowheads="1"/>
          </p:cNvSpPr>
          <p:nvPr/>
        </p:nvSpPr>
        <p:spPr bwMode="auto">
          <a:xfrm rot="10800000">
            <a:off x="73914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7675" name="AutoShape 27">
            <a:extLst>
              <a:ext uri="{FF2B5EF4-FFF2-40B4-BE49-F238E27FC236}">
                <a16:creationId xmlns:a16="http://schemas.microsoft.com/office/drawing/2014/main" id="{B6D804E1-BF99-4AD8-BC9D-A4E41D819343}"/>
              </a:ext>
            </a:extLst>
          </p:cNvPr>
          <p:cNvSpPr>
            <a:spLocks noChangeArrowheads="1"/>
          </p:cNvSpPr>
          <p:nvPr/>
        </p:nvSpPr>
        <p:spPr bwMode="auto">
          <a:xfrm rot="10800000">
            <a:off x="69342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7676" name="AutoShape 28">
            <a:extLst>
              <a:ext uri="{FF2B5EF4-FFF2-40B4-BE49-F238E27FC236}">
                <a16:creationId xmlns:a16="http://schemas.microsoft.com/office/drawing/2014/main" id="{9650A228-2EE7-4CC3-A057-C6BFA95F2ACE}"/>
              </a:ext>
            </a:extLst>
          </p:cNvPr>
          <p:cNvSpPr>
            <a:spLocks noChangeArrowheads="1"/>
          </p:cNvSpPr>
          <p:nvPr/>
        </p:nvSpPr>
        <p:spPr bwMode="auto">
          <a:xfrm rot="10800000">
            <a:off x="64770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7677" name="AutoShape 29">
            <a:extLst>
              <a:ext uri="{FF2B5EF4-FFF2-40B4-BE49-F238E27FC236}">
                <a16:creationId xmlns:a16="http://schemas.microsoft.com/office/drawing/2014/main" id="{F6CD49EE-4625-4808-B8D8-6B3D67F8FAAA}"/>
              </a:ext>
            </a:extLst>
          </p:cNvPr>
          <p:cNvSpPr>
            <a:spLocks noChangeArrowheads="1"/>
          </p:cNvSpPr>
          <p:nvPr/>
        </p:nvSpPr>
        <p:spPr bwMode="auto">
          <a:xfrm rot="10800000">
            <a:off x="60198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7678" name="AutoShape 30">
            <a:extLst>
              <a:ext uri="{FF2B5EF4-FFF2-40B4-BE49-F238E27FC236}">
                <a16:creationId xmlns:a16="http://schemas.microsoft.com/office/drawing/2014/main" id="{6C57EC9D-ECE8-4C51-A836-2B0D9139C330}"/>
              </a:ext>
            </a:extLst>
          </p:cNvPr>
          <p:cNvSpPr>
            <a:spLocks noChangeArrowheads="1"/>
          </p:cNvSpPr>
          <p:nvPr/>
        </p:nvSpPr>
        <p:spPr bwMode="auto">
          <a:xfrm rot="10800000">
            <a:off x="55626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7679" name="AutoShape 31">
            <a:extLst>
              <a:ext uri="{FF2B5EF4-FFF2-40B4-BE49-F238E27FC236}">
                <a16:creationId xmlns:a16="http://schemas.microsoft.com/office/drawing/2014/main" id="{CDF2E72F-0954-4AC1-BB06-C5E9536703E0}"/>
              </a:ext>
            </a:extLst>
          </p:cNvPr>
          <p:cNvSpPr>
            <a:spLocks noChangeArrowheads="1"/>
          </p:cNvSpPr>
          <p:nvPr/>
        </p:nvSpPr>
        <p:spPr bwMode="auto">
          <a:xfrm rot="10800000">
            <a:off x="51054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7680" name="AutoShape 32">
            <a:extLst>
              <a:ext uri="{FF2B5EF4-FFF2-40B4-BE49-F238E27FC236}">
                <a16:creationId xmlns:a16="http://schemas.microsoft.com/office/drawing/2014/main" id="{A8902E2D-4E06-4B80-BEFE-168CD7D54137}"/>
              </a:ext>
            </a:extLst>
          </p:cNvPr>
          <p:cNvSpPr>
            <a:spLocks noChangeArrowheads="1"/>
          </p:cNvSpPr>
          <p:nvPr/>
        </p:nvSpPr>
        <p:spPr bwMode="auto">
          <a:xfrm rot="10800000">
            <a:off x="42672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7681" name="AutoShape 33">
            <a:extLst>
              <a:ext uri="{FF2B5EF4-FFF2-40B4-BE49-F238E27FC236}">
                <a16:creationId xmlns:a16="http://schemas.microsoft.com/office/drawing/2014/main" id="{36AF727E-899E-40DD-84CA-4E6CCF7D8EA8}"/>
              </a:ext>
            </a:extLst>
          </p:cNvPr>
          <p:cNvSpPr>
            <a:spLocks noChangeArrowheads="1"/>
          </p:cNvSpPr>
          <p:nvPr/>
        </p:nvSpPr>
        <p:spPr bwMode="auto">
          <a:xfrm rot="10800000">
            <a:off x="35814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7682" name="AutoShape 34">
            <a:extLst>
              <a:ext uri="{FF2B5EF4-FFF2-40B4-BE49-F238E27FC236}">
                <a16:creationId xmlns:a16="http://schemas.microsoft.com/office/drawing/2014/main" id="{65F4D20F-974F-42E3-87D8-5F06784B82D6}"/>
              </a:ext>
            </a:extLst>
          </p:cNvPr>
          <p:cNvSpPr>
            <a:spLocks noChangeArrowheads="1"/>
          </p:cNvSpPr>
          <p:nvPr/>
        </p:nvSpPr>
        <p:spPr bwMode="auto">
          <a:xfrm rot="10800000">
            <a:off x="31242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7683" name="AutoShape 35">
            <a:extLst>
              <a:ext uri="{FF2B5EF4-FFF2-40B4-BE49-F238E27FC236}">
                <a16:creationId xmlns:a16="http://schemas.microsoft.com/office/drawing/2014/main" id="{E4679EEE-23C6-469D-B31D-F16C37E6474B}"/>
              </a:ext>
            </a:extLst>
          </p:cNvPr>
          <p:cNvSpPr>
            <a:spLocks noChangeArrowheads="1"/>
          </p:cNvSpPr>
          <p:nvPr/>
        </p:nvSpPr>
        <p:spPr bwMode="auto">
          <a:xfrm rot="10800000">
            <a:off x="2667000" y="5181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7684" name="Line 36">
            <a:extLst>
              <a:ext uri="{FF2B5EF4-FFF2-40B4-BE49-F238E27FC236}">
                <a16:creationId xmlns:a16="http://schemas.microsoft.com/office/drawing/2014/main" id="{739FAD02-6216-448C-B754-FE10AE325FA8}"/>
              </a:ext>
            </a:extLst>
          </p:cNvPr>
          <p:cNvSpPr>
            <a:spLocks noChangeShapeType="1"/>
          </p:cNvSpPr>
          <p:nvPr/>
        </p:nvSpPr>
        <p:spPr bwMode="auto">
          <a:xfrm flipH="1">
            <a:off x="3810000" y="1981200"/>
            <a:ext cx="2667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7685" name="Line 37">
            <a:extLst>
              <a:ext uri="{FF2B5EF4-FFF2-40B4-BE49-F238E27FC236}">
                <a16:creationId xmlns:a16="http://schemas.microsoft.com/office/drawing/2014/main" id="{CB1D8BAE-5117-4110-AA75-4F4FD658FFBF}"/>
              </a:ext>
            </a:extLst>
          </p:cNvPr>
          <p:cNvSpPr>
            <a:spLocks noChangeShapeType="1"/>
          </p:cNvSpPr>
          <p:nvPr/>
        </p:nvSpPr>
        <p:spPr bwMode="auto">
          <a:xfrm flipH="1">
            <a:off x="6477000" y="1981200"/>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7686" name="Line 38">
            <a:extLst>
              <a:ext uri="{FF2B5EF4-FFF2-40B4-BE49-F238E27FC236}">
                <a16:creationId xmlns:a16="http://schemas.microsoft.com/office/drawing/2014/main" id="{0FC78CDC-C79D-46C2-943C-FDFA2F49D18F}"/>
              </a:ext>
            </a:extLst>
          </p:cNvPr>
          <p:cNvSpPr>
            <a:spLocks noChangeShapeType="1"/>
          </p:cNvSpPr>
          <p:nvPr/>
        </p:nvSpPr>
        <p:spPr bwMode="auto">
          <a:xfrm>
            <a:off x="6477000" y="1981200"/>
            <a:ext cx="22860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7687" name="Line 39">
            <a:extLst>
              <a:ext uri="{FF2B5EF4-FFF2-40B4-BE49-F238E27FC236}">
                <a16:creationId xmlns:a16="http://schemas.microsoft.com/office/drawing/2014/main" id="{957DA879-C365-4084-A521-2F73D5A35062}"/>
              </a:ext>
            </a:extLst>
          </p:cNvPr>
          <p:cNvSpPr>
            <a:spLocks noChangeShapeType="1"/>
          </p:cNvSpPr>
          <p:nvPr/>
        </p:nvSpPr>
        <p:spPr bwMode="auto">
          <a:xfrm flipH="1">
            <a:off x="3429000" y="2971800"/>
            <a:ext cx="3810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7688" name="Line 40">
            <a:extLst>
              <a:ext uri="{FF2B5EF4-FFF2-40B4-BE49-F238E27FC236}">
                <a16:creationId xmlns:a16="http://schemas.microsoft.com/office/drawing/2014/main" id="{600C76A0-F41C-42E6-B099-AA55DDD9F1DE}"/>
              </a:ext>
            </a:extLst>
          </p:cNvPr>
          <p:cNvSpPr>
            <a:spLocks noChangeShapeType="1"/>
          </p:cNvSpPr>
          <p:nvPr/>
        </p:nvSpPr>
        <p:spPr bwMode="auto">
          <a:xfrm>
            <a:off x="3810000" y="2971800"/>
            <a:ext cx="30480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7689" name="Line 41">
            <a:extLst>
              <a:ext uri="{FF2B5EF4-FFF2-40B4-BE49-F238E27FC236}">
                <a16:creationId xmlns:a16="http://schemas.microsoft.com/office/drawing/2014/main" id="{0026DC90-CFAA-4870-ADD0-A1BE9BF0101E}"/>
              </a:ext>
            </a:extLst>
          </p:cNvPr>
          <p:cNvSpPr>
            <a:spLocks noChangeShapeType="1"/>
          </p:cNvSpPr>
          <p:nvPr/>
        </p:nvSpPr>
        <p:spPr bwMode="auto">
          <a:xfrm flipH="1">
            <a:off x="5638800" y="2971800"/>
            <a:ext cx="8382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7690" name="Line 42">
            <a:extLst>
              <a:ext uri="{FF2B5EF4-FFF2-40B4-BE49-F238E27FC236}">
                <a16:creationId xmlns:a16="http://schemas.microsoft.com/office/drawing/2014/main" id="{1AC42A73-63FC-4516-82F2-EC9375C1B0C3}"/>
              </a:ext>
            </a:extLst>
          </p:cNvPr>
          <p:cNvSpPr>
            <a:spLocks noChangeShapeType="1"/>
          </p:cNvSpPr>
          <p:nvPr/>
        </p:nvSpPr>
        <p:spPr bwMode="auto">
          <a:xfrm flipH="1">
            <a:off x="6248400" y="2971800"/>
            <a:ext cx="2286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7691" name="Line 43">
            <a:extLst>
              <a:ext uri="{FF2B5EF4-FFF2-40B4-BE49-F238E27FC236}">
                <a16:creationId xmlns:a16="http://schemas.microsoft.com/office/drawing/2014/main" id="{BFE0F7B8-E774-4424-B545-CF324D3DDF20}"/>
              </a:ext>
            </a:extLst>
          </p:cNvPr>
          <p:cNvSpPr>
            <a:spLocks noChangeShapeType="1"/>
          </p:cNvSpPr>
          <p:nvPr/>
        </p:nvSpPr>
        <p:spPr bwMode="auto">
          <a:xfrm>
            <a:off x="6477000" y="2971800"/>
            <a:ext cx="38100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7692" name="Line 44">
            <a:extLst>
              <a:ext uri="{FF2B5EF4-FFF2-40B4-BE49-F238E27FC236}">
                <a16:creationId xmlns:a16="http://schemas.microsoft.com/office/drawing/2014/main" id="{60AA8F1A-9110-447B-BCE6-A3AA3226C10B}"/>
              </a:ext>
            </a:extLst>
          </p:cNvPr>
          <p:cNvSpPr>
            <a:spLocks noChangeShapeType="1"/>
          </p:cNvSpPr>
          <p:nvPr/>
        </p:nvSpPr>
        <p:spPr bwMode="auto">
          <a:xfrm>
            <a:off x="6477000" y="2971800"/>
            <a:ext cx="9906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7693" name="Line 45">
            <a:extLst>
              <a:ext uri="{FF2B5EF4-FFF2-40B4-BE49-F238E27FC236}">
                <a16:creationId xmlns:a16="http://schemas.microsoft.com/office/drawing/2014/main" id="{8024F543-81A0-46A6-9003-274D3EC4B86E}"/>
              </a:ext>
            </a:extLst>
          </p:cNvPr>
          <p:cNvSpPr>
            <a:spLocks noChangeShapeType="1"/>
          </p:cNvSpPr>
          <p:nvPr/>
        </p:nvSpPr>
        <p:spPr bwMode="auto">
          <a:xfrm flipH="1">
            <a:off x="8382000" y="2971800"/>
            <a:ext cx="38100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7694" name="Line 46">
            <a:extLst>
              <a:ext uri="{FF2B5EF4-FFF2-40B4-BE49-F238E27FC236}">
                <a16:creationId xmlns:a16="http://schemas.microsoft.com/office/drawing/2014/main" id="{8235159E-0691-407F-8F2B-0C3CB737E384}"/>
              </a:ext>
            </a:extLst>
          </p:cNvPr>
          <p:cNvSpPr>
            <a:spLocks noChangeShapeType="1"/>
          </p:cNvSpPr>
          <p:nvPr/>
        </p:nvSpPr>
        <p:spPr bwMode="auto">
          <a:xfrm>
            <a:off x="8763000" y="2971800"/>
            <a:ext cx="1524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7695" name="Line 47">
            <a:extLst>
              <a:ext uri="{FF2B5EF4-FFF2-40B4-BE49-F238E27FC236}">
                <a16:creationId xmlns:a16="http://schemas.microsoft.com/office/drawing/2014/main" id="{4C1F57AF-6838-4412-9805-A0794D37798B}"/>
              </a:ext>
            </a:extLst>
          </p:cNvPr>
          <p:cNvSpPr>
            <a:spLocks noChangeShapeType="1"/>
          </p:cNvSpPr>
          <p:nvPr/>
        </p:nvSpPr>
        <p:spPr bwMode="auto">
          <a:xfrm>
            <a:off x="8763000" y="2971800"/>
            <a:ext cx="6858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7696" name="Line 48">
            <a:extLst>
              <a:ext uri="{FF2B5EF4-FFF2-40B4-BE49-F238E27FC236}">
                <a16:creationId xmlns:a16="http://schemas.microsoft.com/office/drawing/2014/main" id="{ACE5CA54-27BF-4746-B77E-93DA8DD7B93C}"/>
              </a:ext>
            </a:extLst>
          </p:cNvPr>
          <p:cNvSpPr>
            <a:spLocks noChangeShapeType="1"/>
          </p:cNvSpPr>
          <p:nvPr/>
        </p:nvSpPr>
        <p:spPr bwMode="auto">
          <a:xfrm flipH="1">
            <a:off x="2895600" y="4038600"/>
            <a:ext cx="5334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7697" name="Line 49">
            <a:extLst>
              <a:ext uri="{FF2B5EF4-FFF2-40B4-BE49-F238E27FC236}">
                <a16:creationId xmlns:a16="http://schemas.microsoft.com/office/drawing/2014/main" id="{4DA5C480-D8A7-46A2-8E7B-B05988B0FF4A}"/>
              </a:ext>
            </a:extLst>
          </p:cNvPr>
          <p:cNvSpPr>
            <a:spLocks noChangeShapeType="1"/>
          </p:cNvSpPr>
          <p:nvPr/>
        </p:nvSpPr>
        <p:spPr bwMode="auto">
          <a:xfrm flipH="1">
            <a:off x="3352800" y="4038600"/>
            <a:ext cx="762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7698" name="Line 50">
            <a:extLst>
              <a:ext uri="{FF2B5EF4-FFF2-40B4-BE49-F238E27FC236}">
                <a16:creationId xmlns:a16="http://schemas.microsoft.com/office/drawing/2014/main" id="{39D06999-E07C-4F2D-A9BE-D58BD318B334}"/>
              </a:ext>
            </a:extLst>
          </p:cNvPr>
          <p:cNvSpPr>
            <a:spLocks noChangeShapeType="1"/>
          </p:cNvSpPr>
          <p:nvPr/>
        </p:nvSpPr>
        <p:spPr bwMode="auto">
          <a:xfrm>
            <a:off x="3429000" y="4038600"/>
            <a:ext cx="381000" cy="1143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7699" name="Line 51">
            <a:extLst>
              <a:ext uri="{FF2B5EF4-FFF2-40B4-BE49-F238E27FC236}">
                <a16:creationId xmlns:a16="http://schemas.microsoft.com/office/drawing/2014/main" id="{DB23F20C-F035-4C74-8BC9-B49964127F9C}"/>
              </a:ext>
            </a:extLst>
          </p:cNvPr>
          <p:cNvSpPr>
            <a:spLocks noChangeShapeType="1"/>
          </p:cNvSpPr>
          <p:nvPr/>
        </p:nvSpPr>
        <p:spPr bwMode="auto">
          <a:xfrm>
            <a:off x="4114800" y="4038600"/>
            <a:ext cx="381000" cy="1143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7700" name="Line 52">
            <a:extLst>
              <a:ext uri="{FF2B5EF4-FFF2-40B4-BE49-F238E27FC236}">
                <a16:creationId xmlns:a16="http://schemas.microsoft.com/office/drawing/2014/main" id="{4D8091E0-AB42-40E0-A843-9F72A54888C9}"/>
              </a:ext>
            </a:extLst>
          </p:cNvPr>
          <p:cNvSpPr>
            <a:spLocks noChangeShapeType="1"/>
          </p:cNvSpPr>
          <p:nvPr/>
        </p:nvSpPr>
        <p:spPr bwMode="auto">
          <a:xfrm flipH="1">
            <a:off x="5334000" y="4038600"/>
            <a:ext cx="304800" cy="1143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7701" name="Line 53">
            <a:extLst>
              <a:ext uri="{FF2B5EF4-FFF2-40B4-BE49-F238E27FC236}">
                <a16:creationId xmlns:a16="http://schemas.microsoft.com/office/drawing/2014/main" id="{FB1EF7CE-39D4-41FA-B194-BDC181FBAD0E}"/>
              </a:ext>
            </a:extLst>
          </p:cNvPr>
          <p:cNvSpPr>
            <a:spLocks noChangeShapeType="1"/>
          </p:cNvSpPr>
          <p:nvPr/>
        </p:nvSpPr>
        <p:spPr bwMode="auto">
          <a:xfrm>
            <a:off x="9448800" y="4038600"/>
            <a:ext cx="609600" cy="1143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7702" name="Line 54">
            <a:extLst>
              <a:ext uri="{FF2B5EF4-FFF2-40B4-BE49-F238E27FC236}">
                <a16:creationId xmlns:a16="http://schemas.microsoft.com/office/drawing/2014/main" id="{4C270E26-E10E-49E2-BDB3-4702E2CDA26C}"/>
              </a:ext>
            </a:extLst>
          </p:cNvPr>
          <p:cNvSpPr>
            <a:spLocks noChangeShapeType="1"/>
          </p:cNvSpPr>
          <p:nvPr/>
        </p:nvSpPr>
        <p:spPr bwMode="auto">
          <a:xfrm>
            <a:off x="9448800" y="4038600"/>
            <a:ext cx="9906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7703" name="Line 55">
            <a:extLst>
              <a:ext uri="{FF2B5EF4-FFF2-40B4-BE49-F238E27FC236}">
                <a16:creationId xmlns:a16="http://schemas.microsoft.com/office/drawing/2014/main" id="{A08DE778-D04D-45D4-8766-AD88DA5CFEEE}"/>
              </a:ext>
            </a:extLst>
          </p:cNvPr>
          <p:cNvSpPr>
            <a:spLocks noChangeShapeType="1"/>
          </p:cNvSpPr>
          <p:nvPr/>
        </p:nvSpPr>
        <p:spPr bwMode="auto">
          <a:xfrm>
            <a:off x="8915400" y="4038600"/>
            <a:ext cx="685800" cy="1143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7704" name="Line 56">
            <a:extLst>
              <a:ext uri="{FF2B5EF4-FFF2-40B4-BE49-F238E27FC236}">
                <a16:creationId xmlns:a16="http://schemas.microsoft.com/office/drawing/2014/main" id="{B9EE839D-6610-4760-BA1F-31CA2FF6CCBF}"/>
              </a:ext>
            </a:extLst>
          </p:cNvPr>
          <p:cNvSpPr>
            <a:spLocks noChangeShapeType="1"/>
          </p:cNvSpPr>
          <p:nvPr/>
        </p:nvSpPr>
        <p:spPr bwMode="auto">
          <a:xfrm>
            <a:off x="8382000" y="4038600"/>
            <a:ext cx="762000" cy="1143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7705" name="Line 57">
            <a:extLst>
              <a:ext uri="{FF2B5EF4-FFF2-40B4-BE49-F238E27FC236}">
                <a16:creationId xmlns:a16="http://schemas.microsoft.com/office/drawing/2014/main" id="{161BF7AC-F485-4F6E-8114-941CC1121C22}"/>
              </a:ext>
            </a:extLst>
          </p:cNvPr>
          <p:cNvSpPr>
            <a:spLocks noChangeShapeType="1"/>
          </p:cNvSpPr>
          <p:nvPr/>
        </p:nvSpPr>
        <p:spPr bwMode="auto">
          <a:xfrm>
            <a:off x="8382000" y="4038600"/>
            <a:ext cx="3048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7706" name="Line 58">
            <a:extLst>
              <a:ext uri="{FF2B5EF4-FFF2-40B4-BE49-F238E27FC236}">
                <a16:creationId xmlns:a16="http://schemas.microsoft.com/office/drawing/2014/main" id="{300000FE-B9A3-48F2-815D-90D088ED521C}"/>
              </a:ext>
            </a:extLst>
          </p:cNvPr>
          <p:cNvSpPr>
            <a:spLocks noChangeShapeType="1"/>
          </p:cNvSpPr>
          <p:nvPr/>
        </p:nvSpPr>
        <p:spPr bwMode="auto">
          <a:xfrm>
            <a:off x="6858000" y="4038600"/>
            <a:ext cx="12192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7707" name="Line 59">
            <a:extLst>
              <a:ext uri="{FF2B5EF4-FFF2-40B4-BE49-F238E27FC236}">
                <a16:creationId xmlns:a16="http://schemas.microsoft.com/office/drawing/2014/main" id="{A45C8B01-25B7-448C-B917-803C03DDAF7D}"/>
              </a:ext>
            </a:extLst>
          </p:cNvPr>
          <p:cNvSpPr>
            <a:spLocks noChangeShapeType="1"/>
          </p:cNvSpPr>
          <p:nvPr/>
        </p:nvSpPr>
        <p:spPr bwMode="auto">
          <a:xfrm>
            <a:off x="6858000" y="4038600"/>
            <a:ext cx="7620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7708" name="Line 60">
            <a:extLst>
              <a:ext uri="{FF2B5EF4-FFF2-40B4-BE49-F238E27FC236}">
                <a16:creationId xmlns:a16="http://schemas.microsoft.com/office/drawing/2014/main" id="{82989036-CAA1-4ABE-800B-8E472C99C073}"/>
              </a:ext>
            </a:extLst>
          </p:cNvPr>
          <p:cNvSpPr>
            <a:spLocks noChangeShapeType="1"/>
          </p:cNvSpPr>
          <p:nvPr/>
        </p:nvSpPr>
        <p:spPr bwMode="auto">
          <a:xfrm>
            <a:off x="6858000" y="4038600"/>
            <a:ext cx="3048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7709" name="Line 61">
            <a:extLst>
              <a:ext uri="{FF2B5EF4-FFF2-40B4-BE49-F238E27FC236}">
                <a16:creationId xmlns:a16="http://schemas.microsoft.com/office/drawing/2014/main" id="{ABAF0FB4-BEC9-4909-B3CA-82699A438F93}"/>
              </a:ext>
            </a:extLst>
          </p:cNvPr>
          <p:cNvSpPr>
            <a:spLocks noChangeShapeType="1"/>
          </p:cNvSpPr>
          <p:nvPr/>
        </p:nvSpPr>
        <p:spPr bwMode="auto">
          <a:xfrm flipH="1">
            <a:off x="5791200" y="4038600"/>
            <a:ext cx="4572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7710" name="Line 62">
            <a:extLst>
              <a:ext uri="{FF2B5EF4-FFF2-40B4-BE49-F238E27FC236}">
                <a16:creationId xmlns:a16="http://schemas.microsoft.com/office/drawing/2014/main" id="{A61575DC-F518-4BCD-A9CE-C73A36E42679}"/>
              </a:ext>
            </a:extLst>
          </p:cNvPr>
          <p:cNvSpPr>
            <a:spLocks noChangeShapeType="1"/>
          </p:cNvSpPr>
          <p:nvPr/>
        </p:nvSpPr>
        <p:spPr bwMode="auto">
          <a:xfrm>
            <a:off x="6248400" y="4038600"/>
            <a:ext cx="0" cy="1143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7711" name="Line 63">
            <a:extLst>
              <a:ext uri="{FF2B5EF4-FFF2-40B4-BE49-F238E27FC236}">
                <a16:creationId xmlns:a16="http://schemas.microsoft.com/office/drawing/2014/main" id="{7598D1CB-D280-467E-BB04-1E16D8D74258}"/>
              </a:ext>
            </a:extLst>
          </p:cNvPr>
          <p:cNvSpPr>
            <a:spLocks noChangeShapeType="1"/>
          </p:cNvSpPr>
          <p:nvPr/>
        </p:nvSpPr>
        <p:spPr bwMode="auto">
          <a:xfrm flipH="1">
            <a:off x="6705600" y="4038600"/>
            <a:ext cx="152400" cy="1143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27712" name="Text Box 64">
            <a:extLst>
              <a:ext uri="{FF2B5EF4-FFF2-40B4-BE49-F238E27FC236}">
                <a16:creationId xmlns:a16="http://schemas.microsoft.com/office/drawing/2014/main" id="{067E29A8-D7B6-4058-B313-70D97B406B7C}"/>
              </a:ext>
            </a:extLst>
          </p:cNvPr>
          <p:cNvSpPr txBox="1">
            <a:spLocks noChangeArrowheads="1"/>
          </p:cNvSpPr>
          <p:nvPr/>
        </p:nvSpPr>
        <p:spPr bwMode="auto">
          <a:xfrm>
            <a:off x="7239000" y="4038601"/>
            <a:ext cx="565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100</a:t>
            </a:r>
          </a:p>
        </p:txBody>
      </p:sp>
      <p:sp>
        <p:nvSpPr>
          <p:cNvPr id="27713" name="Text Box 65">
            <a:extLst>
              <a:ext uri="{FF2B5EF4-FFF2-40B4-BE49-F238E27FC236}">
                <a16:creationId xmlns:a16="http://schemas.microsoft.com/office/drawing/2014/main" id="{5E684A8F-8153-4997-B2C2-C9B4E36BB907}"/>
              </a:ext>
            </a:extLst>
          </p:cNvPr>
          <p:cNvSpPr txBox="1">
            <a:spLocks noChangeArrowheads="1"/>
          </p:cNvSpPr>
          <p:nvPr/>
        </p:nvSpPr>
        <p:spPr bwMode="auto">
          <a:xfrm>
            <a:off x="10102850" y="5562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-24</a:t>
            </a:r>
          </a:p>
        </p:txBody>
      </p:sp>
      <p:sp>
        <p:nvSpPr>
          <p:cNvPr id="27714" name="Text Box 66">
            <a:extLst>
              <a:ext uri="{FF2B5EF4-FFF2-40B4-BE49-F238E27FC236}">
                <a16:creationId xmlns:a16="http://schemas.microsoft.com/office/drawing/2014/main" id="{E7EECD3B-54DD-4A95-B335-B44B6F52AAF8}"/>
              </a:ext>
            </a:extLst>
          </p:cNvPr>
          <p:cNvSpPr txBox="1">
            <a:spLocks noChangeArrowheads="1"/>
          </p:cNvSpPr>
          <p:nvPr/>
        </p:nvSpPr>
        <p:spPr bwMode="auto">
          <a:xfrm>
            <a:off x="9753600" y="55626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-8</a:t>
            </a:r>
          </a:p>
        </p:txBody>
      </p:sp>
      <p:sp>
        <p:nvSpPr>
          <p:cNvPr id="27715" name="Text Box 67">
            <a:extLst>
              <a:ext uri="{FF2B5EF4-FFF2-40B4-BE49-F238E27FC236}">
                <a16:creationId xmlns:a16="http://schemas.microsoft.com/office/drawing/2014/main" id="{ABBA5CD2-36BC-4D95-B2D4-CB50D2C9109C}"/>
              </a:ext>
            </a:extLst>
          </p:cNvPr>
          <p:cNvSpPr txBox="1">
            <a:spLocks noChangeArrowheads="1"/>
          </p:cNvSpPr>
          <p:nvPr/>
        </p:nvSpPr>
        <p:spPr bwMode="auto">
          <a:xfrm>
            <a:off x="9296400" y="5562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-14</a:t>
            </a:r>
          </a:p>
        </p:txBody>
      </p:sp>
      <p:sp>
        <p:nvSpPr>
          <p:cNvPr id="27716" name="Text Box 68">
            <a:extLst>
              <a:ext uri="{FF2B5EF4-FFF2-40B4-BE49-F238E27FC236}">
                <a16:creationId xmlns:a16="http://schemas.microsoft.com/office/drawing/2014/main" id="{5D8CC834-4F08-4024-AF56-3BA17FD2B640}"/>
              </a:ext>
            </a:extLst>
          </p:cNvPr>
          <p:cNvSpPr txBox="1">
            <a:spLocks noChangeArrowheads="1"/>
          </p:cNvSpPr>
          <p:nvPr/>
        </p:nvSpPr>
        <p:spPr bwMode="auto">
          <a:xfrm>
            <a:off x="8839200" y="5562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-73</a:t>
            </a:r>
          </a:p>
        </p:txBody>
      </p:sp>
      <p:sp>
        <p:nvSpPr>
          <p:cNvPr id="27717" name="Text Box 69">
            <a:extLst>
              <a:ext uri="{FF2B5EF4-FFF2-40B4-BE49-F238E27FC236}">
                <a16:creationId xmlns:a16="http://schemas.microsoft.com/office/drawing/2014/main" id="{DA0E4202-C4CE-4AED-9C10-39FC06219830}"/>
              </a:ext>
            </a:extLst>
          </p:cNvPr>
          <p:cNvSpPr txBox="1">
            <a:spLocks noChangeArrowheads="1"/>
          </p:cNvSpPr>
          <p:nvPr/>
        </p:nvSpPr>
        <p:spPr bwMode="auto">
          <a:xfrm>
            <a:off x="8305800" y="5562601"/>
            <a:ext cx="641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-100</a:t>
            </a:r>
          </a:p>
        </p:txBody>
      </p:sp>
      <p:sp>
        <p:nvSpPr>
          <p:cNvPr id="27718" name="Text Box 70">
            <a:extLst>
              <a:ext uri="{FF2B5EF4-FFF2-40B4-BE49-F238E27FC236}">
                <a16:creationId xmlns:a16="http://schemas.microsoft.com/office/drawing/2014/main" id="{0AED6765-919E-4544-86A2-627C1B7D8DBA}"/>
              </a:ext>
            </a:extLst>
          </p:cNvPr>
          <p:cNvSpPr txBox="1">
            <a:spLocks noChangeArrowheads="1"/>
          </p:cNvSpPr>
          <p:nvPr/>
        </p:nvSpPr>
        <p:spPr bwMode="auto">
          <a:xfrm>
            <a:off x="7848600" y="55626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-5</a:t>
            </a:r>
          </a:p>
        </p:txBody>
      </p:sp>
      <p:sp>
        <p:nvSpPr>
          <p:cNvPr id="27719" name="Text Box 71">
            <a:extLst>
              <a:ext uri="{FF2B5EF4-FFF2-40B4-BE49-F238E27FC236}">
                <a16:creationId xmlns:a16="http://schemas.microsoft.com/office/drawing/2014/main" id="{B7B75993-B85A-4DD6-A0E7-E56DAA35ED91}"/>
              </a:ext>
            </a:extLst>
          </p:cNvPr>
          <p:cNvSpPr txBox="1">
            <a:spLocks noChangeArrowheads="1"/>
          </p:cNvSpPr>
          <p:nvPr/>
        </p:nvSpPr>
        <p:spPr bwMode="auto">
          <a:xfrm>
            <a:off x="7391400" y="5562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-70</a:t>
            </a:r>
          </a:p>
        </p:txBody>
      </p:sp>
      <p:sp>
        <p:nvSpPr>
          <p:cNvPr id="27720" name="Text Box 72">
            <a:extLst>
              <a:ext uri="{FF2B5EF4-FFF2-40B4-BE49-F238E27FC236}">
                <a16:creationId xmlns:a16="http://schemas.microsoft.com/office/drawing/2014/main" id="{29284FEC-E45A-475E-854D-A9DE62EC81A3}"/>
              </a:ext>
            </a:extLst>
          </p:cNvPr>
          <p:cNvSpPr txBox="1">
            <a:spLocks noChangeArrowheads="1"/>
          </p:cNvSpPr>
          <p:nvPr/>
        </p:nvSpPr>
        <p:spPr bwMode="auto">
          <a:xfrm>
            <a:off x="6934200" y="5562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-12</a:t>
            </a:r>
          </a:p>
        </p:txBody>
      </p:sp>
      <p:sp>
        <p:nvSpPr>
          <p:cNvPr id="27721" name="Text Box 73">
            <a:extLst>
              <a:ext uri="{FF2B5EF4-FFF2-40B4-BE49-F238E27FC236}">
                <a16:creationId xmlns:a16="http://schemas.microsoft.com/office/drawing/2014/main" id="{67DCD520-B9C5-4C45-8F38-29BDC3FD22E8}"/>
              </a:ext>
            </a:extLst>
          </p:cNvPr>
          <p:cNvSpPr txBox="1">
            <a:spLocks noChangeArrowheads="1"/>
          </p:cNvSpPr>
          <p:nvPr/>
        </p:nvSpPr>
        <p:spPr bwMode="auto">
          <a:xfrm>
            <a:off x="6400800" y="55626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-4</a:t>
            </a:r>
          </a:p>
        </p:txBody>
      </p:sp>
      <p:sp>
        <p:nvSpPr>
          <p:cNvPr id="27722" name="Text Box 74">
            <a:extLst>
              <a:ext uri="{FF2B5EF4-FFF2-40B4-BE49-F238E27FC236}">
                <a16:creationId xmlns:a16="http://schemas.microsoft.com/office/drawing/2014/main" id="{15DD93DC-D3D9-4042-A91D-3CA200BB2FC9}"/>
              </a:ext>
            </a:extLst>
          </p:cNvPr>
          <p:cNvSpPr txBox="1">
            <a:spLocks noChangeArrowheads="1"/>
          </p:cNvSpPr>
          <p:nvPr/>
        </p:nvSpPr>
        <p:spPr bwMode="auto">
          <a:xfrm>
            <a:off x="5943600" y="5562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70</a:t>
            </a:r>
          </a:p>
        </p:txBody>
      </p:sp>
      <p:sp>
        <p:nvSpPr>
          <p:cNvPr id="27723" name="Text Box 75">
            <a:extLst>
              <a:ext uri="{FF2B5EF4-FFF2-40B4-BE49-F238E27FC236}">
                <a16:creationId xmlns:a16="http://schemas.microsoft.com/office/drawing/2014/main" id="{1B1527C3-4E55-4ED6-B822-C467F5849FC2}"/>
              </a:ext>
            </a:extLst>
          </p:cNvPr>
          <p:cNvSpPr txBox="1">
            <a:spLocks noChangeArrowheads="1"/>
          </p:cNvSpPr>
          <p:nvPr/>
        </p:nvSpPr>
        <p:spPr bwMode="auto">
          <a:xfrm>
            <a:off x="5486400" y="5562601"/>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4</a:t>
            </a:r>
          </a:p>
        </p:txBody>
      </p:sp>
      <p:sp>
        <p:nvSpPr>
          <p:cNvPr id="27724" name="Text Box 76">
            <a:extLst>
              <a:ext uri="{FF2B5EF4-FFF2-40B4-BE49-F238E27FC236}">
                <a16:creationId xmlns:a16="http://schemas.microsoft.com/office/drawing/2014/main" id="{6DA90A44-6103-4C0F-8DFF-BB6918617DA5}"/>
              </a:ext>
            </a:extLst>
          </p:cNvPr>
          <p:cNvSpPr txBox="1">
            <a:spLocks noChangeArrowheads="1"/>
          </p:cNvSpPr>
          <p:nvPr/>
        </p:nvSpPr>
        <p:spPr bwMode="auto">
          <a:xfrm>
            <a:off x="5029200" y="5562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12</a:t>
            </a:r>
          </a:p>
        </p:txBody>
      </p:sp>
      <p:sp>
        <p:nvSpPr>
          <p:cNvPr id="27725" name="Text Box 77">
            <a:extLst>
              <a:ext uri="{FF2B5EF4-FFF2-40B4-BE49-F238E27FC236}">
                <a16:creationId xmlns:a16="http://schemas.microsoft.com/office/drawing/2014/main" id="{0330BF55-982B-4FAC-9D5D-7E05F68D6712}"/>
              </a:ext>
            </a:extLst>
          </p:cNvPr>
          <p:cNvSpPr txBox="1">
            <a:spLocks noChangeArrowheads="1"/>
          </p:cNvSpPr>
          <p:nvPr/>
        </p:nvSpPr>
        <p:spPr bwMode="auto">
          <a:xfrm>
            <a:off x="4267200" y="55626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-3</a:t>
            </a:r>
          </a:p>
        </p:txBody>
      </p:sp>
      <p:sp>
        <p:nvSpPr>
          <p:cNvPr id="27726" name="Text Box 78">
            <a:extLst>
              <a:ext uri="{FF2B5EF4-FFF2-40B4-BE49-F238E27FC236}">
                <a16:creationId xmlns:a16="http://schemas.microsoft.com/office/drawing/2014/main" id="{64B804DB-87ED-42BF-867D-080E26698733}"/>
              </a:ext>
            </a:extLst>
          </p:cNvPr>
          <p:cNvSpPr txBox="1">
            <a:spLocks noChangeArrowheads="1"/>
          </p:cNvSpPr>
          <p:nvPr/>
        </p:nvSpPr>
        <p:spPr bwMode="auto">
          <a:xfrm>
            <a:off x="3581400" y="5562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21</a:t>
            </a:r>
          </a:p>
        </p:txBody>
      </p:sp>
      <p:sp>
        <p:nvSpPr>
          <p:cNvPr id="27727" name="Text Box 79">
            <a:extLst>
              <a:ext uri="{FF2B5EF4-FFF2-40B4-BE49-F238E27FC236}">
                <a16:creationId xmlns:a16="http://schemas.microsoft.com/office/drawing/2014/main" id="{25858ABC-E1E4-46EC-8991-50C85C1EDC72}"/>
              </a:ext>
            </a:extLst>
          </p:cNvPr>
          <p:cNvSpPr txBox="1">
            <a:spLocks noChangeArrowheads="1"/>
          </p:cNvSpPr>
          <p:nvPr/>
        </p:nvSpPr>
        <p:spPr bwMode="auto">
          <a:xfrm>
            <a:off x="3048000" y="5562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28</a:t>
            </a:r>
          </a:p>
        </p:txBody>
      </p:sp>
      <p:sp>
        <p:nvSpPr>
          <p:cNvPr id="27728" name="Text Box 80">
            <a:extLst>
              <a:ext uri="{FF2B5EF4-FFF2-40B4-BE49-F238E27FC236}">
                <a16:creationId xmlns:a16="http://schemas.microsoft.com/office/drawing/2014/main" id="{CDF3C557-53E4-48A9-B6B6-5A482C912749}"/>
              </a:ext>
            </a:extLst>
          </p:cNvPr>
          <p:cNvSpPr txBox="1">
            <a:spLocks noChangeArrowheads="1"/>
          </p:cNvSpPr>
          <p:nvPr/>
        </p:nvSpPr>
        <p:spPr bwMode="auto">
          <a:xfrm>
            <a:off x="2590800" y="5562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23</a:t>
            </a:r>
          </a:p>
        </p:txBody>
      </p:sp>
      <p:sp>
        <p:nvSpPr>
          <p:cNvPr id="27729" name="Text Box 81">
            <a:extLst>
              <a:ext uri="{FF2B5EF4-FFF2-40B4-BE49-F238E27FC236}">
                <a16:creationId xmlns:a16="http://schemas.microsoft.com/office/drawing/2014/main" id="{F772B0A9-4A9D-401E-B63A-866FAD6791A5}"/>
              </a:ext>
            </a:extLst>
          </p:cNvPr>
          <p:cNvSpPr txBox="1">
            <a:spLocks noChangeArrowheads="1"/>
          </p:cNvSpPr>
          <p:nvPr/>
        </p:nvSpPr>
        <p:spPr bwMode="auto">
          <a:xfrm>
            <a:off x="2819400" y="39624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21</a:t>
            </a:r>
          </a:p>
        </p:txBody>
      </p:sp>
      <p:sp>
        <p:nvSpPr>
          <p:cNvPr id="27730" name="Text Box 82">
            <a:extLst>
              <a:ext uri="{FF2B5EF4-FFF2-40B4-BE49-F238E27FC236}">
                <a16:creationId xmlns:a16="http://schemas.microsoft.com/office/drawing/2014/main" id="{65429ADE-5735-4E84-90D4-D58D98463756}"/>
              </a:ext>
            </a:extLst>
          </p:cNvPr>
          <p:cNvSpPr txBox="1">
            <a:spLocks noChangeArrowheads="1"/>
          </p:cNvSpPr>
          <p:nvPr/>
        </p:nvSpPr>
        <p:spPr bwMode="auto">
          <a:xfrm>
            <a:off x="4343400" y="39624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-3</a:t>
            </a:r>
          </a:p>
        </p:txBody>
      </p:sp>
      <p:sp>
        <p:nvSpPr>
          <p:cNvPr id="27731" name="Text Box 83">
            <a:extLst>
              <a:ext uri="{FF2B5EF4-FFF2-40B4-BE49-F238E27FC236}">
                <a16:creationId xmlns:a16="http://schemas.microsoft.com/office/drawing/2014/main" id="{453515B1-6316-4DCA-8810-E65E80143097}"/>
              </a:ext>
            </a:extLst>
          </p:cNvPr>
          <p:cNvSpPr txBox="1">
            <a:spLocks noChangeArrowheads="1"/>
          </p:cNvSpPr>
          <p:nvPr/>
        </p:nvSpPr>
        <p:spPr bwMode="auto">
          <a:xfrm>
            <a:off x="5105400" y="4038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12</a:t>
            </a:r>
          </a:p>
        </p:txBody>
      </p:sp>
      <p:sp>
        <p:nvSpPr>
          <p:cNvPr id="27732" name="Text Box 84">
            <a:extLst>
              <a:ext uri="{FF2B5EF4-FFF2-40B4-BE49-F238E27FC236}">
                <a16:creationId xmlns:a16="http://schemas.microsoft.com/office/drawing/2014/main" id="{4DDB31B6-5394-4539-A24B-ABBF57F1CD01}"/>
              </a:ext>
            </a:extLst>
          </p:cNvPr>
          <p:cNvSpPr txBox="1">
            <a:spLocks noChangeArrowheads="1"/>
          </p:cNvSpPr>
          <p:nvPr/>
        </p:nvSpPr>
        <p:spPr bwMode="auto">
          <a:xfrm>
            <a:off x="5791200" y="4038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70</a:t>
            </a:r>
          </a:p>
        </p:txBody>
      </p:sp>
      <p:sp>
        <p:nvSpPr>
          <p:cNvPr id="27733" name="Text Box 85">
            <a:extLst>
              <a:ext uri="{FF2B5EF4-FFF2-40B4-BE49-F238E27FC236}">
                <a16:creationId xmlns:a16="http://schemas.microsoft.com/office/drawing/2014/main" id="{8ADE2076-3375-4DA9-A39D-76C24F5AAE7C}"/>
              </a:ext>
            </a:extLst>
          </p:cNvPr>
          <p:cNvSpPr txBox="1">
            <a:spLocks noChangeArrowheads="1"/>
          </p:cNvSpPr>
          <p:nvPr/>
        </p:nvSpPr>
        <p:spPr bwMode="auto">
          <a:xfrm>
            <a:off x="6477000" y="40386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-4</a:t>
            </a:r>
          </a:p>
        </p:txBody>
      </p:sp>
      <p:sp>
        <p:nvSpPr>
          <p:cNvPr id="27734" name="Text Box 86">
            <a:extLst>
              <a:ext uri="{FF2B5EF4-FFF2-40B4-BE49-F238E27FC236}">
                <a16:creationId xmlns:a16="http://schemas.microsoft.com/office/drawing/2014/main" id="{F9506393-3965-4372-847A-6F3D3022FF62}"/>
              </a:ext>
            </a:extLst>
          </p:cNvPr>
          <p:cNvSpPr txBox="1">
            <a:spLocks noChangeArrowheads="1"/>
          </p:cNvSpPr>
          <p:nvPr/>
        </p:nvSpPr>
        <p:spPr bwMode="auto">
          <a:xfrm>
            <a:off x="8001000" y="4038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-73</a:t>
            </a:r>
          </a:p>
        </p:txBody>
      </p:sp>
      <p:sp>
        <p:nvSpPr>
          <p:cNvPr id="27735" name="Text Box 87">
            <a:extLst>
              <a:ext uri="{FF2B5EF4-FFF2-40B4-BE49-F238E27FC236}">
                <a16:creationId xmlns:a16="http://schemas.microsoft.com/office/drawing/2014/main" id="{0EC4EC3A-417B-4E99-B1B5-56A686E17A2B}"/>
              </a:ext>
            </a:extLst>
          </p:cNvPr>
          <p:cNvSpPr txBox="1">
            <a:spLocks noChangeArrowheads="1"/>
          </p:cNvSpPr>
          <p:nvPr/>
        </p:nvSpPr>
        <p:spPr bwMode="auto">
          <a:xfrm>
            <a:off x="8610600" y="4038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-14</a:t>
            </a:r>
          </a:p>
        </p:txBody>
      </p:sp>
      <p:sp>
        <p:nvSpPr>
          <p:cNvPr id="27736" name="Text Box 88">
            <a:extLst>
              <a:ext uri="{FF2B5EF4-FFF2-40B4-BE49-F238E27FC236}">
                <a16:creationId xmlns:a16="http://schemas.microsoft.com/office/drawing/2014/main" id="{71E65065-21B5-44EA-9A0A-6DEA82308BC0}"/>
              </a:ext>
            </a:extLst>
          </p:cNvPr>
          <p:cNvSpPr txBox="1">
            <a:spLocks noChangeArrowheads="1"/>
          </p:cNvSpPr>
          <p:nvPr/>
        </p:nvSpPr>
        <p:spPr bwMode="auto">
          <a:xfrm>
            <a:off x="9677400" y="39624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-8</a:t>
            </a:r>
          </a:p>
        </p:txBody>
      </p:sp>
      <p:sp>
        <p:nvSpPr>
          <p:cNvPr id="27737" name="Text Box 89">
            <a:extLst>
              <a:ext uri="{FF2B5EF4-FFF2-40B4-BE49-F238E27FC236}">
                <a16:creationId xmlns:a16="http://schemas.microsoft.com/office/drawing/2014/main" id="{204FAEC5-88EC-4ACB-9C47-4E3620D64DF4}"/>
              </a:ext>
            </a:extLst>
          </p:cNvPr>
          <p:cNvSpPr txBox="1">
            <a:spLocks noChangeArrowheads="1"/>
          </p:cNvSpPr>
          <p:nvPr/>
        </p:nvSpPr>
        <p:spPr bwMode="auto">
          <a:xfrm>
            <a:off x="3962400" y="27432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-3</a:t>
            </a:r>
          </a:p>
        </p:txBody>
      </p:sp>
      <p:sp>
        <p:nvSpPr>
          <p:cNvPr id="27738" name="Text Box 90">
            <a:extLst>
              <a:ext uri="{FF2B5EF4-FFF2-40B4-BE49-F238E27FC236}">
                <a16:creationId xmlns:a16="http://schemas.microsoft.com/office/drawing/2014/main" id="{399E4F00-20B3-44EA-9CC9-6E02CEB9FC9D}"/>
              </a:ext>
            </a:extLst>
          </p:cNvPr>
          <p:cNvSpPr txBox="1">
            <a:spLocks noChangeArrowheads="1"/>
          </p:cNvSpPr>
          <p:nvPr/>
        </p:nvSpPr>
        <p:spPr bwMode="auto">
          <a:xfrm>
            <a:off x="6705600" y="26670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-4</a:t>
            </a:r>
          </a:p>
        </p:txBody>
      </p:sp>
      <p:sp>
        <p:nvSpPr>
          <p:cNvPr id="27739" name="Text Box 91">
            <a:extLst>
              <a:ext uri="{FF2B5EF4-FFF2-40B4-BE49-F238E27FC236}">
                <a16:creationId xmlns:a16="http://schemas.microsoft.com/office/drawing/2014/main" id="{EC421125-FFEC-4798-9877-10D6C33FDD20}"/>
              </a:ext>
            </a:extLst>
          </p:cNvPr>
          <p:cNvSpPr txBox="1">
            <a:spLocks noChangeArrowheads="1"/>
          </p:cNvSpPr>
          <p:nvPr/>
        </p:nvSpPr>
        <p:spPr bwMode="auto">
          <a:xfrm>
            <a:off x="8915400" y="27432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-73</a:t>
            </a:r>
          </a:p>
        </p:txBody>
      </p:sp>
      <p:sp>
        <p:nvSpPr>
          <p:cNvPr id="27740" name="Text Box 92">
            <a:extLst>
              <a:ext uri="{FF2B5EF4-FFF2-40B4-BE49-F238E27FC236}">
                <a16:creationId xmlns:a16="http://schemas.microsoft.com/office/drawing/2014/main" id="{4EE2ABE4-5CA3-40C4-99A9-42F607A350DF}"/>
              </a:ext>
            </a:extLst>
          </p:cNvPr>
          <p:cNvSpPr txBox="1">
            <a:spLocks noChangeArrowheads="1"/>
          </p:cNvSpPr>
          <p:nvPr/>
        </p:nvSpPr>
        <p:spPr bwMode="auto">
          <a:xfrm>
            <a:off x="5791200" y="16002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-3</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90909AA2-7EB1-40FC-B74D-A9DF360647C0}"/>
              </a:ext>
            </a:extLst>
          </p:cNvPr>
          <p:cNvSpPr>
            <a:spLocks noGrp="1" noChangeArrowheads="1"/>
          </p:cNvSpPr>
          <p:nvPr>
            <p:ph type="title"/>
          </p:nvPr>
        </p:nvSpPr>
        <p:spPr/>
        <p:txBody>
          <a:bodyPr/>
          <a:lstStyle/>
          <a:p>
            <a:pPr eaLnBrk="1" hangingPunct="1"/>
            <a:r>
              <a:rPr lang="en-US" altLang="en-US"/>
              <a:t>Minimax Complexity Evaluation</a:t>
            </a:r>
          </a:p>
        </p:txBody>
      </p:sp>
      <p:sp>
        <p:nvSpPr>
          <p:cNvPr id="29699" name="Rectangle 3">
            <a:extLst>
              <a:ext uri="{FF2B5EF4-FFF2-40B4-BE49-F238E27FC236}">
                <a16:creationId xmlns:a16="http://schemas.microsoft.com/office/drawing/2014/main" id="{26964C45-1553-4E4F-B6AF-19F8B5A69F71}"/>
              </a:ext>
            </a:extLst>
          </p:cNvPr>
          <p:cNvSpPr>
            <a:spLocks noGrp="1" noChangeArrowheads="1"/>
          </p:cNvSpPr>
          <p:nvPr>
            <p:ph type="body" idx="1"/>
          </p:nvPr>
        </p:nvSpPr>
        <p:spPr/>
        <p:txBody>
          <a:bodyPr/>
          <a:lstStyle/>
          <a:p>
            <a:pPr eaLnBrk="1" hangingPunct="1"/>
            <a:r>
              <a:rPr lang="en-US" altLang="en-US"/>
              <a:t>Given average branching factor </a:t>
            </a:r>
            <a:r>
              <a:rPr lang="en-US" altLang="en-US" i="1"/>
              <a:t>b</a:t>
            </a:r>
            <a:r>
              <a:rPr lang="en-US" altLang="en-US"/>
              <a:t>, and depth </a:t>
            </a:r>
            <a:r>
              <a:rPr lang="en-US" altLang="en-US" i="1"/>
              <a:t>m</a:t>
            </a:r>
            <a:r>
              <a:rPr lang="en-US" altLang="en-US"/>
              <a:t>:</a:t>
            </a:r>
          </a:p>
          <a:p>
            <a:pPr lvl="1" eaLnBrk="1" hangingPunct="1"/>
            <a:r>
              <a:rPr lang="en-US" altLang="en-US"/>
              <a:t>A complete evaluation takes time </a:t>
            </a:r>
            <a:r>
              <a:rPr lang="en-US" altLang="en-US" i="1"/>
              <a:t>b</a:t>
            </a:r>
            <a:r>
              <a:rPr lang="en-US" altLang="en-US" i="1" baseline="30000"/>
              <a:t>m</a:t>
            </a:r>
          </a:p>
          <a:p>
            <a:pPr lvl="1" eaLnBrk="1" hangingPunct="1"/>
            <a:r>
              <a:rPr lang="en-US" altLang="en-US"/>
              <a:t>A complete evaluation takes space </a:t>
            </a:r>
            <a:r>
              <a:rPr lang="en-US" altLang="en-US" i="1"/>
              <a:t>bm</a:t>
            </a:r>
          </a:p>
          <a:p>
            <a:pPr eaLnBrk="1" hangingPunct="1"/>
            <a:r>
              <a:rPr lang="en-US" altLang="en-US"/>
              <a:t>Usually, we cannot evaluate the complete state, since it’s too big</a:t>
            </a:r>
          </a:p>
          <a:p>
            <a:pPr eaLnBrk="1" hangingPunct="1"/>
            <a:r>
              <a:rPr lang="en-US" altLang="en-US"/>
              <a:t>Instead, we limit the depth based on various factors, including time available.</a:t>
            </a: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0D336C27-CA2A-4FDA-B660-F460F49F92D7}"/>
              </a:ext>
            </a:extLst>
          </p:cNvPr>
          <p:cNvSpPr>
            <a:spLocks noGrp="1" noChangeArrowheads="1"/>
          </p:cNvSpPr>
          <p:nvPr>
            <p:ph type="title"/>
          </p:nvPr>
        </p:nvSpPr>
        <p:spPr/>
        <p:txBody>
          <a:bodyPr/>
          <a:lstStyle/>
          <a:p>
            <a:r>
              <a:rPr lang="en-IN" altLang="en-US"/>
              <a:t>MINIMAX Algorithm</a:t>
            </a:r>
          </a:p>
        </p:txBody>
      </p:sp>
      <p:sp>
        <p:nvSpPr>
          <p:cNvPr id="31747" name="Rectangle 3">
            <a:extLst>
              <a:ext uri="{FF2B5EF4-FFF2-40B4-BE49-F238E27FC236}">
                <a16:creationId xmlns:a16="http://schemas.microsoft.com/office/drawing/2014/main" id="{A9CBC168-26AC-4411-8D54-C697321A9B9C}"/>
              </a:ext>
            </a:extLst>
          </p:cNvPr>
          <p:cNvSpPr>
            <a:spLocks noChangeArrowheads="1"/>
          </p:cNvSpPr>
          <p:nvPr/>
        </p:nvSpPr>
        <p:spPr bwMode="auto">
          <a:xfrm>
            <a:off x="1676400" y="1521273"/>
            <a:ext cx="8610600" cy="5324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800" dirty="0">
                <a:solidFill>
                  <a:srgbClr val="FF0000"/>
                </a:solidFill>
                <a:latin typeface="TimesNewRomanPSMT"/>
              </a:rPr>
              <a:t>A NIM game is played between two players</a:t>
            </a:r>
            <a:r>
              <a:rPr lang="en-US" altLang="en-US" sz="2800" dirty="0">
                <a:latin typeface="TimesNewRomanPSMT"/>
              </a:rPr>
              <a:t>.</a:t>
            </a:r>
          </a:p>
          <a:p>
            <a:endParaRPr lang="en-US" altLang="en-US" sz="2400" dirty="0">
              <a:latin typeface="TimesNewRomanPSMT"/>
            </a:endParaRPr>
          </a:p>
          <a:p>
            <a:pPr algn="just"/>
            <a:r>
              <a:rPr lang="en-US" altLang="en-US" sz="3200" i="1" dirty="0">
                <a:latin typeface="TimesNewRomanPS-ItalicMT"/>
              </a:rPr>
              <a:t>The game starts with an odd number of match sticks, normally 7 or 9, placed on a single row, called a pile. Each player in his turn has to break a single pile into two piles of unequal sticks, greater than zero. The game will come to an end when either of the two players cannot give a successful move. The player who cannot give a successful move the first time will lose the game.</a:t>
            </a:r>
            <a:endParaRPr lang="en-IN" altLang="en-US" sz="3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0F55D483-D4E2-464C-9512-066B376664E4}"/>
              </a:ext>
            </a:extLst>
          </p:cNvPr>
          <p:cNvSpPr>
            <a:spLocks noGrp="1" noChangeArrowheads="1"/>
          </p:cNvSpPr>
          <p:nvPr>
            <p:ph type="title"/>
          </p:nvPr>
        </p:nvSpPr>
        <p:spPr>
          <a:xfrm>
            <a:off x="1828800" y="-381000"/>
            <a:ext cx="7543800" cy="1295400"/>
          </a:xfrm>
        </p:spPr>
        <p:txBody>
          <a:bodyPr/>
          <a:lstStyle/>
          <a:p>
            <a:r>
              <a:rPr lang="en-IN" altLang="en-US"/>
              <a:t>Steps of NIM Game</a:t>
            </a:r>
          </a:p>
        </p:txBody>
      </p:sp>
      <p:sp>
        <p:nvSpPr>
          <p:cNvPr id="32771" name="Content Placeholder 2">
            <a:extLst>
              <a:ext uri="{FF2B5EF4-FFF2-40B4-BE49-F238E27FC236}">
                <a16:creationId xmlns:a16="http://schemas.microsoft.com/office/drawing/2014/main" id="{5C5880FC-7933-47CB-A995-5C01A5E359EC}"/>
              </a:ext>
            </a:extLst>
          </p:cNvPr>
          <p:cNvSpPr>
            <a:spLocks noGrp="1" noChangeArrowheads="1"/>
          </p:cNvSpPr>
          <p:nvPr>
            <p:ph idx="1"/>
          </p:nvPr>
        </p:nvSpPr>
        <p:spPr>
          <a:xfrm>
            <a:off x="1828800" y="1447801"/>
            <a:ext cx="8763000" cy="4411663"/>
          </a:xfrm>
        </p:spPr>
        <p:txBody>
          <a:bodyPr/>
          <a:lstStyle/>
          <a:p>
            <a:r>
              <a:rPr lang="en-US" altLang="en-US" sz="2400"/>
              <a:t>You have 7matches sticks</a:t>
            </a:r>
          </a:p>
          <a:p>
            <a:endParaRPr lang="en-US" altLang="en-US" sz="2400"/>
          </a:p>
          <a:p>
            <a:r>
              <a:rPr lang="en-US" altLang="en-US" sz="2400"/>
              <a:t>The first player is requested to divide the matches into two unequal piles</a:t>
            </a:r>
          </a:p>
          <a:p>
            <a:endParaRPr lang="en-US" altLang="en-US" sz="2400"/>
          </a:p>
          <a:p>
            <a:r>
              <a:rPr lang="en-US" altLang="en-US" sz="2400"/>
              <a:t>The next player works on the piles and divide one of them into two unequal piles</a:t>
            </a:r>
          </a:p>
          <a:p>
            <a:endParaRPr lang="en-US" altLang="en-US" sz="2400"/>
          </a:p>
          <a:p>
            <a:r>
              <a:rPr lang="en-US" altLang="en-US" sz="2400"/>
              <a:t>Each player takes a turn and tries to divide until no more piles are divisible into unequal piles</a:t>
            </a:r>
          </a:p>
          <a:p>
            <a:endParaRPr lang="en-US" altLang="en-US" sz="2400"/>
          </a:p>
          <a:p>
            <a:r>
              <a:rPr lang="en-US" altLang="en-US" sz="2400"/>
              <a:t>The player who can not divide anymore loses the game</a:t>
            </a:r>
          </a:p>
          <a:p>
            <a:endParaRPr lang="en-US" altLang="en-US" sz="2400"/>
          </a:p>
          <a:p>
            <a:endParaRPr lang="en-IN" altLang="en-US" sz="24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3">
            <a:extLst>
              <a:ext uri="{FF2B5EF4-FFF2-40B4-BE49-F238E27FC236}">
                <a16:creationId xmlns:a16="http://schemas.microsoft.com/office/drawing/2014/main" id="{5505B4FF-08C1-41FB-92C7-EE4FB81ED1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762000"/>
            <a:ext cx="6408738" cy="557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5" name="TextBox 4">
            <a:extLst>
              <a:ext uri="{FF2B5EF4-FFF2-40B4-BE49-F238E27FC236}">
                <a16:creationId xmlns:a16="http://schemas.microsoft.com/office/drawing/2014/main" id="{3A352B0A-DAD0-41FA-82F3-362AEE06EA79}"/>
              </a:ext>
            </a:extLst>
          </p:cNvPr>
          <p:cNvSpPr txBox="1">
            <a:spLocks noChangeArrowheads="1"/>
          </p:cNvSpPr>
          <p:nvPr/>
        </p:nvSpPr>
        <p:spPr bwMode="auto">
          <a:xfrm>
            <a:off x="7924800" y="2133601"/>
            <a:ext cx="274320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Note: MIN has three options to split 7 shown in next level</a:t>
            </a:r>
          </a:p>
          <a:p>
            <a:endParaRPr lang="en-US" altLang="en-US"/>
          </a:p>
          <a:p>
            <a:r>
              <a:rPr lang="en-US" altLang="en-US"/>
              <a:t>Note: MAX has 6 options to split shown in next level</a:t>
            </a:r>
          </a:p>
          <a:p>
            <a:endParaRPr lang="en-US" altLang="en-US"/>
          </a:p>
          <a:p>
            <a:endParaRPr lang="en-US" altLang="en-US"/>
          </a:p>
          <a:p>
            <a:endParaRPr lang="en-US" altLang="en-US"/>
          </a:p>
          <a:p>
            <a:endParaRPr lang="en-US" altLang="en-US"/>
          </a:p>
          <a:p>
            <a:r>
              <a:rPr lang="en-US" altLang="en-US"/>
              <a:t>Search for leaf nodes</a:t>
            </a:r>
          </a:p>
          <a:p>
            <a:r>
              <a:rPr lang="en-US" altLang="en-US"/>
              <a:t>Check whose tern to play the leaf node.</a:t>
            </a:r>
          </a:p>
          <a:p>
            <a:r>
              <a:rPr lang="en-US" altLang="en-US"/>
              <a:t>This player looses the game</a:t>
            </a:r>
            <a:endParaRPr lang="en-I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13452A7C-743D-4D84-B4BF-96CF478E21C1}"/>
              </a:ext>
            </a:extLst>
          </p:cNvPr>
          <p:cNvSpPr>
            <a:spLocks noGrp="1" noChangeArrowheads="1"/>
          </p:cNvSpPr>
          <p:nvPr>
            <p:ph type="title"/>
          </p:nvPr>
        </p:nvSpPr>
        <p:spPr>
          <a:xfrm>
            <a:off x="1955800" y="-152400"/>
            <a:ext cx="7543800" cy="1295400"/>
          </a:xfrm>
        </p:spPr>
        <p:txBody>
          <a:bodyPr/>
          <a:lstStyle/>
          <a:p>
            <a:r>
              <a:rPr lang="en-IN" altLang="en-US"/>
              <a:t>MINMAX steps</a:t>
            </a:r>
          </a:p>
        </p:txBody>
      </p:sp>
      <p:sp>
        <p:nvSpPr>
          <p:cNvPr id="34819" name="Content Placeholder 2">
            <a:extLst>
              <a:ext uri="{FF2B5EF4-FFF2-40B4-BE49-F238E27FC236}">
                <a16:creationId xmlns:a16="http://schemas.microsoft.com/office/drawing/2014/main" id="{BCFAE8A2-2ADE-4221-8361-E54FDD1D1C6E}"/>
              </a:ext>
            </a:extLst>
          </p:cNvPr>
          <p:cNvSpPr>
            <a:spLocks noGrp="1" noChangeArrowheads="1"/>
          </p:cNvSpPr>
          <p:nvPr>
            <p:ph idx="1"/>
          </p:nvPr>
        </p:nvSpPr>
        <p:spPr>
          <a:xfrm>
            <a:off x="1806575" y="1524001"/>
            <a:ext cx="8578850" cy="4411663"/>
          </a:xfrm>
        </p:spPr>
        <p:txBody>
          <a:bodyPr/>
          <a:lstStyle/>
          <a:p>
            <a:r>
              <a:rPr lang="en-US" altLang="en-US" sz="2000" dirty="0"/>
              <a:t>Generate all possible moves (states) in a depth-first fashion. A graph is created.</a:t>
            </a:r>
          </a:p>
          <a:p>
            <a:endParaRPr lang="en-US" altLang="en-US" sz="2000" dirty="0"/>
          </a:p>
          <a:p>
            <a:r>
              <a:rPr lang="en-US" altLang="en-US" sz="2000" dirty="0"/>
              <a:t>Mark each level in the graph with either MAX or MIN in an ordered fashion </a:t>
            </a:r>
          </a:p>
          <a:p>
            <a:endParaRPr lang="en-US" altLang="en-US" sz="2000" dirty="0"/>
          </a:p>
          <a:p>
            <a:r>
              <a:rPr lang="en-US" altLang="en-US" sz="2000" dirty="0"/>
              <a:t>When you reach a leaf node. It means that you reached a wining, loosing, or tie state for either MAX or MIN depending on the mark of that level</a:t>
            </a:r>
          </a:p>
          <a:p>
            <a:endParaRPr lang="en-US" altLang="en-US" sz="2000" dirty="0"/>
          </a:p>
          <a:p>
            <a:r>
              <a:rPr lang="en-US" altLang="en-US" sz="2000" dirty="0"/>
              <a:t>Assign a wining state for MAX the value 1 and a loosing state for MAX a 0. If it was a wining state for MIN assign it a value of 0.</a:t>
            </a:r>
          </a:p>
          <a:p>
            <a:endParaRPr lang="en-US" altLang="en-US" sz="2000" dirty="0"/>
          </a:p>
          <a:p>
            <a:r>
              <a:rPr lang="en-US" altLang="en-US" sz="2000" dirty="0"/>
              <a:t>Propagate the values assigned to leaf nodes. to the upper levels until reaching the root node</a:t>
            </a:r>
          </a:p>
          <a:p>
            <a:endParaRPr lang="en-IN" altLang="en-US"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0E1DE831-2936-4E6A-8A0C-0F160500FAD6}"/>
              </a:ext>
            </a:extLst>
          </p:cNvPr>
          <p:cNvSpPr>
            <a:spLocks noGrp="1" noChangeArrowheads="1"/>
          </p:cNvSpPr>
          <p:nvPr>
            <p:ph type="title"/>
          </p:nvPr>
        </p:nvSpPr>
        <p:spPr/>
        <p:txBody>
          <a:bodyPr/>
          <a:lstStyle/>
          <a:p>
            <a:r>
              <a:rPr lang="en-IN" altLang="en-US"/>
              <a:t>Steps to remember</a:t>
            </a:r>
          </a:p>
        </p:txBody>
      </p:sp>
      <p:sp>
        <p:nvSpPr>
          <p:cNvPr id="3" name="Content Placeholder 2">
            <a:extLst>
              <a:ext uri="{FF2B5EF4-FFF2-40B4-BE49-F238E27FC236}">
                <a16:creationId xmlns:a16="http://schemas.microsoft.com/office/drawing/2014/main" id="{E6BEE2FB-A4B3-4F98-A44B-D4ED60AFA62E}"/>
              </a:ext>
            </a:extLst>
          </p:cNvPr>
          <p:cNvSpPr>
            <a:spLocks noGrp="1"/>
          </p:cNvSpPr>
          <p:nvPr>
            <p:ph idx="1"/>
          </p:nvPr>
        </p:nvSpPr>
        <p:spPr/>
        <p:txBody>
          <a:bodyPr/>
          <a:lstStyle/>
          <a:p>
            <a:pPr>
              <a:defRPr/>
            </a:pPr>
            <a:r>
              <a:rPr lang="en-US" sz="2400" dirty="0"/>
              <a:t>You need to propagate the values upwards starting from leaf node.</a:t>
            </a:r>
          </a:p>
          <a:p>
            <a:pPr>
              <a:defRPr/>
            </a:pPr>
            <a:r>
              <a:rPr lang="en-US" sz="2400" dirty="0"/>
              <a:t>All the way to the root node. To do so, follow the following principles:</a:t>
            </a:r>
          </a:p>
          <a:p>
            <a:pPr>
              <a:defRPr/>
            </a:pPr>
            <a:endParaRPr lang="en-US" sz="2400" dirty="0"/>
          </a:p>
          <a:p>
            <a:pPr marL="0" indent="0">
              <a:buNone/>
              <a:defRPr/>
            </a:pPr>
            <a:r>
              <a:rPr lang="en-US" sz="2400" dirty="0"/>
              <a:t>1) If you are going up from a MIN level to a MAX level, propagate the highest value of children</a:t>
            </a:r>
          </a:p>
          <a:p>
            <a:pPr marL="0" indent="0">
              <a:buNone/>
              <a:defRPr/>
            </a:pPr>
            <a:r>
              <a:rPr lang="en-US" sz="2400" dirty="0"/>
              <a:t>2) If you are going up from MAX level to a MIN level, propagate the lowest value of the children</a:t>
            </a:r>
          </a:p>
          <a:p>
            <a:pPr marL="0" indent="0">
              <a:buNone/>
              <a:defRPr/>
            </a:pPr>
            <a:r>
              <a:rPr lang="en-US" sz="2400" dirty="0"/>
              <a:t>3) If there is only one child then just propagate its value</a:t>
            </a:r>
          </a:p>
          <a:p>
            <a:pPr>
              <a:defRPr/>
            </a:pPr>
            <a:endParaRPr lang="en-US" sz="2400" dirty="0"/>
          </a:p>
          <a:p>
            <a:pPr>
              <a:defRPr/>
            </a:pPr>
            <a:endParaRPr lang="en-IN"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7C9A997D-CA8A-423B-8357-092195EF76B5}"/>
              </a:ext>
            </a:extLst>
          </p:cNvPr>
          <p:cNvSpPr>
            <a:spLocks noGrp="1" noChangeArrowheads="1"/>
          </p:cNvSpPr>
          <p:nvPr>
            <p:ph type="title"/>
          </p:nvPr>
        </p:nvSpPr>
        <p:spPr>
          <a:xfrm>
            <a:off x="1979613" y="-381000"/>
            <a:ext cx="7543800" cy="1295400"/>
          </a:xfrm>
        </p:spPr>
        <p:txBody>
          <a:bodyPr/>
          <a:lstStyle/>
          <a:p>
            <a:r>
              <a:rPr lang="en-IN" altLang="en-US"/>
              <a:t>Computation in State Space</a:t>
            </a:r>
          </a:p>
        </p:txBody>
      </p:sp>
      <p:pic>
        <p:nvPicPr>
          <p:cNvPr id="36867" name="Picture 3">
            <a:extLst>
              <a:ext uri="{FF2B5EF4-FFF2-40B4-BE49-F238E27FC236}">
                <a16:creationId xmlns:a16="http://schemas.microsoft.com/office/drawing/2014/main" id="{C43BE5F6-7A3C-4BB8-A945-E70DAEF013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1" y="990600"/>
            <a:ext cx="6659563" cy="571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938472A2-3B2C-4B62-80CA-42550D5CBDDE}"/>
              </a:ext>
            </a:extLst>
          </p:cNvPr>
          <p:cNvSpPr>
            <a:spLocks noGrp="1" noChangeArrowheads="1"/>
          </p:cNvSpPr>
          <p:nvPr>
            <p:ph type="title"/>
          </p:nvPr>
        </p:nvSpPr>
        <p:spPr>
          <a:xfrm>
            <a:off x="1905000" y="-381000"/>
            <a:ext cx="7543800" cy="1295400"/>
          </a:xfrm>
        </p:spPr>
        <p:txBody>
          <a:bodyPr/>
          <a:lstStyle/>
          <a:p>
            <a:r>
              <a:rPr lang="en-IN" altLang="en-US" b="0"/>
              <a:t>MINIMAX algorithm</a:t>
            </a:r>
            <a:endParaRPr lang="en-IN" altLang="en-US"/>
          </a:p>
        </p:txBody>
      </p:sp>
      <p:sp>
        <p:nvSpPr>
          <p:cNvPr id="37891" name="Content Placeholder 2">
            <a:extLst>
              <a:ext uri="{FF2B5EF4-FFF2-40B4-BE49-F238E27FC236}">
                <a16:creationId xmlns:a16="http://schemas.microsoft.com/office/drawing/2014/main" id="{200FABA1-B034-43F1-8896-5CC6C6DD747F}"/>
              </a:ext>
            </a:extLst>
          </p:cNvPr>
          <p:cNvSpPr>
            <a:spLocks noGrp="1" noChangeArrowheads="1"/>
          </p:cNvSpPr>
          <p:nvPr>
            <p:ph idx="1"/>
          </p:nvPr>
        </p:nvSpPr>
        <p:spPr>
          <a:xfrm>
            <a:off x="1600200" y="1223964"/>
            <a:ext cx="8763000" cy="4410075"/>
          </a:xfrm>
        </p:spPr>
        <p:txBody>
          <a:bodyPr/>
          <a:lstStyle/>
          <a:p>
            <a:pPr marL="0" indent="0">
              <a:buNone/>
            </a:pPr>
            <a:r>
              <a:rPr lang="en-IN" altLang="en-US" sz="2400" b="1"/>
              <a:t>Procedure MINIMAX</a:t>
            </a:r>
          </a:p>
          <a:p>
            <a:pPr marL="0" indent="0">
              <a:buNone/>
            </a:pPr>
            <a:r>
              <a:rPr lang="en-IN" altLang="en-US" sz="2400" b="1"/>
              <a:t>Begin</a:t>
            </a:r>
          </a:p>
          <a:p>
            <a:pPr marL="0" indent="0">
              <a:buNone/>
            </a:pPr>
            <a:r>
              <a:rPr lang="en-US" altLang="en-US" sz="2400"/>
              <a:t>   1. Expand the entire state-space below the starting node;</a:t>
            </a:r>
          </a:p>
          <a:p>
            <a:pPr marL="0" indent="0">
              <a:buNone/>
            </a:pPr>
            <a:r>
              <a:rPr lang="en-US" altLang="en-US" sz="2400"/>
              <a:t>    2. Assign values to the terminals of the state-space from</a:t>
            </a:r>
          </a:p>
          <a:p>
            <a:pPr marL="0" indent="0">
              <a:buNone/>
            </a:pPr>
            <a:r>
              <a:rPr lang="en-US" altLang="en-US" sz="2400"/>
              <a:t>     -1,0,+1}, depending on the success of the MINIMIZER draw, or the success of the MAXIMIZER respectively;</a:t>
            </a:r>
          </a:p>
          <a:p>
            <a:pPr marL="0" indent="0">
              <a:buNone/>
            </a:pPr>
            <a:r>
              <a:rPr lang="en-US" altLang="en-US" sz="2400"/>
              <a:t>   3. </a:t>
            </a:r>
            <a:r>
              <a:rPr lang="en-US" altLang="en-US" sz="2400" b="1"/>
              <a:t>For </a:t>
            </a:r>
            <a:r>
              <a:rPr lang="en-US" altLang="en-US" sz="2400"/>
              <a:t>each node whose all children possess values, </a:t>
            </a:r>
            <a:r>
              <a:rPr lang="en-US" altLang="en-US" sz="2400" b="1"/>
              <a:t>do</a:t>
            </a:r>
          </a:p>
          <a:p>
            <a:pPr marL="0" indent="0">
              <a:buNone/>
            </a:pPr>
            <a:r>
              <a:rPr lang="en-IN" altLang="en-US" sz="2400" b="1"/>
              <a:t>Begin</a:t>
            </a:r>
          </a:p>
          <a:p>
            <a:pPr marL="0" indent="0">
              <a:buNone/>
            </a:pPr>
            <a:r>
              <a:rPr lang="en-US" altLang="en-US" sz="2400" b="1"/>
              <a:t>if </a:t>
            </a:r>
            <a:r>
              <a:rPr lang="en-US" altLang="en-US" sz="2400"/>
              <a:t>it is a MAXIMIZER node, </a:t>
            </a:r>
            <a:r>
              <a:rPr lang="en-US" altLang="en-US" sz="2400" b="1"/>
              <a:t>then </a:t>
            </a:r>
            <a:r>
              <a:rPr lang="en-US" altLang="en-US" sz="2400"/>
              <a:t>its value will be maximum of its childrens’ value; </a:t>
            </a:r>
            <a:r>
              <a:rPr lang="en-US" altLang="en-US" sz="2400" b="1"/>
              <a:t>if </a:t>
            </a:r>
            <a:r>
              <a:rPr lang="en-US" altLang="en-US" sz="2400"/>
              <a:t>it is a MINIMIZER node, </a:t>
            </a:r>
            <a:r>
              <a:rPr lang="en-US" altLang="en-US" sz="2400" b="1"/>
              <a:t>then </a:t>
            </a:r>
            <a:r>
              <a:rPr lang="en-US" altLang="en-US" sz="2400"/>
              <a:t>its value will be the minimum of its children;</a:t>
            </a:r>
          </a:p>
          <a:p>
            <a:pPr marL="0" indent="0">
              <a:buNone/>
            </a:pPr>
            <a:r>
              <a:rPr lang="en-IN" altLang="en-US" sz="2400" b="1"/>
              <a:t>End For;</a:t>
            </a:r>
          </a:p>
          <a:p>
            <a:pPr marL="0" indent="0">
              <a:buNone/>
            </a:pPr>
            <a:r>
              <a:rPr lang="en-IN" altLang="en-US" sz="2400" b="1"/>
              <a:t>End.</a:t>
            </a:r>
            <a:endParaRPr lang="en-IN" altLang="en-US" sz="18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F9B46F71-2923-4242-B187-E4903DDE5218}"/>
              </a:ext>
            </a:extLst>
          </p:cNvPr>
          <p:cNvSpPr>
            <a:spLocks noGrp="1" noChangeArrowheads="1"/>
          </p:cNvSpPr>
          <p:nvPr>
            <p:ph type="title"/>
          </p:nvPr>
        </p:nvSpPr>
        <p:spPr/>
        <p:txBody>
          <a:bodyPr/>
          <a:lstStyle/>
          <a:p>
            <a:pPr eaLnBrk="1" hangingPunct="1"/>
            <a:r>
              <a:rPr lang="en-US" altLang="en-US"/>
              <a:t>Pruning the Minimax Tree</a:t>
            </a:r>
          </a:p>
        </p:txBody>
      </p:sp>
      <p:sp>
        <p:nvSpPr>
          <p:cNvPr id="38915" name="Rectangle 3">
            <a:extLst>
              <a:ext uri="{FF2B5EF4-FFF2-40B4-BE49-F238E27FC236}">
                <a16:creationId xmlns:a16="http://schemas.microsoft.com/office/drawing/2014/main" id="{44553C98-2FE7-46BD-BF8E-2A18DA2B99AA}"/>
              </a:ext>
            </a:extLst>
          </p:cNvPr>
          <p:cNvSpPr>
            <a:spLocks noGrp="1" noChangeArrowheads="1"/>
          </p:cNvSpPr>
          <p:nvPr>
            <p:ph type="body" idx="1"/>
          </p:nvPr>
        </p:nvSpPr>
        <p:spPr/>
        <p:txBody>
          <a:bodyPr/>
          <a:lstStyle/>
          <a:p>
            <a:pPr eaLnBrk="1" hangingPunct="1"/>
            <a:r>
              <a:rPr lang="en-US" altLang="en-US"/>
              <a:t>Since we have limited time available, we want to avoid unnecessary computation in the minimax tree.</a:t>
            </a:r>
          </a:p>
          <a:p>
            <a:pPr eaLnBrk="1" hangingPunct="1"/>
            <a:r>
              <a:rPr lang="en-US" altLang="en-US"/>
              <a:t>Pruning: ways of determining that certain branches will not be useful</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4">
            <a:extLst>
              <a:ext uri="{FF2B5EF4-FFF2-40B4-BE49-F238E27FC236}">
                <a16:creationId xmlns:a16="http://schemas.microsoft.com/office/drawing/2014/main" id="{2D039C3A-D475-4B7F-B85C-860C9AB79370}"/>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1260327-2736-4BA7-A279-C0FDAA1B7032}" type="slidenum">
              <a:rPr lang="en-US" altLang="en-US" smtClean="0"/>
              <a:pPr/>
              <a:t>38</a:t>
            </a:fld>
            <a:endParaRPr lang="en-US" altLang="en-US"/>
          </a:p>
        </p:txBody>
      </p:sp>
      <p:sp>
        <p:nvSpPr>
          <p:cNvPr id="40963" name="Rectangle 2">
            <a:extLst>
              <a:ext uri="{FF2B5EF4-FFF2-40B4-BE49-F238E27FC236}">
                <a16:creationId xmlns:a16="http://schemas.microsoft.com/office/drawing/2014/main" id="{A155D143-DA84-4C4A-AC31-A02FB1A559C9}"/>
              </a:ext>
            </a:extLst>
          </p:cNvPr>
          <p:cNvSpPr>
            <a:spLocks noGrp="1" noChangeArrowheads="1"/>
          </p:cNvSpPr>
          <p:nvPr>
            <p:ph type="title"/>
          </p:nvPr>
        </p:nvSpPr>
        <p:spPr/>
        <p:txBody>
          <a:bodyPr/>
          <a:lstStyle/>
          <a:p>
            <a:pPr eaLnBrk="1" hangingPunct="1"/>
            <a:r>
              <a:rPr lang="en-US" altLang="en-US"/>
              <a:t>Shallow and Deep Pruning</a:t>
            </a:r>
          </a:p>
        </p:txBody>
      </p:sp>
      <p:sp>
        <p:nvSpPr>
          <p:cNvPr id="40964" name="Rectangle 5">
            <a:extLst>
              <a:ext uri="{FF2B5EF4-FFF2-40B4-BE49-F238E27FC236}">
                <a16:creationId xmlns:a16="http://schemas.microsoft.com/office/drawing/2014/main" id="{D8B657AE-08F3-4C4A-B13C-D835610FE4D1}"/>
              </a:ext>
            </a:extLst>
          </p:cNvPr>
          <p:cNvSpPr>
            <a:spLocks noChangeArrowheads="1"/>
          </p:cNvSpPr>
          <p:nvPr/>
        </p:nvSpPr>
        <p:spPr bwMode="auto">
          <a:xfrm>
            <a:off x="3810000" y="1981200"/>
            <a:ext cx="304800" cy="304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40965" name="Oval 6">
            <a:extLst>
              <a:ext uri="{FF2B5EF4-FFF2-40B4-BE49-F238E27FC236}">
                <a16:creationId xmlns:a16="http://schemas.microsoft.com/office/drawing/2014/main" id="{1886A98F-90EB-490F-80D1-930E5B5E6E32}"/>
              </a:ext>
            </a:extLst>
          </p:cNvPr>
          <p:cNvSpPr>
            <a:spLocks noChangeArrowheads="1"/>
          </p:cNvSpPr>
          <p:nvPr/>
        </p:nvSpPr>
        <p:spPr bwMode="auto">
          <a:xfrm>
            <a:off x="3276600" y="2667000"/>
            <a:ext cx="304800" cy="3048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40966" name="Rectangle 7">
            <a:extLst>
              <a:ext uri="{FF2B5EF4-FFF2-40B4-BE49-F238E27FC236}">
                <a16:creationId xmlns:a16="http://schemas.microsoft.com/office/drawing/2014/main" id="{0F913162-66B9-4A13-A517-C4A3E0D47C81}"/>
              </a:ext>
            </a:extLst>
          </p:cNvPr>
          <p:cNvSpPr>
            <a:spLocks noChangeArrowheads="1"/>
          </p:cNvSpPr>
          <p:nvPr/>
        </p:nvSpPr>
        <p:spPr bwMode="auto">
          <a:xfrm>
            <a:off x="3810000" y="3276600"/>
            <a:ext cx="304800" cy="304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cxnSp>
        <p:nvCxnSpPr>
          <p:cNvPr id="40967" name="AutoShape 8">
            <a:extLst>
              <a:ext uri="{FF2B5EF4-FFF2-40B4-BE49-F238E27FC236}">
                <a16:creationId xmlns:a16="http://schemas.microsoft.com/office/drawing/2014/main" id="{1C0F408D-A021-4A9F-B8CD-3C715BB23264}"/>
              </a:ext>
            </a:extLst>
          </p:cNvPr>
          <p:cNvCxnSpPr>
            <a:cxnSpLocks noChangeShapeType="1"/>
            <a:stCxn id="40964" idx="2"/>
            <a:endCxn id="40965" idx="7"/>
          </p:cNvCxnSpPr>
          <p:nvPr/>
        </p:nvCxnSpPr>
        <p:spPr bwMode="auto">
          <a:xfrm flipH="1">
            <a:off x="3536950" y="2286000"/>
            <a:ext cx="425450" cy="4254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968" name="AutoShape 9">
            <a:extLst>
              <a:ext uri="{FF2B5EF4-FFF2-40B4-BE49-F238E27FC236}">
                <a16:creationId xmlns:a16="http://schemas.microsoft.com/office/drawing/2014/main" id="{54CD4131-6584-42B3-80C5-781CF7A888A2}"/>
              </a:ext>
            </a:extLst>
          </p:cNvPr>
          <p:cNvCxnSpPr>
            <a:cxnSpLocks noChangeShapeType="1"/>
            <a:stCxn id="40965" idx="5"/>
            <a:endCxn id="40966" idx="0"/>
          </p:cNvCxnSpPr>
          <p:nvPr/>
        </p:nvCxnSpPr>
        <p:spPr bwMode="auto">
          <a:xfrm>
            <a:off x="3536950" y="2927350"/>
            <a:ext cx="425450" cy="3492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969" name="AutoShape 10">
            <a:extLst>
              <a:ext uri="{FF2B5EF4-FFF2-40B4-BE49-F238E27FC236}">
                <a16:creationId xmlns:a16="http://schemas.microsoft.com/office/drawing/2014/main" id="{92ECA631-39E6-4483-8158-EA88C8A95D98}"/>
              </a:ext>
            </a:extLst>
          </p:cNvPr>
          <p:cNvCxnSpPr>
            <a:cxnSpLocks noChangeShapeType="1"/>
            <a:stCxn id="40965" idx="3"/>
          </p:cNvCxnSpPr>
          <p:nvPr/>
        </p:nvCxnSpPr>
        <p:spPr bwMode="auto">
          <a:xfrm flipH="1">
            <a:off x="2895600" y="2927350"/>
            <a:ext cx="425450" cy="4254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970" name="AutoShape 12">
            <a:extLst>
              <a:ext uri="{FF2B5EF4-FFF2-40B4-BE49-F238E27FC236}">
                <a16:creationId xmlns:a16="http://schemas.microsoft.com/office/drawing/2014/main" id="{F3D06C3C-8C9E-4BB0-8E11-0A2489D7C6F4}"/>
              </a:ext>
            </a:extLst>
          </p:cNvPr>
          <p:cNvCxnSpPr>
            <a:cxnSpLocks noChangeShapeType="1"/>
            <a:stCxn id="40966" idx="2"/>
          </p:cNvCxnSpPr>
          <p:nvPr/>
        </p:nvCxnSpPr>
        <p:spPr bwMode="auto">
          <a:xfrm>
            <a:off x="3962400" y="3581400"/>
            <a:ext cx="533400" cy="5334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971" name="AutoShape 13">
            <a:extLst>
              <a:ext uri="{FF2B5EF4-FFF2-40B4-BE49-F238E27FC236}">
                <a16:creationId xmlns:a16="http://schemas.microsoft.com/office/drawing/2014/main" id="{61098397-290F-4765-857A-608C9700F959}"/>
              </a:ext>
            </a:extLst>
          </p:cNvPr>
          <p:cNvCxnSpPr>
            <a:cxnSpLocks noChangeShapeType="1"/>
          </p:cNvCxnSpPr>
          <p:nvPr/>
        </p:nvCxnSpPr>
        <p:spPr bwMode="auto">
          <a:xfrm flipH="1">
            <a:off x="3581400" y="3581400"/>
            <a:ext cx="425450" cy="5334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972" name="Rectangle 14">
            <a:extLst>
              <a:ext uri="{FF2B5EF4-FFF2-40B4-BE49-F238E27FC236}">
                <a16:creationId xmlns:a16="http://schemas.microsoft.com/office/drawing/2014/main" id="{1CA29EC8-9BD2-47DA-A44A-D182123AF887}"/>
              </a:ext>
            </a:extLst>
          </p:cNvPr>
          <p:cNvSpPr>
            <a:spLocks noChangeArrowheads="1"/>
          </p:cNvSpPr>
          <p:nvPr/>
        </p:nvSpPr>
        <p:spPr bwMode="auto">
          <a:xfrm>
            <a:off x="7010400" y="1981200"/>
            <a:ext cx="304800" cy="304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40973" name="Oval 15">
            <a:extLst>
              <a:ext uri="{FF2B5EF4-FFF2-40B4-BE49-F238E27FC236}">
                <a16:creationId xmlns:a16="http://schemas.microsoft.com/office/drawing/2014/main" id="{10F1D003-37F0-456C-B87B-BB3C409DED64}"/>
              </a:ext>
            </a:extLst>
          </p:cNvPr>
          <p:cNvSpPr>
            <a:spLocks noChangeArrowheads="1"/>
          </p:cNvSpPr>
          <p:nvPr/>
        </p:nvSpPr>
        <p:spPr bwMode="auto">
          <a:xfrm>
            <a:off x="7620000" y="2667000"/>
            <a:ext cx="304800" cy="3048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40974" name="Rectangle 16">
            <a:extLst>
              <a:ext uri="{FF2B5EF4-FFF2-40B4-BE49-F238E27FC236}">
                <a16:creationId xmlns:a16="http://schemas.microsoft.com/office/drawing/2014/main" id="{0912C2EA-0E1B-4EFB-8F5D-E07542F34A01}"/>
              </a:ext>
            </a:extLst>
          </p:cNvPr>
          <p:cNvSpPr>
            <a:spLocks noChangeArrowheads="1"/>
          </p:cNvSpPr>
          <p:nvPr/>
        </p:nvSpPr>
        <p:spPr bwMode="auto">
          <a:xfrm>
            <a:off x="7010400" y="3429000"/>
            <a:ext cx="304800" cy="304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40975" name="Oval 17">
            <a:extLst>
              <a:ext uri="{FF2B5EF4-FFF2-40B4-BE49-F238E27FC236}">
                <a16:creationId xmlns:a16="http://schemas.microsoft.com/office/drawing/2014/main" id="{596F1513-E354-472C-B3AE-6DF6799F4E55}"/>
              </a:ext>
            </a:extLst>
          </p:cNvPr>
          <p:cNvSpPr>
            <a:spLocks noChangeArrowheads="1"/>
          </p:cNvSpPr>
          <p:nvPr/>
        </p:nvSpPr>
        <p:spPr bwMode="auto">
          <a:xfrm>
            <a:off x="6400800" y="4191000"/>
            <a:ext cx="304800" cy="3048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cxnSp>
        <p:nvCxnSpPr>
          <p:cNvPr id="40976" name="AutoShape 18">
            <a:extLst>
              <a:ext uri="{FF2B5EF4-FFF2-40B4-BE49-F238E27FC236}">
                <a16:creationId xmlns:a16="http://schemas.microsoft.com/office/drawing/2014/main" id="{C03179BF-63BC-4C85-BBCB-F31D12CFFF78}"/>
              </a:ext>
            </a:extLst>
          </p:cNvPr>
          <p:cNvCxnSpPr>
            <a:cxnSpLocks noChangeShapeType="1"/>
            <a:stCxn id="40972" idx="2"/>
            <a:endCxn id="40973" idx="1"/>
          </p:cNvCxnSpPr>
          <p:nvPr/>
        </p:nvCxnSpPr>
        <p:spPr bwMode="auto">
          <a:xfrm>
            <a:off x="7162800" y="2286000"/>
            <a:ext cx="501650" cy="4254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977" name="AutoShape 19">
            <a:extLst>
              <a:ext uri="{FF2B5EF4-FFF2-40B4-BE49-F238E27FC236}">
                <a16:creationId xmlns:a16="http://schemas.microsoft.com/office/drawing/2014/main" id="{57DF7DE7-AF1D-4199-9CE1-BD97977289A8}"/>
              </a:ext>
            </a:extLst>
          </p:cNvPr>
          <p:cNvCxnSpPr>
            <a:cxnSpLocks noChangeShapeType="1"/>
            <a:stCxn id="40973" idx="3"/>
            <a:endCxn id="40974" idx="0"/>
          </p:cNvCxnSpPr>
          <p:nvPr/>
        </p:nvCxnSpPr>
        <p:spPr bwMode="auto">
          <a:xfrm flipH="1">
            <a:off x="7162800" y="2927350"/>
            <a:ext cx="501650" cy="5016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978" name="AutoShape 20">
            <a:extLst>
              <a:ext uri="{FF2B5EF4-FFF2-40B4-BE49-F238E27FC236}">
                <a16:creationId xmlns:a16="http://schemas.microsoft.com/office/drawing/2014/main" id="{34C460C3-5B76-47CE-9A88-35342BAAC987}"/>
              </a:ext>
            </a:extLst>
          </p:cNvPr>
          <p:cNvCxnSpPr>
            <a:cxnSpLocks noChangeShapeType="1"/>
            <a:stCxn id="40974" idx="2"/>
            <a:endCxn id="40975" idx="7"/>
          </p:cNvCxnSpPr>
          <p:nvPr/>
        </p:nvCxnSpPr>
        <p:spPr bwMode="auto">
          <a:xfrm flipH="1">
            <a:off x="6661150" y="3733800"/>
            <a:ext cx="501650" cy="5016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979" name="AutoShape 21">
            <a:extLst>
              <a:ext uri="{FF2B5EF4-FFF2-40B4-BE49-F238E27FC236}">
                <a16:creationId xmlns:a16="http://schemas.microsoft.com/office/drawing/2014/main" id="{430E2F67-CDE5-44A9-8368-2A839EF00FE8}"/>
              </a:ext>
            </a:extLst>
          </p:cNvPr>
          <p:cNvCxnSpPr>
            <a:cxnSpLocks noChangeShapeType="1"/>
            <a:stCxn id="40974" idx="2"/>
          </p:cNvCxnSpPr>
          <p:nvPr/>
        </p:nvCxnSpPr>
        <p:spPr bwMode="auto">
          <a:xfrm>
            <a:off x="7162800" y="3733800"/>
            <a:ext cx="609600" cy="6096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980" name="AutoShape 22">
            <a:extLst>
              <a:ext uri="{FF2B5EF4-FFF2-40B4-BE49-F238E27FC236}">
                <a16:creationId xmlns:a16="http://schemas.microsoft.com/office/drawing/2014/main" id="{B33A089D-E477-41EA-BD61-F939F37FBDE2}"/>
              </a:ext>
            </a:extLst>
          </p:cNvPr>
          <p:cNvCxnSpPr>
            <a:cxnSpLocks noChangeShapeType="1"/>
            <a:stCxn id="40972" idx="2"/>
          </p:cNvCxnSpPr>
          <p:nvPr/>
        </p:nvCxnSpPr>
        <p:spPr bwMode="auto">
          <a:xfrm flipH="1">
            <a:off x="6553200" y="2286000"/>
            <a:ext cx="609600" cy="5334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981" name="AutoShape 23">
            <a:extLst>
              <a:ext uri="{FF2B5EF4-FFF2-40B4-BE49-F238E27FC236}">
                <a16:creationId xmlns:a16="http://schemas.microsoft.com/office/drawing/2014/main" id="{167537C8-C74C-4E1C-B1D2-0354720BE68D}"/>
              </a:ext>
            </a:extLst>
          </p:cNvPr>
          <p:cNvCxnSpPr>
            <a:cxnSpLocks noChangeShapeType="1"/>
            <a:stCxn id="40975" idx="5"/>
          </p:cNvCxnSpPr>
          <p:nvPr/>
        </p:nvCxnSpPr>
        <p:spPr bwMode="auto">
          <a:xfrm>
            <a:off x="6661150" y="4451350"/>
            <a:ext cx="501650" cy="5016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982" name="AutoShape 24">
            <a:extLst>
              <a:ext uri="{FF2B5EF4-FFF2-40B4-BE49-F238E27FC236}">
                <a16:creationId xmlns:a16="http://schemas.microsoft.com/office/drawing/2014/main" id="{3DF51A44-3CE4-40EA-A9C6-38967AA967E8}"/>
              </a:ext>
            </a:extLst>
          </p:cNvPr>
          <p:cNvCxnSpPr>
            <a:cxnSpLocks noChangeShapeType="1"/>
            <a:stCxn id="40975" idx="3"/>
          </p:cNvCxnSpPr>
          <p:nvPr/>
        </p:nvCxnSpPr>
        <p:spPr bwMode="auto">
          <a:xfrm flipH="1">
            <a:off x="5943600" y="4451350"/>
            <a:ext cx="501650" cy="5016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983" name="Text Box 25">
            <a:extLst>
              <a:ext uri="{FF2B5EF4-FFF2-40B4-BE49-F238E27FC236}">
                <a16:creationId xmlns:a16="http://schemas.microsoft.com/office/drawing/2014/main" id="{CB824B91-990E-43E0-B6E3-C1F5488A79B0}"/>
              </a:ext>
            </a:extLst>
          </p:cNvPr>
          <p:cNvSpPr txBox="1">
            <a:spLocks noChangeArrowheads="1"/>
          </p:cNvSpPr>
          <p:nvPr/>
        </p:nvSpPr>
        <p:spPr bwMode="auto">
          <a:xfrm>
            <a:off x="4327525" y="1941513"/>
            <a:ext cx="844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ROOT</a:t>
            </a:r>
          </a:p>
        </p:txBody>
      </p:sp>
      <p:sp>
        <p:nvSpPr>
          <p:cNvPr id="40984" name="Text Box 26">
            <a:extLst>
              <a:ext uri="{FF2B5EF4-FFF2-40B4-BE49-F238E27FC236}">
                <a16:creationId xmlns:a16="http://schemas.microsoft.com/office/drawing/2014/main" id="{371532A3-E4A1-49BC-8E1E-8E792E0E254F}"/>
              </a:ext>
            </a:extLst>
          </p:cNvPr>
          <p:cNvSpPr txBox="1">
            <a:spLocks noChangeArrowheads="1"/>
          </p:cNvSpPr>
          <p:nvPr/>
        </p:nvSpPr>
        <p:spPr bwMode="auto">
          <a:xfrm>
            <a:off x="7543800" y="1905001"/>
            <a:ext cx="844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ROOT</a:t>
            </a:r>
          </a:p>
        </p:txBody>
      </p:sp>
      <p:sp>
        <p:nvSpPr>
          <p:cNvPr id="40985" name="Text Box 27">
            <a:extLst>
              <a:ext uri="{FF2B5EF4-FFF2-40B4-BE49-F238E27FC236}">
                <a16:creationId xmlns:a16="http://schemas.microsoft.com/office/drawing/2014/main" id="{9CDFF3BD-47C0-42E2-9375-ADF1274C32FA}"/>
              </a:ext>
            </a:extLst>
          </p:cNvPr>
          <p:cNvSpPr txBox="1">
            <a:spLocks noChangeArrowheads="1"/>
          </p:cNvSpPr>
          <p:nvPr/>
        </p:nvSpPr>
        <p:spPr bwMode="auto">
          <a:xfrm>
            <a:off x="3657600" y="2667001"/>
            <a:ext cx="336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A</a:t>
            </a:r>
          </a:p>
        </p:txBody>
      </p:sp>
      <p:sp>
        <p:nvSpPr>
          <p:cNvPr id="40986" name="Text Box 28">
            <a:extLst>
              <a:ext uri="{FF2B5EF4-FFF2-40B4-BE49-F238E27FC236}">
                <a16:creationId xmlns:a16="http://schemas.microsoft.com/office/drawing/2014/main" id="{29B970C0-4D58-4F06-9DBF-64615A452A39}"/>
              </a:ext>
            </a:extLst>
          </p:cNvPr>
          <p:cNvSpPr txBox="1">
            <a:spLocks noChangeArrowheads="1"/>
          </p:cNvSpPr>
          <p:nvPr/>
        </p:nvSpPr>
        <p:spPr bwMode="auto">
          <a:xfrm>
            <a:off x="4191000" y="3276601"/>
            <a:ext cx="336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B</a:t>
            </a:r>
          </a:p>
        </p:txBody>
      </p:sp>
      <p:sp>
        <p:nvSpPr>
          <p:cNvPr id="40987" name="Text Box 29">
            <a:extLst>
              <a:ext uri="{FF2B5EF4-FFF2-40B4-BE49-F238E27FC236}">
                <a16:creationId xmlns:a16="http://schemas.microsoft.com/office/drawing/2014/main" id="{5850BA75-C10F-48C2-BAAC-5FC4ECD249C6}"/>
              </a:ext>
            </a:extLst>
          </p:cNvPr>
          <p:cNvSpPr txBox="1">
            <a:spLocks noChangeArrowheads="1"/>
          </p:cNvSpPr>
          <p:nvPr/>
        </p:nvSpPr>
        <p:spPr bwMode="auto">
          <a:xfrm>
            <a:off x="4495800" y="41148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C</a:t>
            </a:r>
          </a:p>
        </p:txBody>
      </p:sp>
      <p:sp>
        <p:nvSpPr>
          <p:cNvPr id="40988" name="Text Box 30">
            <a:extLst>
              <a:ext uri="{FF2B5EF4-FFF2-40B4-BE49-F238E27FC236}">
                <a16:creationId xmlns:a16="http://schemas.microsoft.com/office/drawing/2014/main" id="{FF9AB5D8-7C94-423D-959C-23C69EC9F34E}"/>
              </a:ext>
            </a:extLst>
          </p:cNvPr>
          <p:cNvSpPr txBox="1">
            <a:spLocks noChangeArrowheads="1"/>
          </p:cNvSpPr>
          <p:nvPr/>
        </p:nvSpPr>
        <p:spPr bwMode="auto">
          <a:xfrm>
            <a:off x="2667000" y="3429001"/>
            <a:ext cx="438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10</a:t>
            </a:r>
          </a:p>
        </p:txBody>
      </p:sp>
      <p:sp>
        <p:nvSpPr>
          <p:cNvPr id="40989" name="Text Box 31">
            <a:extLst>
              <a:ext uri="{FF2B5EF4-FFF2-40B4-BE49-F238E27FC236}">
                <a16:creationId xmlns:a16="http://schemas.microsoft.com/office/drawing/2014/main" id="{E1183BF4-18CD-46F6-9787-CED52E2E6AE7}"/>
              </a:ext>
            </a:extLst>
          </p:cNvPr>
          <p:cNvSpPr txBox="1">
            <a:spLocks noChangeArrowheads="1"/>
          </p:cNvSpPr>
          <p:nvPr/>
        </p:nvSpPr>
        <p:spPr bwMode="auto">
          <a:xfrm>
            <a:off x="3429000" y="4114801"/>
            <a:ext cx="438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14</a:t>
            </a:r>
          </a:p>
        </p:txBody>
      </p:sp>
      <p:sp>
        <p:nvSpPr>
          <p:cNvPr id="40990" name="Text Box 32">
            <a:extLst>
              <a:ext uri="{FF2B5EF4-FFF2-40B4-BE49-F238E27FC236}">
                <a16:creationId xmlns:a16="http://schemas.microsoft.com/office/drawing/2014/main" id="{A1304D53-6A61-49BA-94E6-6D57C1DE8D65}"/>
              </a:ext>
            </a:extLst>
          </p:cNvPr>
          <p:cNvSpPr txBox="1">
            <a:spLocks noChangeArrowheads="1"/>
          </p:cNvSpPr>
          <p:nvPr/>
        </p:nvSpPr>
        <p:spPr bwMode="auto">
          <a:xfrm>
            <a:off x="6324600" y="2895601"/>
            <a:ext cx="438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10</a:t>
            </a:r>
          </a:p>
        </p:txBody>
      </p:sp>
      <p:sp>
        <p:nvSpPr>
          <p:cNvPr id="40991" name="Text Box 33">
            <a:extLst>
              <a:ext uri="{FF2B5EF4-FFF2-40B4-BE49-F238E27FC236}">
                <a16:creationId xmlns:a16="http://schemas.microsoft.com/office/drawing/2014/main" id="{BDD04D99-66E8-46C8-92A9-895ACDA25927}"/>
              </a:ext>
            </a:extLst>
          </p:cNvPr>
          <p:cNvSpPr txBox="1">
            <a:spLocks noChangeArrowheads="1"/>
          </p:cNvSpPr>
          <p:nvPr/>
        </p:nvSpPr>
        <p:spPr bwMode="auto">
          <a:xfrm>
            <a:off x="7391400" y="3429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F</a:t>
            </a:r>
          </a:p>
        </p:txBody>
      </p:sp>
      <p:sp>
        <p:nvSpPr>
          <p:cNvPr id="40992" name="Text Box 34">
            <a:extLst>
              <a:ext uri="{FF2B5EF4-FFF2-40B4-BE49-F238E27FC236}">
                <a16:creationId xmlns:a16="http://schemas.microsoft.com/office/drawing/2014/main" id="{35A7104B-692A-481F-AE62-388073CAAAD6}"/>
              </a:ext>
            </a:extLst>
          </p:cNvPr>
          <p:cNvSpPr txBox="1">
            <a:spLocks noChangeArrowheads="1"/>
          </p:cNvSpPr>
          <p:nvPr/>
        </p:nvSpPr>
        <p:spPr bwMode="auto">
          <a:xfrm>
            <a:off x="7696200" y="4343401"/>
            <a:ext cx="361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G</a:t>
            </a:r>
          </a:p>
        </p:txBody>
      </p:sp>
      <p:sp>
        <p:nvSpPr>
          <p:cNvPr id="40993" name="Text Box 35">
            <a:extLst>
              <a:ext uri="{FF2B5EF4-FFF2-40B4-BE49-F238E27FC236}">
                <a16:creationId xmlns:a16="http://schemas.microsoft.com/office/drawing/2014/main" id="{070F895E-45C1-4A90-9810-E6379D165553}"/>
              </a:ext>
            </a:extLst>
          </p:cNvPr>
          <p:cNvSpPr txBox="1">
            <a:spLocks noChangeArrowheads="1"/>
          </p:cNvSpPr>
          <p:nvPr/>
        </p:nvSpPr>
        <p:spPr bwMode="auto">
          <a:xfrm>
            <a:off x="6781800" y="41910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D</a:t>
            </a:r>
          </a:p>
        </p:txBody>
      </p:sp>
      <p:sp>
        <p:nvSpPr>
          <p:cNvPr id="40994" name="Text Box 36">
            <a:extLst>
              <a:ext uri="{FF2B5EF4-FFF2-40B4-BE49-F238E27FC236}">
                <a16:creationId xmlns:a16="http://schemas.microsoft.com/office/drawing/2014/main" id="{035EABFF-3209-4D64-B540-64F31E49D144}"/>
              </a:ext>
            </a:extLst>
          </p:cNvPr>
          <p:cNvSpPr txBox="1">
            <a:spLocks noChangeArrowheads="1"/>
          </p:cNvSpPr>
          <p:nvPr/>
        </p:nvSpPr>
        <p:spPr bwMode="auto">
          <a:xfrm>
            <a:off x="7086600" y="4953001"/>
            <a:ext cx="336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E</a:t>
            </a:r>
          </a:p>
        </p:txBody>
      </p:sp>
      <p:sp>
        <p:nvSpPr>
          <p:cNvPr id="40995" name="Text Box 37">
            <a:extLst>
              <a:ext uri="{FF2B5EF4-FFF2-40B4-BE49-F238E27FC236}">
                <a16:creationId xmlns:a16="http://schemas.microsoft.com/office/drawing/2014/main" id="{C644DF6F-756F-42A3-9B87-5055F7E06DB8}"/>
              </a:ext>
            </a:extLst>
          </p:cNvPr>
          <p:cNvSpPr txBox="1">
            <a:spLocks noChangeArrowheads="1"/>
          </p:cNvSpPr>
          <p:nvPr/>
        </p:nvSpPr>
        <p:spPr bwMode="auto">
          <a:xfrm>
            <a:off x="5715000" y="4953001"/>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5</a:t>
            </a:r>
          </a:p>
        </p:txBody>
      </p:sp>
      <p:sp>
        <p:nvSpPr>
          <p:cNvPr id="40996" name="Text Box 38">
            <a:extLst>
              <a:ext uri="{FF2B5EF4-FFF2-40B4-BE49-F238E27FC236}">
                <a16:creationId xmlns:a16="http://schemas.microsoft.com/office/drawing/2014/main" id="{9D6BDAA3-5F33-4050-9932-94359157E6DE}"/>
              </a:ext>
            </a:extLst>
          </p:cNvPr>
          <p:cNvSpPr txBox="1">
            <a:spLocks noChangeArrowheads="1"/>
          </p:cNvSpPr>
          <p:nvPr/>
        </p:nvSpPr>
        <p:spPr bwMode="auto">
          <a:xfrm>
            <a:off x="2819401" y="5410201"/>
            <a:ext cx="18954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2000">
                <a:latin typeface="Tahoma" panose="020B0604030504040204" pitchFamily="34" charset="0"/>
              </a:rPr>
              <a:t>Shallow Cut-off</a:t>
            </a:r>
          </a:p>
        </p:txBody>
      </p:sp>
      <p:sp>
        <p:nvSpPr>
          <p:cNvPr id="40997" name="Text Box 39">
            <a:extLst>
              <a:ext uri="{FF2B5EF4-FFF2-40B4-BE49-F238E27FC236}">
                <a16:creationId xmlns:a16="http://schemas.microsoft.com/office/drawing/2014/main" id="{94AB2D4C-79F6-4EC3-B290-19A5EA949B29}"/>
              </a:ext>
            </a:extLst>
          </p:cNvPr>
          <p:cNvSpPr txBox="1">
            <a:spLocks noChangeArrowheads="1"/>
          </p:cNvSpPr>
          <p:nvPr/>
        </p:nvSpPr>
        <p:spPr bwMode="auto">
          <a:xfrm>
            <a:off x="6613525" y="5410201"/>
            <a:ext cx="16144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2000">
                <a:latin typeface="Tahoma" panose="020B0604030504040204" pitchFamily="34" charset="0"/>
              </a:rPr>
              <a:t>Deep Cut-off</a:t>
            </a:r>
          </a:p>
        </p:txBody>
      </p:sp>
      <p:sp>
        <p:nvSpPr>
          <p:cNvPr id="40998" name="Text Box 40">
            <a:extLst>
              <a:ext uri="{FF2B5EF4-FFF2-40B4-BE49-F238E27FC236}">
                <a16:creationId xmlns:a16="http://schemas.microsoft.com/office/drawing/2014/main" id="{0AEE88D7-FDE6-49F4-B340-5E2824EA8139}"/>
              </a:ext>
            </a:extLst>
          </p:cNvPr>
          <p:cNvSpPr txBox="1">
            <a:spLocks noChangeArrowheads="1"/>
          </p:cNvSpPr>
          <p:nvPr/>
        </p:nvSpPr>
        <p:spPr bwMode="auto">
          <a:xfrm>
            <a:off x="8670925" y="3941763"/>
            <a:ext cx="10541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600">
                <a:latin typeface="Tahoma" panose="020B0604030504040204" pitchFamily="34" charset="0"/>
              </a:rPr>
              <a:t>Max node</a:t>
            </a:r>
          </a:p>
        </p:txBody>
      </p:sp>
      <p:sp>
        <p:nvSpPr>
          <p:cNvPr id="40999" name="Rectangle 41">
            <a:extLst>
              <a:ext uri="{FF2B5EF4-FFF2-40B4-BE49-F238E27FC236}">
                <a16:creationId xmlns:a16="http://schemas.microsoft.com/office/drawing/2014/main" id="{1D34BB43-589A-494B-866F-B0C41507C037}"/>
              </a:ext>
            </a:extLst>
          </p:cNvPr>
          <p:cNvSpPr>
            <a:spLocks noChangeArrowheads="1"/>
          </p:cNvSpPr>
          <p:nvPr/>
        </p:nvSpPr>
        <p:spPr bwMode="auto">
          <a:xfrm>
            <a:off x="8382000" y="3962400"/>
            <a:ext cx="304800" cy="304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41000" name="Oval 42">
            <a:extLst>
              <a:ext uri="{FF2B5EF4-FFF2-40B4-BE49-F238E27FC236}">
                <a16:creationId xmlns:a16="http://schemas.microsoft.com/office/drawing/2014/main" id="{ED91969F-450D-4C86-8E3A-000F84F93D50}"/>
              </a:ext>
            </a:extLst>
          </p:cNvPr>
          <p:cNvSpPr>
            <a:spLocks noChangeArrowheads="1"/>
          </p:cNvSpPr>
          <p:nvPr/>
        </p:nvSpPr>
        <p:spPr bwMode="auto">
          <a:xfrm>
            <a:off x="8382000" y="4419600"/>
            <a:ext cx="304800" cy="3048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41001" name="Text Box 43">
            <a:extLst>
              <a:ext uri="{FF2B5EF4-FFF2-40B4-BE49-F238E27FC236}">
                <a16:creationId xmlns:a16="http://schemas.microsoft.com/office/drawing/2014/main" id="{4A437139-05FE-404E-BBBE-CDC7FCE99663}"/>
              </a:ext>
            </a:extLst>
          </p:cNvPr>
          <p:cNvSpPr txBox="1">
            <a:spLocks noChangeArrowheads="1"/>
          </p:cNvSpPr>
          <p:nvPr/>
        </p:nvSpPr>
        <p:spPr bwMode="auto">
          <a:xfrm>
            <a:off x="8686801" y="4419600"/>
            <a:ext cx="10064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600">
                <a:latin typeface="Tahoma" panose="020B0604030504040204" pitchFamily="34" charset="0"/>
              </a:rPr>
              <a:t>Min node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811F7C88-845F-4243-821C-2DD0F61241F7}"/>
              </a:ext>
            </a:extLst>
          </p:cNvPr>
          <p:cNvSpPr>
            <a:spLocks noGrp="1" noChangeArrowheads="1"/>
          </p:cNvSpPr>
          <p:nvPr>
            <p:ph type="title"/>
          </p:nvPr>
        </p:nvSpPr>
        <p:spPr/>
        <p:txBody>
          <a:bodyPr/>
          <a:lstStyle/>
          <a:p>
            <a:pPr eaLnBrk="1" hangingPunct="1"/>
            <a:r>
              <a:rPr lang="en-US" altLang="en-US">
                <a:latin typeface="Symbol" panose="05050102010706020507" pitchFamily="18" charset="2"/>
              </a:rPr>
              <a:t>a</a:t>
            </a:r>
            <a:r>
              <a:rPr lang="en-US" altLang="en-US"/>
              <a:t> Cuts</a:t>
            </a:r>
          </a:p>
        </p:txBody>
      </p:sp>
      <p:sp>
        <p:nvSpPr>
          <p:cNvPr id="41987" name="Rectangle 3">
            <a:extLst>
              <a:ext uri="{FF2B5EF4-FFF2-40B4-BE49-F238E27FC236}">
                <a16:creationId xmlns:a16="http://schemas.microsoft.com/office/drawing/2014/main" id="{4A7F3B43-59FC-45E0-8809-9870AE569247}"/>
              </a:ext>
            </a:extLst>
          </p:cNvPr>
          <p:cNvSpPr>
            <a:spLocks noGrp="1" noChangeArrowheads="1"/>
          </p:cNvSpPr>
          <p:nvPr>
            <p:ph type="body" idx="1"/>
          </p:nvPr>
        </p:nvSpPr>
        <p:spPr/>
        <p:txBody>
          <a:bodyPr/>
          <a:lstStyle/>
          <a:p>
            <a:pPr eaLnBrk="1" hangingPunct="1"/>
            <a:r>
              <a:rPr lang="en-US" altLang="en-US" dirty="0"/>
              <a:t>If the current max value is greater than the successor’s min value, don’t explore that min subtree any more</a:t>
            </a:r>
          </a:p>
          <a:p>
            <a:pPr eaLnBrk="1" hangingPunct="1"/>
            <a:endParaRPr lang="en-US"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5">
            <a:extLst>
              <a:ext uri="{FF2B5EF4-FFF2-40B4-BE49-F238E27FC236}">
                <a16:creationId xmlns:a16="http://schemas.microsoft.com/office/drawing/2014/main" id="{9BC83BA0-0623-4D93-B850-B76A641FE9F2}"/>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8F3AA9A-B992-4111-8853-AD010D298EAF}" type="slidenum">
              <a:rPr lang="en-US" altLang="en-US" smtClean="0"/>
              <a:pPr/>
              <a:t>40</a:t>
            </a:fld>
            <a:endParaRPr lang="en-US" altLang="en-US"/>
          </a:p>
        </p:txBody>
      </p:sp>
      <p:sp>
        <p:nvSpPr>
          <p:cNvPr id="44035" name="Rectangle 2">
            <a:extLst>
              <a:ext uri="{FF2B5EF4-FFF2-40B4-BE49-F238E27FC236}">
                <a16:creationId xmlns:a16="http://schemas.microsoft.com/office/drawing/2014/main" id="{B6BC793C-CEA7-49F0-B97D-D97579E588CC}"/>
              </a:ext>
            </a:extLst>
          </p:cNvPr>
          <p:cNvSpPr>
            <a:spLocks noGrp="1" noChangeArrowheads="1"/>
          </p:cNvSpPr>
          <p:nvPr>
            <p:ph type="title"/>
          </p:nvPr>
        </p:nvSpPr>
        <p:spPr/>
        <p:txBody>
          <a:bodyPr/>
          <a:lstStyle/>
          <a:p>
            <a:pPr eaLnBrk="1" hangingPunct="1"/>
            <a:r>
              <a:rPr lang="en-US" altLang="en-US" sz="2800"/>
              <a:t>Alpha-Beta Pruning</a:t>
            </a:r>
          </a:p>
        </p:txBody>
      </p:sp>
      <p:sp>
        <p:nvSpPr>
          <p:cNvPr id="44036" name="Rectangle 3">
            <a:extLst>
              <a:ext uri="{FF2B5EF4-FFF2-40B4-BE49-F238E27FC236}">
                <a16:creationId xmlns:a16="http://schemas.microsoft.com/office/drawing/2014/main" id="{1CCC607C-A553-406D-96B8-CC3374E8E3BC}"/>
              </a:ext>
            </a:extLst>
          </p:cNvPr>
          <p:cNvSpPr>
            <a:spLocks noGrp="1" noChangeArrowheads="1"/>
          </p:cNvSpPr>
          <p:nvPr>
            <p:ph type="body" idx="1"/>
          </p:nvPr>
        </p:nvSpPr>
        <p:spPr/>
        <p:txBody>
          <a:bodyPr/>
          <a:lstStyle/>
          <a:p>
            <a:pPr eaLnBrk="1" hangingPunct="1"/>
            <a:r>
              <a:rPr lang="en-US" altLang="en-US" sz="2000"/>
              <a:t>Alpha Bound of J:</a:t>
            </a:r>
          </a:p>
          <a:p>
            <a:pPr lvl="1" eaLnBrk="1" hangingPunct="1"/>
            <a:r>
              <a:rPr lang="en-US" altLang="en-US" sz="1800"/>
              <a:t>The highest current value of all MAX ancestors of J</a:t>
            </a:r>
          </a:p>
          <a:p>
            <a:pPr lvl="1" eaLnBrk="1" hangingPunct="1"/>
            <a:r>
              <a:rPr lang="en-US" altLang="en-US" sz="1800"/>
              <a:t>Exploration of a min node, J, is terminated as soon as its value equals or falls below alpha.</a:t>
            </a:r>
          </a:p>
          <a:p>
            <a:pPr lvl="1" eaLnBrk="1" hangingPunct="1"/>
            <a:r>
              <a:rPr lang="en-US" altLang="en-US" sz="1800"/>
              <a:t>In a min node, we update beta</a:t>
            </a:r>
          </a:p>
          <a:p>
            <a:pPr lvl="1" eaLnBrk="1" hangingPunct="1">
              <a:buFontTx/>
              <a:buNone/>
            </a:pPr>
            <a:endParaRPr lang="en-US" altLang="en-US" sz="1800"/>
          </a:p>
          <a:p>
            <a:pPr eaLnBrk="1" hangingPunct="1"/>
            <a:r>
              <a:rPr lang="en-US" altLang="en-US" sz="2000"/>
              <a:t>Beta Bound of J:</a:t>
            </a:r>
          </a:p>
          <a:p>
            <a:pPr lvl="1" eaLnBrk="1" hangingPunct="1"/>
            <a:r>
              <a:rPr lang="en-US" altLang="en-US" sz="1800"/>
              <a:t>The lowest current value of all MIN ancestors of J</a:t>
            </a:r>
          </a:p>
          <a:p>
            <a:pPr lvl="1" eaLnBrk="1" hangingPunct="1"/>
            <a:r>
              <a:rPr lang="en-US" altLang="en-US" sz="1800"/>
              <a:t>Exploration of a max node, J, is terminated as soon as its value equals or exceeds beta</a:t>
            </a:r>
          </a:p>
          <a:p>
            <a:pPr lvl="1" eaLnBrk="1" hangingPunct="1"/>
            <a:r>
              <a:rPr lang="en-US" altLang="en-US" sz="1800"/>
              <a:t>In a max node, we update alpha</a:t>
            </a:r>
          </a:p>
          <a:p>
            <a:pPr eaLnBrk="1" hangingPunct="1"/>
            <a:r>
              <a:rPr lang="en-US" altLang="en-US" sz="2000"/>
              <a:t>In both min and max nodes, we return when </a:t>
            </a:r>
            <a:r>
              <a:rPr lang="en-US" altLang="en-US" sz="2400">
                <a:sym typeface="Symbol" panose="05050102010706020507" pitchFamily="18" charset="2"/>
              </a:rPr>
              <a:t>  </a:t>
            </a:r>
            <a:endParaRPr lang="en-US" altLang="en-US" sz="24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1">
            <a:extLst>
              <a:ext uri="{FF2B5EF4-FFF2-40B4-BE49-F238E27FC236}">
                <a16:creationId xmlns:a16="http://schemas.microsoft.com/office/drawing/2014/main" id="{423659D5-3C94-4807-96E3-EFD31CC4AE3C}"/>
              </a:ext>
            </a:extLst>
          </p:cNvPr>
          <p:cNvSpPr>
            <a:spLocks noGrp="1" noChangeArrowheads="1"/>
          </p:cNvSpPr>
          <p:nvPr>
            <p:ph type="title"/>
          </p:nvPr>
        </p:nvSpPr>
        <p:spPr/>
        <p:txBody>
          <a:bodyPr/>
          <a:lstStyle/>
          <a:p>
            <a:r>
              <a:rPr lang="en-IN" altLang="en-US"/>
              <a:t>Alpha-Beta Pruning</a:t>
            </a:r>
            <a:br>
              <a:rPr lang="en-IN" altLang="en-US"/>
            </a:br>
            <a:endParaRPr lang="en-IN" altLang="en-US"/>
          </a:p>
        </p:txBody>
      </p:sp>
      <p:sp>
        <p:nvSpPr>
          <p:cNvPr id="3" name="Content Placeholder 2">
            <a:extLst>
              <a:ext uri="{FF2B5EF4-FFF2-40B4-BE49-F238E27FC236}">
                <a16:creationId xmlns:a16="http://schemas.microsoft.com/office/drawing/2014/main" id="{A6311483-34AA-421A-A3D3-8E0E2F8BCDC2}"/>
              </a:ext>
            </a:extLst>
          </p:cNvPr>
          <p:cNvSpPr>
            <a:spLocks noGrp="1"/>
          </p:cNvSpPr>
          <p:nvPr>
            <p:ph idx="1"/>
          </p:nvPr>
        </p:nvSpPr>
        <p:spPr/>
        <p:txBody>
          <a:bodyPr/>
          <a:lstStyle/>
          <a:p>
            <a:pPr marL="0" indent="0">
              <a:buNone/>
              <a:defRPr/>
            </a:pPr>
            <a:r>
              <a:rPr lang="en-US" dirty="0"/>
              <a:t>The two-parameter can be defined as: </a:t>
            </a:r>
          </a:p>
          <a:p>
            <a:pPr marL="0" indent="0">
              <a:buNone/>
              <a:defRPr/>
            </a:pPr>
            <a:endParaRPr lang="en-US" b="1" dirty="0"/>
          </a:p>
          <a:p>
            <a:pPr marL="0" indent="0">
              <a:buNone/>
              <a:defRPr/>
            </a:pPr>
            <a:r>
              <a:rPr lang="en-US" b="1" dirty="0"/>
              <a:t>Alpha:</a:t>
            </a:r>
            <a:r>
              <a:rPr lang="en-US" dirty="0"/>
              <a:t> The best (highest-value) choice at any point along the path of Maximizer. The initial value of alpha is </a:t>
            </a:r>
            <a:r>
              <a:rPr lang="en-US" b="1" dirty="0"/>
              <a:t>-∞</a:t>
            </a:r>
            <a:r>
              <a:rPr lang="en-US" dirty="0"/>
              <a:t>. </a:t>
            </a:r>
          </a:p>
          <a:p>
            <a:pPr marL="0" indent="0">
              <a:buNone/>
              <a:defRPr/>
            </a:pPr>
            <a:endParaRPr lang="en-US" b="1" dirty="0"/>
          </a:p>
          <a:p>
            <a:pPr marL="0" indent="0">
              <a:buNone/>
              <a:defRPr/>
            </a:pPr>
            <a:r>
              <a:rPr lang="en-US" b="1" dirty="0"/>
              <a:t>Beta:</a:t>
            </a:r>
            <a:r>
              <a:rPr lang="en-US" dirty="0"/>
              <a:t> The best (lowest-value) choice at any point along the path of Minimizer. The initial value of beta is </a:t>
            </a:r>
            <a:r>
              <a:rPr lang="en-US" b="1" dirty="0"/>
              <a:t>+∞</a:t>
            </a:r>
            <a:r>
              <a:rPr lang="en-US" dirty="0"/>
              <a:t>.</a:t>
            </a:r>
          </a:p>
          <a:p>
            <a:pPr>
              <a:defRPr/>
            </a:pPr>
            <a:endParaRPr lang="en-IN" dirty="0"/>
          </a:p>
        </p:txBody>
      </p:sp>
    </p:spTree>
    <p:extLst>
      <p:ext uri="{BB962C8B-B14F-4D97-AF65-F5344CB8AC3E}">
        <p14:creationId xmlns:p14="http://schemas.microsoft.com/office/powerpoint/2010/main" val="10715184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itle 1">
            <a:extLst>
              <a:ext uri="{FF2B5EF4-FFF2-40B4-BE49-F238E27FC236}">
                <a16:creationId xmlns:a16="http://schemas.microsoft.com/office/drawing/2014/main" id="{FD2E8289-6CDF-4625-8C33-020C4FC1ECCD}"/>
              </a:ext>
            </a:extLst>
          </p:cNvPr>
          <p:cNvSpPr>
            <a:spLocks noGrp="1" noChangeArrowheads="1"/>
          </p:cNvSpPr>
          <p:nvPr>
            <p:ph type="title"/>
          </p:nvPr>
        </p:nvSpPr>
        <p:spPr>
          <a:xfrm>
            <a:off x="1963738" y="727075"/>
            <a:ext cx="7543800" cy="1295400"/>
          </a:xfrm>
        </p:spPr>
        <p:txBody>
          <a:bodyPr/>
          <a:lstStyle/>
          <a:p>
            <a:r>
              <a:rPr lang="en-US" altLang="en-US"/>
              <a:t>Key points about alpha-beta pruning:</a:t>
            </a:r>
            <a:br>
              <a:rPr lang="en-US" altLang="en-US"/>
            </a:br>
            <a:endParaRPr lang="en-IN" altLang="en-US"/>
          </a:p>
        </p:txBody>
      </p:sp>
      <p:sp>
        <p:nvSpPr>
          <p:cNvPr id="93187" name="Content Placeholder 2">
            <a:extLst>
              <a:ext uri="{FF2B5EF4-FFF2-40B4-BE49-F238E27FC236}">
                <a16:creationId xmlns:a16="http://schemas.microsoft.com/office/drawing/2014/main" id="{AEA8C301-E4CB-4D82-B011-17B37BA98F25}"/>
              </a:ext>
            </a:extLst>
          </p:cNvPr>
          <p:cNvSpPr>
            <a:spLocks noGrp="1" noChangeArrowheads="1"/>
          </p:cNvSpPr>
          <p:nvPr>
            <p:ph idx="1"/>
          </p:nvPr>
        </p:nvSpPr>
        <p:spPr/>
        <p:txBody>
          <a:bodyPr/>
          <a:lstStyle/>
          <a:p>
            <a:r>
              <a:rPr lang="en-US" altLang="en-US" sz="2800" dirty="0"/>
              <a:t>The Max player will only update the value of alpha.</a:t>
            </a:r>
          </a:p>
          <a:p>
            <a:r>
              <a:rPr lang="en-US" altLang="en-US" sz="2800" dirty="0"/>
              <a:t>The Min player will only update the value of beta.</a:t>
            </a:r>
          </a:p>
          <a:p>
            <a:r>
              <a:rPr lang="en-US" altLang="en-US" sz="2800" dirty="0"/>
              <a:t>The condition for Alpha-beta Pruning is that α &gt;= β.</a:t>
            </a:r>
          </a:p>
          <a:p>
            <a:r>
              <a:rPr lang="en-US" altLang="en-US" sz="2800" dirty="0"/>
              <a:t>While backtracking the tree, the node values will be passed to upper nodes instead of values of alpha and beta.</a:t>
            </a:r>
          </a:p>
          <a:p>
            <a:r>
              <a:rPr lang="en-US" altLang="en-US" sz="2800" dirty="0"/>
              <a:t>We will only pass the alpha, beta values to the child nodes.</a:t>
            </a:r>
          </a:p>
          <a:p>
            <a:endParaRPr lang="en-IN" altLang="en-US" sz="2800" dirty="0"/>
          </a:p>
        </p:txBody>
      </p:sp>
    </p:spTree>
    <p:extLst>
      <p:ext uri="{BB962C8B-B14F-4D97-AF65-F5344CB8AC3E}">
        <p14:creationId xmlns:p14="http://schemas.microsoft.com/office/powerpoint/2010/main" val="28863835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Content Placeholder 2">
            <a:extLst>
              <a:ext uri="{FF2B5EF4-FFF2-40B4-BE49-F238E27FC236}">
                <a16:creationId xmlns:a16="http://schemas.microsoft.com/office/drawing/2014/main" id="{C429083D-D6B7-48C4-92A3-552A2DC11F59}"/>
              </a:ext>
            </a:extLst>
          </p:cNvPr>
          <p:cNvSpPr>
            <a:spLocks noGrp="1" noChangeArrowheads="1"/>
          </p:cNvSpPr>
          <p:nvPr>
            <p:ph idx="1"/>
          </p:nvPr>
        </p:nvSpPr>
        <p:spPr>
          <a:xfrm>
            <a:off x="1557338" y="228600"/>
            <a:ext cx="8229600" cy="2667000"/>
          </a:xfrm>
        </p:spPr>
        <p:txBody>
          <a:bodyPr/>
          <a:lstStyle/>
          <a:p>
            <a:r>
              <a:rPr lang="en-US" altLang="en-US" sz="2800" b="1"/>
              <a:t>Step 1:</a:t>
            </a:r>
            <a:r>
              <a:rPr lang="en-US" altLang="en-US" sz="2800"/>
              <a:t> At the first step the, Max player will start first move from node A where α= -∞ and β= +∞, these value of alpha and beta passed down to node B where again α= -∞ and β= +∞, and Node B passes the same value to its child D.</a:t>
            </a:r>
            <a:endParaRPr lang="en-IN" altLang="en-US" sz="2800"/>
          </a:p>
        </p:txBody>
      </p:sp>
      <p:pic>
        <p:nvPicPr>
          <p:cNvPr id="94211" name="Picture 4">
            <a:extLst>
              <a:ext uri="{FF2B5EF4-FFF2-40B4-BE49-F238E27FC236}">
                <a16:creationId xmlns:a16="http://schemas.microsoft.com/office/drawing/2014/main" id="{5388EF4B-FE77-41FE-BB05-25ED81C9E5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2633664"/>
            <a:ext cx="4762500" cy="425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737751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Content Placeholder 2">
            <a:extLst>
              <a:ext uri="{FF2B5EF4-FFF2-40B4-BE49-F238E27FC236}">
                <a16:creationId xmlns:a16="http://schemas.microsoft.com/office/drawing/2014/main" id="{75CE32DE-20FC-424E-B8F3-AB0B4885734B}"/>
              </a:ext>
            </a:extLst>
          </p:cNvPr>
          <p:cNvSpPr>
            <a:spLocks noGrp="1" noChangeArrowheads="1"/>
          </p:cNvSpPr>
          <p:nvPr>
            <p:ph idx="1"/>
          </p:nvPr>
        </p:nvSpPr>
        <p:spPr>
          <a:xfrm>
            <a:off x="1676400" y="152401"/>
            <a:ext cx="8229600" cy="4411663"/>
          </a:xfrm>
        </p:spPr>
        <p:txBody>
          <a:bodyPr/>
          <a:lstStyle/>
          <a:p>
            <a:r>
              <a:rPr lang="en-US" altLang="en-US" b="1"/>
              <a:t>Step 2:</a:t>
            </a:r>
            <a:r>
              <a:rPr lang="en-US" altLang="en-US"/>
              <a:t> At Node D, the value of α will be calculated as its turn for Max. The value of α is compared with firstly 2 and then 3, and the max (2, 3) = 3 will be the value of α at node D and node value will also 3.</a:t>
            </a:r>
          </a:p>
          <a:p>
            <a:endParaRPr lang="en-US" altLang="en-US"/>
          </a:p>
          <a:p>
            <a:endParaRPr lang="en-US" altLang="en-US"/>
          </a:p>
          <a:p>
            <a:r>
              <a:rPr lang="en-US" altLang="en-US" b="1"/>
              <a:t>Step 3:</a:t>
            </a:r>
            <a:r>
              <a:rPr lang="en-US" altLang="en-US"/>
              <a:t> Now algorithm backtrack to node B, where the value of β will change as this is a turn of Min, Now β= +∞, will compare with the available subsequent nodes value, i.e. min (∞, 3) = 3, hence at node B now α= -∞, and β= 3.</a:t>
            </a:r>
            <a:endParaRPr lang="en-IN" altLang="en-US"/>
          </a:p>
        </p:txBody>
      </p:sp>
    </p:spTree>
    <p:extLst>
      <p:ext uri="{BB962C8B-B14F-4D97-AF65-F5344CB8AC3E}">
        <p14:creationId xmlns:p14="http://schemas.microsoft.com/office/powerpoint/2010/main" val="2420068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258" name="Content Placeholder 4">
            <a:extLst>
              <a:ext uri="{FF2B5EF4-FFF2-40B4-BE49-F238E27FC236}">
                <a16:creationId xmlns:a16="http://schemas.microsoft.com/office/drawing/2014/main" id="{8FCACC27-6AD9-4473-916A-4F552941D2F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895601" y="228601"/>
            <a:ext cx="4938713" cy="4411663"/>
          </a:xfrm>
        </p:spPr>
      </p:pic>
      <p:sp>
        <p:nvSpPr>
          <p:cNvPr id="96259" name="Rectangle 5">
            <a:extLst>
              <a:ext uri="{FF2B5EF4-FFF2-40B4-BE49-F238E27FC236}">
                <a16:creationId xmlns:a16="http://schemas.microsoft.com/office/drawing/2014/main" id="{89AB6064-43D1-4E91-85BF-0C1B4B61876D}"/>
              </a:ext>
            </a:extLst>
          </p:cNvPr>
          <p:cNvSpPr>
            <a:spLocks noChangeArrowheads="1"/>
          </p:cNvSpPr>
          <p:nvPr/>
        </p:nvSpPr>
        <p:spPr bwMode="auto">
          <a:xfrm>
            <a:off x="1828800" y="5029201"/>
            <a:ext cx="8534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In the next step, algorithm traverse the next successor of Node B which is node E, and the values of α= -∞, and β= 3 will also be passed.</a:t>
            </a:r>
            <a:endParaRPr lang="en-IN" altLang="en-US"/>
          </a:p>
        </p:txBody>
      </p:sp>
    </p:spTree>
    <p:extLst>
      <p:ext uri="{BB962C8B-B14F-4D97-AF65-F5344CB8AC3E}">
        <p14:creationId xmlns:p14="http://schemas.microsoft.com/office/powerpoint/2010/main" val="30319684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Content Placeholder 2">
            <a:extLst>
              <a:ext uri="{FF2B5EF4-FFF2-40B4-BE49-F238E27FC236}">
                <a16:creationId xmlns:a16="http://schemas.microsoft.com/office/drawing/2014/main" id="{08EC68B1-75AD-4723-A095-B0C597A69770}"/>
              </a:ext>
            </a:extLst>
          </p:cNvPr>
          <p:cNvSpPr>
            <a:spLocks noGrp="1" noChangeArrowheads="1"/>
          </p:cNvSpPr>
          <p:nvPr>
            <p:ph idx="1"/>
          </p:nvPr>
        </p:nvSpPr>
        <p:spPr>
          <a:xfrm>
            <a:off x="1600200" y="533401"/>
            <a:ext cx="8229600" cy="4411663"/>
          </a:xfrm>
        </p:spPr>
        <p:txBody>
          <a:bodyPr/>
          <a:lstStyle/>
          <a:p>
            <a:r>
              <a:rPr lang="en-US" altLang="en-US" sz="2400" b="1"/>
              <a:t>Step 4:</a:t>
            </a:r>
            <a:r>
              <a:rPr lang="en-US" altLang="en-US" sz="2400"/>
              <a:t> At node E, Max will take its turn, and the value of alpha will change. The current value of alpha will be compared with 5, so max (-∞, 5) = 5, hence at node E α= 5 and β= 3, where α&gt;=β, so the right successor of E will be pruned, and algorithm will not traverse it, and the value at node E will be 5. </a:t>
            </a:r>
            <a:endParaRPr lang="en-IN" altLang="en-US" sz="2400"/>
          </a:p>
        </p:txBody>
      </p:sp>
      <p:pic>
        <p:nvPicPr>
          <p:cNvPr id="97283" name="Picture 4">
            <a:extLst>
              <a:ext uri="{FF2B5EF4-FFF2-40B4-BE49-F238E27FC236}">
                <a16:creationId xmlns:a16="http://schemas.microsoft.com/office/drawing/2014/main" id="{1C8CF2E9-43C7-4B4F-826D-E0B6F59340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9041"/>
          <a:stretch>
            <a:fillRect/>
          </a:stretch>
        </p:blipFill>
        <p:spPr bwMode="auto">
          <a:xfrm>
            <a:off x="4114800" y="2738438"/>
            <a:ext cx="4762500" cy="387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421165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Content Placeholder 2">
            <a:extLst>
              <a:ext uri="{FF2B5EF4-FFF2-40B4-BE49-F238E27FC236}">
                <a16:creationId xmlns:a16="http://schemas.microsoft.com/office/drawing/2014/main" id="{9051714C-157C-4B66-99BA-17763FA26356}"/>
              </a:ext>
            </a:extLst>
          </p:cNvPr>
          <p:cNvSpPr>
            <a:spLocks noGrp="1" noChangeArrowheads="1"/>
          </p:cNvSpPr>
          <p:nvPr>
            <p:ph idx="1"/>
          </p:nvPr>
        </p:nvSpPr>
        <p:spPr>
          <a:xfrm>
            <a:off x="1524000" y="838201"/>
            <a:ext cx="8229600" cy="4411663"/>
          </a:xfrm>
        </p:spPr>
        <p:txBody>
          <a:bodyPr/>
          <a:lstStyle/>
          <a:p>
            <a:r>
              <a:rPr lang="en-US" altLang="en-US" b="1"/>
              <a:t>Step 5:</a:t>
            </a:r>
            <a:r>
              <a:rPr lang="en-US" altLang="en-US"/>
              <a:t> At next step, algorithm again backtrack the tree, from node B to node A. At node A, the value of alpha will be changed the maximum available value is 3 as max (-∞, 3)= 3, and β= +∞, these two values now passes to right successor of A which is Node C.</a:t>
            </a:r>
          </a:p>
          <a:p>
            <a:r>
              <a:rPr lang="en-US" altLang="en-US"/>
              <a:t>At node C, α=3 and β= +∞, and the same values will be passed on to node F.</a:t>
            </a:r>
          </a:p>
          <a:p>
            <a:endParaRPr lang="en-IN" altLang="en-US"/>
          </a:p>
        </p:txBody>
      </p:sp>
    </p:spTree>
    <p:extLst>
      <p:ext uri="{BB962C8B-B14F-4D97-AF65-F5344CB8AC3E}">
        <p14:creationId xmlns:p14="http://schemas.microsoft.com/office/powerpoint/2010/main" val="8668490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Content Placeholder 2">
            <a:extLst>
              <a:ext uri="{FF2B5EF4-FFF2-40B4-BE49-F238E27FC236}">
                <a16:creationId xmlns:a16="http://schemas.microsoft.com/office/drawing/2014/main" id="{34297B30-A957-4FFE-A5F1-4DFBE74DD86F}"/>
              </a:ext>
            </a:extLst>
          </p:cNvPr>
          <p:cNvSpPr>
            <a:spLocks noGrp="1" noChangeArrowheads="1"/>
          </p:cNvSpPr>
          <p:nvPr>
            <p:ph idx="1"/>
          </p:nvPr>
        </p:nvSpPr>
        <p:spPr>
          <a:xfrm>
            <a:off x="1752600" y="228601"/>
            <a:ext cx="8229600" cy="4411663"/>
          </a:xfrm>
        </p:spPr>
        <p:txBody>
          <a:bodyPr/>
          <a:lstStyle/>
          <a:p>
            <a:r>
              <a:rPr lang="en-US" altLang="en-US" b="1"/>
              <a:t>Step 6:</a:t>
            </a:r>
            <a:r>
              <a:rPr lang="en-US" altLang="en-US"/>
              <a:t> At node F, again the value of α will be compared with left child which is 0, and max(3,0)= 3, and then compared with right child which is 1, and max(3,1)= 3 still α remains 3, but the node value of F will become 1. </a:t>
            </a:r>
            <a:endParaRPr lang="en-IN" altLang="en-US"/>
          </a:p>
        </p:txBody>
      </p:sp>
      <p:pic>
        <p:nvPicPr>
          <p:cNvPr id="99331" name="Picture 4">
            <a:extLst>
              <a:ext uri="{FF2B5EF4-FFF2-40B4-BE49-F238E27FC236}">
                <a16:creationId xmlns:a16="http://schemas.microsoft.com/office/drawing/2014/main" id="{C4A44D58-F600-485B-940E-5B6DE6547F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8948"/>
          <a:stretch>
            <a:fillRect/>
          </a:stretch>
        </p:blipFill>
        <p:spPr bwMode="auto">
          <a:xfrm>
            <a:off x="4267200" y="2946401"/>
            <a:ext cx="4762500" cy="3878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685361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Content Placeholder 2">
            <a:extLst>
              <a:ext uri="{FF2B5EF4-FFF2-40B4-BE49-F238E27FC236}">
                <a16:creationId xmlns:a16="http://schemas.microsoft.com/office/drawing/2014/main" id="{E2FECCD2-3988-4997-B023-47F77AA5C60B}"/>
              </a:ext>
            </a:extLst>
          </p:cNvPr>
          <p:cNvSpPr>
            <a:spLocks noGrp="1" noChangeArrowheads="1"/>
          </p:cNvSpPr>
          <p:nvPr>
            <p:ph idx="1"/>
          </p:nvPr>
        </p:nvSpPr>
        <p:spPr>
          <a:xfrm>
            <a:off x="1752600" y="381001"/>
            <a:ext cx="8229600" cy="4411663"/>
          </a:xfrm>
        </p:spPr>
        <p:txBody>
          <a:bodyPr/>
          <a:lstStyle/>
          <a:p>
            <a:r>
              <a:rPr lang="en-US" altLang="en-US" sz="2400" b="1"/>
              <a:t>Step 7:</a:t>
            </a:r>
            <a:r>
              <a:rPr lang="en-US" altLang="en-US" sz="2400"/>
              <a:t> Node F returns the node value 1 to node C, at C α= 3 and β= +∞, here the value of beta will be changed, it will compare with 1 so min (∞, 1) = 1. Now at C, α=3 and β= 1, and again it satisfies the condition α&gt;=β, so the next child of C which is G will be pruned, and the algorithm will not compute the entire sub-tree G.</a:t>
            </a:r>
            <a:endParaRPr lang="en-IN" altLang="en-US" sz="2400"/>
          </a:p>
        </p:txBody>
      </p:sp>
      <p:pic>
        <p:nvPicPr>
          <p:cNvPr id="100355" name="Picture 4">
            <a:extLst>
              <a:ext uri="{FF2B5EF4-FFF2-40B4-BE49-F238E27FC236}">
                <a16:creationId xmlns:a16="http://schemas.microsoft.com/office/drawing/2014/main" id="{59DB9EFA-CA75-403F-A9C4-50BFE835D6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4750" y="2600326"/>
            <a:ext cx="4762500" cy="425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596466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Content Placeholder 2">
            <a:extLst>
              <a:ext uri="{FF2B5EF4-FFF2-40B4-BE49-F238E27FC236}">
                <a16:creationId xmlns:a16="http://schemas.microsoft.com/office/drawing/2014/main" id="{37DC6313-5E74-49C1-BB9B-99D78F56BC6A}"/>
              </a:ext>
            </a:extLst>
          </p:cNvPr>
          <p:cNvSpPr>
            <a:spLocks noGrp="1" noChangeArrowheads="1"/>
          </p:cNvSpPr>
          <p:nvPr>
            <p:ph idx="1"/>
          </p:nvPr>
        </p:nvSpPr>
        <p:spPr>
          <a:xfrm>
            <a:off x="1752600" y="152401"/>
            <a:ext cx="8229600" cy="4411663"/>
          </a:xfrm>
        </p:spPr>
        <p:txBody>
          <a:bodyPr/>
          <a:lstStyle/>
          <a:p>
            <a:r>
              <a:rPr lang="en-US" altLang="en-US" sz="2800" b="1"/>
              <a:t>Step 8:</a:t>
            </a:r>
            <a:r>
              <a:rPr lang="en-US" altLang="en-US" sz="2800"/>
              <a:t> C now returns the value of 1 to A here the best value for A is max (3, 1) = 3. Following is the final game tree which is the showing the nodes which are computed and nodes which has never computed. Hence the optimal value for the maximizer is 3 for this example. </a:t>
            </a:r>
            <a:endParaRPr lang="en-IN" altLang="en-US" sz="2800"/>
          </a:p>
        </p:txBody>
      </p:sp>
      <p:pic>
        <p:nvPicPr>
          <p:cNvPr id="101379" name="Picture 4">
            <a:extLst>
              <a:ext uri="{FF2B5EF4-FFF2-40B4-BE49-F238E27FC236}">
                <a16:creationId xmlns:a16="http://schemas.microsoft.com/office/drawing/2014/main" id="{33DC66A5-A677-436B-A904-C59EB7D001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0738"/>
          <a:stretch>
            <a:fillRect/>
          </a:stretch>
        </p:blipFill>
        <p:spPr bwMode="auto">
          <a:xfrm>
            <a:off x="4038600" y="3040064"/>
            <a:ext cx="4762500" cy="380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9678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4FEB9D9-136F-4FF3-A099-8D0162561CA0}"/>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t="39330" b="8449"/>
          <a:stretch>
            <a:fillRect/>
          </a:stretch>
        </p:blipFill>
        <p:spPr bwMode="auto">
          <a:xfrm>
            <a:off x="3049588" y="3284538"/>
            <a:ext cx="5148262"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a:extLst>
              <a:ext uri="{FF2B5EF4-FFF2-40B4-BE49-F238E27FC236}">
                <a16:creationId xmlns:a16="http://schemas.microsoft.com/office/drawing/2014/main" id="{E401FA5A-A4D3-4118-990E-16D24067A3EB}"/>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t="29684" b="22539"/>
          <a:stretch>
            <a:fillRect/>
          </a:stretch>
        </p:blipFill>
        <p:spPr bwMode="auto">
          <a:xfrm>
            <a:off x="3049588" y="38100"/>
            <a:ext cx="5148262"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537966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lide Number Placeholder 5">
            <a:extLst>
              <a:ext uri="{FF2B5EF4-FFF2-40B4-BE49-F238E27FC236}">
                <a16:creationId xmlns:a16="http://schemas.microsoft.com/office/drawing/2014/main" id="{D4C211FE-94B1-41B1-A020-584CB6708693}"/>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43075EA-AAC1-42E4-99CE-82F5B059A981}" type="slidenum">
              <a:rPr lang="en-US" altLang="en-US" smtClean="0"/>
              <a:pPr/>
              <a:t>52</a:t>
            </a:fld>
            <a:endParaRPr lang="en-US" altLang="en-US"/>
          </a:p>
        </p:txBody>
      </p:sp>
      <p:sp>
        <p:nvSpPr>
          <p:cNvPr id="103427" name="Rectangle 2">
            <a:extLst>
              <a:ext uri="{FF2B5EF4-FFF2-40B4-BE49-F238E27FC236}">
                <a16:creationId xmlns:a16="http://schemas.microsoft.com/office/drawing/2014/main" id="{D7B671AA-4B2B-4C99-99DC-3E3868478F24}"/>
              </a:ext>
            </a:extLst>
          </p:cNvPr>
          <p:cNvSpPr>
            <a:spLocks noGrp="1" noChangeArrowheads="1"/>
          </p:cNvSpPr>
          <p:nvPr>
            <p:ph type="title"/>
          </p:nvPr>
        </p:nvSpPr>
        <p:spPr/>
        <p:txBody>
          <a:bodyPr/>
          <a:lstStyle/>
          <a:p>
            <a:pPr eaLnBrk="1" hangingPunct="1"/>
            <a:r>
              <a:rPr lang="en-US" altLang="en-US"/>
              <a:t>Alpha-Beta Procedure: V(J;</a:t>
            </a:r>
            <a:r>
              <a:rPr lang="en-US" altLang="en-US">
                <a:sym typeface="Symbol" panose="05050102010706020507" pitchFamily="18" charset="2"/>
              </a:rPr>
              <a:t>,)</a:t>
            </a:r>
            <a:endParaRPr lang="en-US" altLang="en-US"/>
          </a:p>
        </p:txBody>
      </p:sp>
      <p:sp>
        <p:nvSpPr>
          <p:cNvPr id="103428" name="Rectangle 3">
            <a:extLst>
              <a:ext uri="{FF2B5EF4-FFF2-40B4-BE49-F238E27FC236}">
                <a16:creationId xmlns:a16="http://schemas.microsoft.com/office/drawing/2014/main" id="{58B2A538-B2D8-4362-A46E-3B6D435D90D0}"/>
              </a:ext>
            </a:extLst>
          </p:cNvPr>
          <p:cNvSpPr>
            <a:spLocks noGrp="1" noChangeArrowheads="1"/>
          </p:cNvSpPr>
          <p:nvPr>
            <p:ph type="body" idx="1"/>
          </p:nvPr>
        </p:nvSpPr>
        <p:spPr/>
        <p:txBody>
          <a:bodyPr/>
          <a:lstStyle/>
          <a:p>
            <a:pPr marL="533400" indent="-533400" eaLnBrk="1" hangingPunct="1">
              <a:buFontTx/>
              <a:buAutoNum type="arabicPeriod"/>
            </a:pPr>
            <a:r>
              <a:rPr lang="en-US" altLang="en-US" sz="2000"/>
              <a:t>If J is a terminal, return V(J) = h(J).</a:t>
            </a:r>
          </a:p>
          <a:p>
            <a:pPr marL="533400" indent="-533400" eaLnBrk="1" hangingPunct="1">
              <a:buFontTx/>
              <a:buAutoNum type="arabicPeriod"/>
            </a:pPr>
            <a:r>
              <a:rPr lang="en-US" altLang="en-US" sz="2000"/>
              <a:t>If J is a max node:</a:t>
            </a:r>
          </a:p>
          <a:p>
            <a:pPr marL="914400" lvl="1" indent="-457200" eaLnBrk="1" hangingPunct="1">
              <a:buNone/>
            </a:pPr>
            <a:r>
              <a:rPr lang="en-US" altLang="en-US" sz="1800"/>
              <a:t>	For each successor </a:t>
            </a:r>
            <a:r>
              <a:rPr lang="en-US" altLang="en-US" sz="2000"/>
              <a:t>J</a:t>
            </a:r>
            <a:r>
              <a:rPr lang="en-US" altLang="en-US" sz="2000" baseline="-25000"/>
              <a:t>k</a:t>
            </a:r>
            <a:r>
              <a:rPr lang="en-US" altLang="en-US" sz="1800"/>
              <a:t> of J in succession:</a:t>
            </a:r>
          </a:p>
          <a:p>
            <a:pPr marL="914400" lvl="1" indent="-457200" eaLnBrk="1" hangingPunct="1">
              <a:buNone/>
            </a:pPr>
            <a:r>
              <a:rPr lang="en-US" altLang="en-US" sz="1800"/>
              <a:t>		Set </a:t>
            </a:r>
            <a:r>
              <a:rPr lang="en-US" altLang="en-US" sz="1800">
                <a:sym typeface="Symbol" panose="05050102010706020507" pitchFamily="18" charset="2"/>
              </a:rPr>
              <a:t> = max { , V(</a:t>
            </a:r>
            <a:r>
              <a:rPr lang="en-US" altLang="en-US" sz="2000">
                <a:sym typeface="Symbol" panose="05050102010706020507" pitchFamily="18" charset="2"/>
              </a:rPr>
              <a:t>J</a:t>
            </a:r>
            <a:r>
              <a:rPr lang="en-US" altLang="en-US" sz="2000" baseline="-25000">
                <a:sym typeface="Symbol" panose="05050102010706020507" pitchFamily="18" charset="2"/>
              </a:rPr>
              <a:t>k</a:t>
            </a:r>
            <a:r>
              <a:rPr lang="en-US" altLang="en-US" sz="1800">
                <a:sym typeface="Symbol" panose="05050102010706020507" pitchFamily="18" charset="2"/>
              </a:rPr>
              <a:t>; , ) }</a:t>
            </a:r>
          </a:p>
          <a:p>
            <a:pPr marL="914400" lvl="1" indent="-457200" eaLnBrk="1" hangingPunct="1">
              <a:buNone/>
            </a:pPr>
            <a:r>
              <a:rPr lang="en-US" altLang="en-US" sz="1800">
                <a:sym typeface="Symbol" panose="05050102010706020507" pitchFamily="18" charset="2"/>
              </a:rPr>
              <a:t>		If     then return , else continue</a:t>
            </a:r>
          </a:p>
          <a:p>
            <a:pPr marL="914400" lvl="1" indent="-457200" eaLnBrk="1" hangingPunct="1">
              <a:buNone/>
            </a:pPr>
            <a:r>
              <a:rPr lang="en-US" altLang="en-US" sz="1800">
                <a:sym typeface="Symbol" panose="05050102010706020507" pitchFamily="18" charset="2"/>
              </a:rPr>
              <a:t>	Return </a:t>
            </a:r>
            <a:endParaRPr lang="en-US" altLang="en-US" sz="1800"/>
          </a:p>
          <a:p>
            <a:pPr marL="533400" indent="-533400" eaLnBrk="1" hangingPunct="1">
              <a:buFontTx/>
              <a:buAutoNum type="arabicPeriod"/>
            </a:pPr>
            <a:r>
              <a:rPr lang="en-US" altLang="en-US" sz="2000"/>
              <a:t>If J is a min node:</a:t>
            </a:r>
          </a:p>
          <a:p>
            <a:pPr marL="533400" indent="-533400" eaLnBrk="1" hangingPunct="1">
              <a:buNone/>
            </a:pPr>
            <a:r>
              <a:rPr lang="en-US" altLang="en-US" sz="2000"/>
              <a:t>		</a:t>
            </a:r>
            <a:r>
              <a:rPr lang="en-US" altLang="en-US" sz="1800"/>
              <a:t>For each successor </a:t>
            </a:r>
            <a:r>
              <a:rPr lang="en-US" altLang="en-US" sz="2000"/>
              <a:t>J</a:t>
            </a:r>
            <a:r>
              <a:rPr lang="en-US" altLang="en-US" sz="2000" baseline="-25000"/>
              <a:t>k</a:t>
            </a:r>
            <a:r>
              <a:rPr lang="en-US" altLang="en-US" sz="1800"/>
              <a:t> of J in succession:</a:t>
            </a:r>
          </a:p>
          <a:p>
            <a:pPr marL="914400" lvl="1" indent="-457200" eaLnBrk="1" hangingPunct="1">
              <a:buNone/>
            </a:pPr>
            <a:r>
              <a:rPr lang="en-US" altLang="en-US" sz="1800"/>
              <a:t>		Set </a:t>
            </a:r>
            <a:r>
              <a:rPr lang="en-US" altLang="en-US" sz="1800">
                <a:sym typeface="Symbol" panose="05050102010706020507" pitchFamily="18" charset="2"/>
              </a:rPr>
              <a:t> = min { , V(</a:t>
            </a:r>
            <a:r>
              <a:rPr lang="en-US" altLang="en-US" sz="2000">
                <a:sym typeface="Symbol" panose="05050102010706020507" pitchFamily="18" charset="2"/>
              </a:rPr>
              <a:t>J</a:t>
            </a:r>
            <a:r>
              <a:rPr lang="en-US" altLang="en-US" sz="2000" baseline="-25000">
                <a:sym typeface="Symbol" panose="05050102010706020507" pitchFamily="18" charset="2"/>
              </a:rPr>
              <a:t>k</a:t>
            </a:r>
            <a:r>
              <a:rPr lang="en-US" altLang="en-US" sz="1800">
                <a:sym typeface="Symbol" panose="05050102010706020507" pitchFamily="18" charset="2"/>
              </a:rPr>
              <a:t>; , ) }</a:t>
            </a:r>
          </a:p>
          <a:p>
            <a:pPr marL="914400" lvl="1" indent="-457200" eaLnBrk="1" hangingPunct="1">
              <a:buNone/>
            </a:pPr>
            <a:r>
              <a:rPr lang="en-US" altLang="en-US" sz="1800">
                <a:sym typeface="Symbol" panose="05050102010706020507" pitchFamily="18" charset="2"/>
              </a:rPr>
              <a:t>		If     then return , else continue</a:t>
            </a:r>
          </a:p>
          <a:p>
            <a:pPr marL="914400" lvl="1" indent="-457200" eaLnBrk="1" hangingPunct="1">
              <a:buNone/>
            </a:pPr>
            <a:r>
              <a:rPr lang="en-US" altLang="en-US" sz="1800">
                <a:sym typeface="Symbol" panose="05050102010706020507" pitchFamily="18" charset="2"/>
              </a:rPr>
              <a:t>	Return </a:t>
            </a:r>
            <a:endParaRPr lang="en-US" altLang="en-US" sz="1800"/>
          </a:p>
          <a:p>
            <a:pPr marL="914400" lvl="1" indent="-457200" eaLnBrk="1" hangingPunct="1">
              <a:buNone/>
            </a:pPr>
            <a:endParaRPr lang="en-US" altLang="en-US" sz="1800"/>
          </a:p>
        </p:txBody>
      </p:sp>
    </p:spTree>
    <p:extLst>
      <p:ext uri="{BB962C8B-B14F-4D97-AF65-F5344CB8AC3E}">
        <p14:creationId xmlns:p14="http://schemas.microsoft.com/office/powerpoint/2010/main" val="334773635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3">
            <a:extLst>
              <a:ext uri="{FF2B5EF4-FFF2-40B4-BE49-F238E27FC236}">
                <a16:creationId xmlns:a16="http://schemas.microsoft.com/office/drawing/2014/main" id="{819C5148-F526-44E0-9B01-6FCE50E842DA}"/>
              </a:ext>
            </a:extLst>
          </p:cNvPr>
          <p:cNvSpPr>
            <a:spLocks noChangeArrowheads="1"/>
          </p:cNvSpPr>
          <p:nvPr/>
        </p:nvSpPr>
        <p:spPr bwMode="auto">
          <a:xfrm>
            <a:off x="4953000" y="609600"/>
            <a:ext cx="1066800" cy="609600"/>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cxnSp>
        <p:nvCxnSpPr>
          <p:cNvPr id="8" name="Straight Connector 7">
            <a:extLst>
              <a:ext uri="{FF2B5EF4-FFF2-40B4-BE49-F238E27FC236}">
                <a16:creationId xmlns:a16="http://schemas.microsoft.com/office/drawing/2014/main" id="{A09F1417-B052-4B13-A649-609B18C65D5E}"/>
              </a:ext>
            </a:extLst>
          </p:cNvPr>
          <p:cNvCxnSpPr/>
          <p:nvPr/>
        </p:nvCxnSpPr>
        <p:spPr bwMode="auto">
          <a:xfrm flipH="1">
            <a:off x="3962400" y="1187450"/>
            <a:ext cx="990600" cy="1143000"/>
          </a:xfrm>
          <a:prstGeom prst="line">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104452" name="Straight Connector 9">
            <a:extLst>
              <a:ext uri="{FF2B5EF4-FFF2-40B4-BE49-F238E27FC236}">
                <a16:creationId xmlns:a16="http://schemas.microsoft.com/office/drawing/2014/main" id="{50F463C2-B98B-495E-A46D-454D639736FC}"/>
              </a:ext>
            </a:extLst>
          </p:cNvPr>
          <p:cNvCxnSpPr>
            <a:cxnSpLocks noChangeShapeType="1"/>
          </p:cNvCxnSpPr>
          <p:nvPr/>
        </p:nvCxnSpPr>
        <p:spPr bwMode="auto">
          <a:xfrm>
            <a:off x="6019800" y="1219200"/>
            <a:ext cx="1295400" cy="1143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04453" name="Oval 10">
            <a:extLst>
              <a:ext uri="{FF2B5EF4-FFF2-40B4-BE49-F238E27FC236}">
                <a16:creationId xmlns:a16="http://schemas.microsoft.com/office/drawing/2014/main" id="{E75A982E-1F71-43C6-84D2-C56C5898C4DA}"/>
              </a:ext>
            </a:extLst>
          </p:cNvPr>
          <p:cNvSpPr>
            <a:spLocks noChangeArrowheads="1"/>
          </p:cNvSpPr>
          <p:nvPr/>
        </p:nvSpPr>
        <p:spPr bwMode="auto">
          <a:xfrm>
            <a:off x="3438525" y="1608138"/>
            <a:ext cx="914400" cy="914400"/>
          </a:xfrm>
          <a:prstGeom prst="ellipse">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sp>
        <p:nvSpPr>
          <p:cNvPr id="104454" name="Oval 11">
            <a:extLst>
              <a:ext uri="{FF2B5EF4-FFF2-40B4-BE49-F238E27FC236}">
                <a16:creationId xmlns:a16="http://schemas.microsoft.com/office/drawing/2014/main" id="{06B1213E-21C7-40B9-8B34-C5601A1AD38B}"/>
              </a:ext>
            </a:extLst>
          </p:cNvPr>
          <p:cNvSpPr>
            <a:spLocks noChangeArrowheads="1"/>
          </p:cNvSpPr>
          <p:nvPr/>
        </p:nvSpPr>
        <p:spPr bwMode="auto">
          <a:xfrm>
            <a:off x="6681788" y="1905000"/>
            <a:ext cx="914400" cy="914400"/>
          </a:xfrm>
          <a:prstGeom prst="ellipse">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sp>
        <p:nvSpPr>
          <p:cNvPr id="104455" name="Rectangle 19">
            <a:extLst>
              <a:ext uri="{FF2B5EF4-FFF2-40B4-BE49-F238E27FC236}">
                <a16:creationId xmlns:a16="http://schemas.microsoft.com/office/drawing/2014/main" id="{54B797CD-6217-439B-85FA-ADD53E88BCFA}"/>
              </a:ext>
            </a:extLst>
          </p:cNvPr>
          <p:cNvSpPr>
            <a:spLocks noChangeArrowheads="1"/>
          </p:cNvSpPr>
          <p:nvPr/>
        </p:nvSpPr>
        <p:spPr bwMode="auto">
          <a:xfrm>
            <a:off x="2684463" y="3074988"/>
            <a:ext cx="1066800" cy="609600"/>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sp>
        <p:nvSpPr>
          <p:cNvPr id="104456" name="Rectangle 20">
            <a:extLst>
              <a:ext uri="{FF2B5EF4-FFF2-40B4-BE49-F238E27FC236}">
                <a16:creationId xmlns:a16="http://schemas.microsoft.com/office/drawing/2014/main" id="{0D2B6DAB-FF75-45E2-BEC6-0C5E02617431}"/>
              </a:ext>
            </a:extLst>
          </p:cNvPr>
          <p:cNvSpPr>
            <a:spLocks noChangeArrowheads="1"/>
          </p:cNvSpPr>
          <p:nvPr/>
        </p:nvSpPr>
        <p:spPr bwMode="auto">
          <a:xfrm>
            <a:off x="4311650" y="3105150"/>
            <a:ext cx="1066800" cy="609600"/>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cxnSp>
        <p:nvCxnSpPr>
          <p:cNvPr id="104457" name="Straight Connector 21">
            <a:extLst>
              <a:ext uri="{FF2B5EF4-FFF2-40B4-BE49-F238E27FC236}">
                <a16:creationId xmlns:a16="http://schemas.microsoft.com/office/drawing/2014/main" id="{B354650C-491E-4E5E-8159-37C8F29BFA3D}"/>
              </a:ext>
            </a:extLst>
          </p:cNvPr>
          <p:cNvCxnSpPr>
            <a:cxnSpLocks noChangeShapeType="1"/>
          </p:cNvCxnSpPr>
          <p:nvPr/>
        </p:nvCxnSpPr>
        <p:spPr bwMode="auto">
          <a:xfrm flipH="1">
            <a:off x="2292350" y="3703638"/>
            <a:ext cx="514350" cy="8953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4458" name="Straight Connector 22">
            <a:extLst>
              <a:ext uri="{FF2B5EF4-FFF2-40B4-BE49-F238E27FC236}">
                <a16:creationId xmlns:a16="http://schemas.microsoft.com/office/drawing/2014/main" id="{A8F63F42-229E-4E92-B50A-E6DBEC7CF866}"/>
              </a:ext>
            </a:extLst>
          </p:cNvPr>
          <p:cNvCxnSpPr>
            <a:cxnSpLocks noChangeShapeType="1"/>
          </p:cNvCxnSpPr>
          <p:nvPr/>
        </p:nvCxnSpPr>
        <p:spPr bwMode="auto">
          <a:xfrm>
            <a:off x="3344864" y="3684588"/>
            <a:ext cx="401637" cy="8191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04459" name="Oval 23">
            <a:extLst>
              <a:ext uri="{FF2B5EF4-FFF2-40B4-BE49-F238E27FC236}">
                <a16:creationId xmlns:a16="http://schemas.microsoft.com/office/drawing/2014/main" id="{1D1840A6-C724-4362-95CE-89CA2DE53817}"/>
              </a:ext>
            </a:extLst>
          </p:cNvPr>
          <p:cNvSpPr>
            <a:spLocks noChangeArrowheads="1"/>
          </p:cNvSpPr>
          <p:nvPr/>
        </p:nvSpPr>
        <p:spPr bwMode="auto">
          <a:xfrm>
            <a:off x="1871663" y="3917950"/>
            <a:ext cx="914400" cy="914400"/>
          </a:xfrm>
          <a:prstGeom prst="ellipse">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sp>
        <p:nvSpPr>
          <p:cNvPr id="104460" name="Oval 24">
            <a:extLst>
              <a:ext uri="{FF2B5EF4-FFF2-40B4-BE49-F238E27FC236}">
                <a16:creationId xmlns:a16="http://schemas.microsoft.com/office/drawing/2014/main" id="{F7A4DE21-E9B2-440C-8F43-04E29160DA8A}"/>
              </a:ext>
            </a:extLst>
          </p:cNvPr>
          <p:cNvSpPr>
            <a:spLocks noChangeArrowheads="1"/>
          </p:cNvSpPr>
          <p:nvPr/>
        </p:nvSpPr>
        <p:spPr bwMode="auto">
          <a:xfrm>
            <a:off x="3021014" y="4084639"/>
            <a:ext cx="801687" cy="644525"/>
          </a:xfrm>
          <a:prstGeom prst="ellipse">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sp>
        <p:nvSpPr>
          <p:cNvPr id="104461" name="Rectangle 28">
            <a:extLst>
              <a:ext uri="{FF2B5EF4-FFF2-40B4-BE49-F238E27FC236}">
                <a16:creationId xmlns:a16="http://schemas.microsoft.com/office/drawing/2014/main" id="{668E9028-7A0C-451E-9BD6-E6FCE9D4BA3A}"/>
              </a:ext>
            </a:extLst>
          </p:cNvPr>
          <p:cNvSpPr>
            <a:spLocks noChangeArrowheads="1"/>
          </p:cNvSpPr>
          <p:nvPr/>
        </p:nvSpPr>
        <p:spPr bwMode="auto">
          <a:xfrm>
            <a:off x="1506538" y="5360989"/>
            <a:ext cx="431801" cy="447675"/>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10</a:t>
            </a:r>
            <a:endParaRPr lang="en-IN" altLang="en-US"/>
          </a:p>
        </p:txBody>
      </p:sp>
      <p:cxnSp>
        <p:nvCxnSpPr>
          <p:cNvPr id="104462" name="Straight Connector 38">
            <a:extLst>
              <a:ext uri="{FF2B5EF4-FFF2-40B4-BE49-F238E27FC236}">
                <a16:creationId xmlns:a16="http://schemas.microsoft.com/office/drawing/2014/main" id="{1DAB48E1-315E-41EB-A810-CCF59448B539}"/>
              </a:ext>
            </a:extLst>
          </p:cNvPr>
          <p:cNvCxnSpPr>
            <a:cxnSpLocks noChangeShapeType="1"/>
            <a:stCxn id="104454" idx="4"/>
          </p:cNvCxnSpPr>
          <p:nvPr/>
        </p:nvCxnSpPr>
        <p:spPr bwMode="auto">
          <a:xfrm flipH="1">
            <a:off x="6934200" y="2819401"/>
            <a:ext cx="204788" cy="39211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04463" name="Rectangle 39">
            <a:extLst>
              <a:ext uri="{FF2B5EF4-FFF2-40B4-BE49-F238E27FC236}">
                <a16:creationId xmlns:a16="http://schemas.microsoft.com/office/drawing/2014/main" id="{321582C1-8D2C-4DE0-A2DC-B48CADFE9710}"/>
              </a:ext>
            </a:extLst>
          </p:cNvPr>
          <p:cNvSpPr>
            <a:spLocks noChangeArrowheads="1"/>
          </p:cNvSpPr>
          <p:nvPr/>
        </p:nvSpPr>
        <p:spPr bwMode="auto">
          <a:xfrm>
            <a:off x="6716714" y="3181351"/>
            <a:ext cx="765175" cy="544513"/>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cxnSp>
        <p:nvCxnSpPr>
          <p:cNvPr id="104464" name="Straight Connector 48">
            <a:extLst>
              <a:ext uri="{FF2B5EF4-FFF2-40B4-BE49-F238E27FC236}">
                <a16:creationId xmlns:a16="http://schemas.microsoft.com/office/drawing/2014/main" id="{2F662303-35E0-4163-885F-B766353103F1}"/>
              </a:ext>
            </a:extLst>
          </p:cNvPr>
          <p:cNvCxnSpPr>
            <a:cxnSpLocks noChangeShapeType="1"/>
            <a:stCxn id="104454" idx="6"/>
          </p:cNvCxnSpPr>
          <p:nvPr/>
        </p:nvCxnSpPr>
        <p:spPr bwMode="auto">
          <a:xfrm>
            <a:off x="7596188" y="2362200"/>
            <a:ext cx="1471612" cy="6540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04465" name="Rectangle 49">
            <a:extLst>
              <a:ext uri="{FF2B5EF4-FFF2-40B4-BE49-F238E27FC236}">
                <a16:creationId xmlns:a16="http://schemas.microsoft.com/office/drawing/2014/main" id="{F1DAC39D-137B-4DD1-996E-280E1DAB101C}"/>
              </a:ext>
            </a:extLst>
          </p:cNvPr>
          <p:cNvSpPr>
            <a:spLocks noChangeArrowheads="1"/>
          </p:cNvSpPr>
          <p:nvPr/>
        </p:nvSpPr>
        <p:spPr bwMode="auto">
          <a:xfrm>
            <a:off x="8726488" y="3016250"/>
            <a:ext cx="754062" cy="673100"/>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sp>
        <p:nvSpPr>
          <p:cNvPr id="104466" name="Oval 62">
            <a:extLst>
              <a:ext uri="{FF2B5EF4-FFF2-40B4-BE49-F238E27FC236}">
                <a16:creationId xmlns:a16="http://schemas.microsoft.com/office/drawing/2014/main" id="{3E603E10-92EC-4348-95C6-548AE4E08922}"/>
              </a:ext>
            </a:extLst>
          </p:cNvPr>
          <p:cNvSpPr>
            <a:spLocks noChangeArrowheads="1"/>
          </p:cNvSpPr>
          <p:nvPr/>
        </p:nvSpPr>
        <p:spPr bwMode="auto">
          <a:xfrm>
            <a:off x="5256214" y="4219576"/>
            <a:ext cx="604837" cy="657225"/>
          </a:xfrm>
          <a:prstGeom prst="ellipse">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sp>
        <p:nvSpPr>
          <p:cNvPr id="104467" name="Oval 63">
            <a:extLst>
              <a:ext uri="{FF2B5EF4-FFF2-40B4-BE49-F238E27FC236}">
                <a16:creationId xmlns:a16="http://schemas.microsoft.com/office/drawing/2014/main" id="{9961EB56-772C-4713-8231-B5F4CE15AAAE}"/>
              </a:ext>
            </a:extLst>
          </p:cNvPr>
          <p:cNvSpPr>
            <a:spLocks noChangeArrowheads="1"/>
          </p:cNvSpPr>
          <p:nvPr/>
        </p:nvSpPr>
        <p:spPr bwMode="auto">
          <a:xfrm>
            <a:off x="4360863" y="4167189"/>
            <a:ext cx="652462" cy="606425"/>
          </a:xfrm>
          <a:prstGeom prst="ellipse">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cxnSp>
        <p:nvCxnSpPr>
          <p:cNvPr id="104468" name="Straight Connector 2">
            <a:extLst>
              <a:ext uri="{FF2B5EF4-FFF2-40B4-BE49-F238E27FC236}">
                <a16:creationId xmlns:a16="http://schemas.microsoft.com/office/drawing/2014/main" id="{782DF837-5B40-42DC-939F-43143BE7506C}"/>
              </a:ext>
            </a:extLst>
          </p:cNvPr>
          <p:cNvCxnSpPr>
            <a:cxnSpLocks noChangeShapeType="1"/>
          </p:cNvCxnSpPr>
          <p:nvPr/>
        </p:nvCxnSpPr>
        <p:spPr bwMode="auto">
          <a:xfrm flipH="1">
            <a:off x="3313113" y="2479676"/>
            <a:ext cx="431800" cy="68897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4469" name="Straight Connector 5">
            <a:extLst>
              <a:ext uri="{FF2B5EF4-FFF2-40B4-BE49-F238E27FC236}">
                <a16:creationId xmlns:a16="http://schemas.microsoft.com/office/drawing/2014/main" id="{D92E21E0-4D76-4509-AC3D-AFA34B58DA69}"/>
              </a:ext>
            </a:extLst>
          </p:cNvPr>
          <p:cNvCxnSpPr>
            <a:cxnSpLocks/>
          </p:cNvCxnSpPr>
          <p:nvPr/>
        </p:nvCxnSpPr>
        <p:spPr bwMode="auto">
          <a:xfrm>
            <a:off x="4110038" y="2493964"/>
            <a:ext cx="533400" cy="56832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4470" name="Straight Connector 8">
            <a:extLst>
              <a:ext uri="{FF2B5EF4-FFF2-40B4-BE49-F238E27FC236}">
                <a16:creationId xmlns:a16="http://schemas.microsoft.com/office/drawing/2014/main" id="{A7D3D4B4-DCEB-46BE-8378-9BEF14F12492}"/>
              </a:ext>
            </a:extLst>
          </p:cNvPr>
          <p:cNvCxnSpPr>
            <a:cxnSpLocks noChangeShapeType="1"/>
          </p:cNvCxnSpPr>
          <p:nvPr/>
        </p:nvCxnSpPr>
        <p:spPr bwMode="auto">
          <a:xfrm flipH="1">
            <a:off x="1774825" y="4719638"/>
            <a:ext cx="241300" cy="67786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4471" name="Straight Connector 15">
            <a:extLst>
              <a:ext uri="{FF2B5EF4-FFF2-40B4-BE49-F238E27FC236}">
                <a16:creationId xmlns:a16="http://schemas.microsoft.com/office/drawing/2014/main" id="{7D760F07-0F74-4D4F-A6D5-DC74C68F3E4D}"/>
              </a:ext>
            </a:extLst>
          </p:cNvPr>
          <p:cNvCxnSpPr>
            <a:cxnSpLocks/>
          </p:cNvCxnSpPr>
          <p:nvPr/>
        </p:nvCxnSpPr>
        <p:spPr bwMode="auto">
          <a:xfrm flipH="1">
            <a:off x="2349500" y="4770438"/>
            <a:ext cx="44450" cy="6540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04472" name="Rectangle 81">
            <a:extLst>
              <a:ext uri="{FF2B5EF4-FFF2-40B4-BE49-F238E27FC236}">
                <a16:creationId xmlns:a16="http://schemas.microsoft.com/office/drawing/2014/main" id="{56B43DBE-2F23-4A93-A2FC-27CDF3ABB6F2}"/>
              </a:ext>
            </a:extLst>
          </p:cNvPr>
          <p:cNvSpPr>
            <a:spLocks noChangeArrowheads="1"/>
          </p:cNvSpPr>
          <p:nvPr/>
        </p:nvSpPr>
        <p:spPr bwMode="auto">
          <a:xfrm>
            <a:off x="2001838" y="5397501"/>
            <a:ext cx="469900" cy="371475"/>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11</a:t>
            </a:r>
            <a:endParaRPr lang="en-IN" altLang="en-US"/>
          </a:p>
        </p:txBody>
      </p:sp>
      <p:cxnSp>
        <p:nvCxnSpPr>
          <p:cNvPr id="104473" name="Straight Connector 26">
            <a:extLst>
              <a:ext uri="{FF2B5EF4-FFF2-40B4-BE49-F238E27FC236}">
                <a16:creationId xmlns:a16="http://schemas.microsoft.com/office/drawing/2014/main" id="{B7D7EDC1-0CD5-4FED-AAAD-42A567BD8688}"/>
              </a:ext>
            </a:extLst>
          </p:cNvPr>
          <p:cNvCxnSpPr>
            <a:cxnSpLocks/>
            <a:stCxn id="104460" idx="3"/>
          </p:cNvCxnSpPr>
          <p:nvPr/>
        </p:nvCxnSpPr>
        <p:spPr bwMode="auto">
          <a:xfrm flipH="1">
            <a:off x="2709864" y="4633914"/>
            <a:ext cx="428625" cy="7381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04474" name="Rectangle 82">
            <a:extLst>
              <a:ext uri="{FF2B5EF4-FFF2-40B4-BE49-F238E27FC236}">
                <a16:creationId xmlns:a16="http://schemas.microsoft.com/office/drawing/2014/main" id="{F82189D1-6C8E-41CA-9AB9-7E6302DD6D26}"/>
              </a:ext>
            </a:extLst>
          </p:cNvPr>
          <p:cNvSpPr>
            <a:spLocks noChangeArrowheads="1"/>
          </p:cNvSpPr>
          <p:nvPr/>
        </p:nvSpPr>
        <p:spPr bwMode="auto">
          <a:xfrm>
            <a:off x="2517776" y="5397501"/>
            <a:ext cx="511175" cy="371475"/>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9</a:t>
            </a:r>
            <a:endParaRPr lang="en-IN" altLang="en-US"/>
          </a:p>
        </p:txBody>
      </p:sp>
      <p:cxnSp>
        <p:nvCxnSpPr>
          <p:cNvPr id="104475" name="Straight Connector 40">
            <a:extLst>
              <a:ext uri="{FF2B5EF4-FFF2-40B4-BE49-F238E27FC236}">
                <a16:creationId xmlns:a16="http://schemas.microsoft.com/office/drawing/2014/main" id="{59C30298-9C2B-4F2B-87F0-CCFDC6BDF3BE}"/>
              </a:ext>
            </a:extLst>
          </p:cNvPr>
          <p:cNvCxnSpPr>
            <a:cxnSpLocks/>
            <a:endCxn id="104476" idx="0"/>
          </p:cNvCxnSpPr>
          <p:nvPr/>
        </p:nvCxnSpPr>
        <p:spPr bwMode="auto">
          <a:xfrm flipH="1">
            <a:off x="3328988" y="4722813"/>
            <a:ext cx="158750" cy="65246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04476" name="Rectangle 83">
            <a:extLst>
              <a:ext uri="{FF2B5EF4-FFF2-40B4-BE49-F238E27FC236}">
                <a16:creationId xmlns:a16="http://schemas.microsoft.com/office/drawing/2014/main" id="{6C768E86-DA72-4BDD-BFA7-F42ADD1D0E8B}"/>
              </a:ext>
            </a:extLst>
          </p:cNvPr>
          <p:cNvSpPr>
            <a:spLocks noChangeArrowheads="1"/>
          </p:cNvSpPr>
          <p:nvPr/>
        </p:nvSpPr>
        <p:spPr bwMode="auto">
          <a:xfrm>
            <a:off x="3097213" y="5375275"/>
            <a:ext cx="463550" cy="427038"/>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12</a:t>
            </a:r>
            <a:endParaRPr lang="en-IN" altLang="en-US"/>
          </a:p>
        </p:txBody>
      </p:sp>
      <p:cxnSp>
        <p:nvCxnSpPr>
          <p:cNvPr id="104477" name="Straight Connector 43">
            <a:extLst>
              <a:ext uri="{FF2B5EF4-FFF2-40B4-BE49-F238E27FC236}">
                <a16:creationId xmlns:a16="http://schemas.microsoft.com/office/drawing/2014/main" id="{2E394907-0721-4B26-886A-D517E93629F9}"/>
              </a:ext>
            </a:extLst>
          </p:cNvPr>
          <p:cNvCxnSpPr>
            <a:cxnSpLocks noChangeShapeType="1"/>
          </p:cNvCxnSpPr>
          <p:nvPr/>
        </p:nvCxnSpPr>
        <p:spPr bwMode="auto">
          <a:xfrm flipH="1">
            <a:off x="4710113" y="3703638"/>
            <a:ext cx="228600" cy="50641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4478" name="Straight Connector 58">
            <a:extLst>
              <a:ext uri="{FF2B5EF4-FFF2-40B4-BE49-F238E27FC236}">
                <a16:creationId xmlns:a16="http://schemas.microsoft.com/office/drawing/2014/main" id="{606B7434-94BE-436E-BEB7-C824C2B25847}"/>
              </a:ext>
            </a:extLst>
          </p:cNvPr>
          <p:cNvCxnSpPr>
            <a:cxnSpLocks/>
            <a:stCxn id="104467" idx="3"/>
          </p:cNvCxnSpPr>
          <p:nvPr/>
        </p:nvCxnSpPr>
        <p:spPr bwMode="auto">
          <a:xfrm flipH="1">
            <a:off x="3932239" y="4684713"/>
            <a:ext cx="523875" cy="6858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04479" name="Rectangle 84">
            <a:extLst>
              <a:ext uri="{FF2B5EF4-FFF2-40B4-BE49-F238E27FC236}">
                <a16:creationId xmlns:a16="http://schemas.microsoft.com/office/drawing/2014/main" id="{F71FB40F-4C94-4572-BCFF-6F044DC1CF68}"/>
              </a:ext>
            </a:extLst>
          </p:cNvPr>
          <p:cNvSpPr>
            <a:spLocks noChangeArrowheads="1"/>
          </p:cNvSpPr>
          <p:nvPr/>
        </p:nvSpPr>
        <p:spPr bwMode="auto">
          <a:xfrm>
            <a:off x="3632201" y="5370514"/>
            <a:ext cx="519113" cy="427037"/>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14</a:t>
            </a:r>
            <a:endParaRPr lang="en-IN" altLang="en-US"/>
          </a:p>
        </p:txBody>
      </p:sp>
      <p:sp>
        <p:nvSpPr>
          <p:cNvPr id="104480" name="Rectangle 89">
            <a:extLst>
              <a:ext uri="{FF2B5EF4-FFF2-40B4-BE49-F238E27FC236}">
                <a16:creationId xmlns:a16="http://schemas.microsoft.com/office/drawing/2014/main" id="{4A7BFFF8-3D8D-4ED1-8074-53BADC6DB30A}"/>
              </a:ext>
            </a:extLst>
          </p:cNvPr>
          <p:cNvSpPr>
            <a:spLocks noChangeArrowheads="1"/>
          </p:cNvSpPr>
          <p:nvPr/>
        </p:nvSpPr>
        <p:spPr bwMode="auto">
          <a:xfrm>
            <a:off x="4219576" y="5338763"/>
            <a:ext cx="519113" cy="474662"/>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15</a:t>
            </a:r>
            <a:endParaRPr lang="en-IN" altLang="en-US"/>
          </a:p>
        </p:txBody>
      </p:sp>
      <p:cxnSp>
        <p:nvCxnSpPr>
          <p:cNvPr id="104481" name="Straight Connector 93">
            <a:extLst>
              <a:ext uri="{FF2B5EF4-FFF2-40B4-BE49-F238E27FC236}">
                <a16:creationId xmlns:a16="http://schemas.microsoft.com/office/drawing/2014/main" id="{F6844A53-F067-48F8-BCA9-9EC4BCB66A97}"/>
              </a:ext>
            </a:extLst>
          </p:cNvPr>
          <p:cNvCxnSpPr>
            <a:cxnSpLocks/>
            <a:endCxn id="104480" idx="0"/>
          </p:cNvCxnSpPr>
          <p:nvPr/>
        </p:nvCxnSpPr>
        <p:spPr bwMode="auto">
          <a:xfrm flipH="1">
            <a:off x="4479926" y="4741863"/>
            <a:ext cx="55563" cy="5969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4482" name="Straight Connector 96">
            <a:extLst>
              <a:ext uri="{FF2B5EF4-FFF2-40B4-BE49-F238E27FC236}">
                <a16:creationId xmlns:a16="http://schemas.microsoft.com/office/drawing/2014/main" id="{29FCB905-C3B9-4939-8E9C-DC12FBEB9079}"/>
              </a:ext>
            </a:extLst>
          </p:cNvPr>
          <p:cNvCxnSpPr>
            <a:cxnSpLocks/>
            <a:endCxn id="104466" idx="1"/>
          </p:cNvCxnSpPr>
          <p:nvPr/>
        </p:nvCxnSpPr>
        <p:spPr bwMode="auto">
          <a:xfrm>
            <a:off x="5119689" y="3717925"/>
            <a:ext cx="223837" cy="5984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4483" name="Straight Connector 98">
            <a:extLst>
              <a:ext uri="{FF2B5EF4-FFF2-40B4-BE49-F238E27FC236}">
                <a16:creationId xmlns:a16="http://schemas.microsoft.com/office/drawing/2014/main" id="{25C43065-F143-4DD7-8428-B900CC34E3FD}"/>
              </a:ext>
            </a:extLst>
          </p:cNvPr>
          <p:cNvCxnSpPr>
            <a:cxnSpLocks/>
            <a:stCxn id="104466" idx="3"/>
          </p:cNvCxnSpPr>
          <p:nvPr/>
        </p:nvCxnSpPr>
        <p:spPr bwMode="auto">
          <a:xfrm flipH="1">
            <a:off x="5151439" y="4781551"/>
            <a:ext cx="192087" cy="55721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04484" name="Rectangle 99">
            <a:extLst>
              <a:ext uri="{FF2B5EF4-FFF2-40B4-BE49-F238E27FC236}">
                <a16:creationId xmlns:a16="http://schemas.microsoft.com/office/drawing/2014/main" id="{1B2278D9-F8A0-4AA8-AF92-6DA56724AEA3}"/>
              </a:ext>
            </a:extLst>
          </p:cNvPr>
          <p:cNvSpPr>
            <a:spLocks noChangeArrowheads="1"/>
          </p:cNvSpPr>
          <p:nvPr/>
        </p:nvSpPr>
        <p:spPr bwMode="auto">
          <a:xfrm>
            <a:off x="4816476" y="5338763"/>
            <a:ext cx="519113" cy="425450"/>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13</a:t>
            </a:r>
            <a:endParaRPr lang="en-IN" altLang="en-US"/>
          </a:p>
        </p:txBody>
      </p:sp>
      <p:cxnSp>
        <p:nvCxnSpPr>
          <p:cNvPr id="104485" name="Straight Connector 101">
            <a:extLst>
              <a:ext uri="{FF2B5EF4-FFF2-40B4-BE49-F238E27FC236}">
                <a16:creationId xmlns:a16="http://schemas.microsoft.com/office/drawing/2014/main" id="{76CBA8AB-1B26-4FB5-B210-41FA7B7A7A87}"/>
              </a:ext>
            </a:extLst>
          </p:cNvPr>
          <p:cNvCxnSpPr>
            <a:cxnSpLocks/>
            <a:stCxn id="104466" idx="4"/>
            <a:endCxn id="104486" idx="0"/>
          </p:cNvCxnSpPr>
          <p:nvPr/>
        </p:nvCxnSpPr>
        <p:spPr bwMode="auto">
          <a:xfrm>
            <a:off x="5557839" y="4876800"/>
            <a:ext cx="98425" cy="4460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04486" name="Rectangle 102">
            <a:extLst>
              <a:ext uri="{FF2B5EF4-FFF2-40B4-BE49-F238E27FC236}">
                <a16:creationId xmlns:a16="http://schemas.microsoft.com/office/drawing/2014/main" id="{B3DD89D6-ABE4-4C93-A455-DDD670C9FD47}"/>
              </a:ext>
            </a:extLst>
          </p:cNvPr>
          <p:cNvSpPr>
            <a:spLocks noChangeArrowheads="1"/>
          </p:cNvSpPr>
          <p:nvPr/>
        </p:nvSpPr>
        <p:spPr bwMode="auto">
          <a:xfrm>
            <a:off x="5402263" y="5322889"/>
            <a:ext cx="506412" cy="441325"/>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14</a:t>
            </a:r>
            <a:endParaRPr lang="en-IN" altLang="en-US"/>
          </a:p>
        </p:txBody>
      </p:sp>
      <p:cxnSp>
        <p:nvCxnSpPr>
          <p:cNvPr id="104487" name="Straight Connector 104">
            <a:extLst>
              <a:ext uri="{FF2B5EF4-FFF2-40B4-BE49-F238E27FC236}">
                <a16:creationId xmlns:a16="http://schemas.microsoft.com/office/drawing/2014/main" id="{4A297921-2EFD-47A9-B2CD-D1B7369D856F}"/>
              </a:ext>
            </a:extLst>
          </p:cNvPr>
          <p:cNvCxnSpPr>
            <a:cxnSpLocks noChangeShapeType="1"/>
          </p:cNvCxnSpPr>
          <p:nvPr/>
        </p:nvCxnSpPr>
        <p:spPr bwMode="auto">
          <a:xfrm flipH="1">
            <a:off x="6681788" y="3725864"/>
            <a:ext cx="252412" cy="44132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04488" name="Oval 105">
            <a:extLst>
              <a:ext uri="{FF2B5EF4-FFF2-40B4-BE49-F238E27FC236}">
                <a16:creationId xmlns:a16="http://schemas.microsoft.com/office/drawing/2014/main" id="{8466E249-4C32-4B8D-9818-9703560611FA}"/>
              </a:ext>
            </a:extLst>
          </p:cNvPr>
          <p:cNvSpPr>
            <a:spLocks noChangeArrowheads="1"/>
          </p:cNvSpPr>
          <p:nvPr/>
        </p:nvSpPr>
        <p:spPr bwMode="auto">
          <a:xfrm>
            <a:off x="6342063" y="4162426"/>
            <a:ext cx="609600" cy="568325"/>
          </a:xfrm>
          <a:prstGeom prst="ellipse">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cxnSp>
        <p:nvCxnSpPr>
          <p:cNvPr id="104489" name="Straight Connector 107">
            <a:extLst>
              <a:ext uri="{FF2B5EF4-FFF2-40B4-BE49-F238E27FC236}">
                <a16:creationId xmlns:a16="http://schemas.microsoft.com/office/drawing/2014/main" id="{DD01D2ED-563E-4741-ADF6-D6356837935F}"/>
              </a:ext>
            </a:extLst>
          </p:cNvPr>
          <p:cNvCxnSpPr>
            <a:cxnSpLocks/>
            <a:stCxn id="104488" idx="3"/>
          </p:cNvCxnSpPr>
          <p:nvPr/>
        </p:nvCxnSpPr>
        <p:spPr bwMode="auto">
          <a:xfrm flipH="1">
            <a:off x="6161089" y="4646614"/>
            <a:ext cx="269875" cy="66833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04490" name="Rectangle 109">
            <a:extLst>
              <a:ext uri="{FF2B5EF4-FFF2-40B4-BE49-F238E27FC236}">
                <a16:creationId xmlns:a16="http://schemas.microsoft.com/office/drawing/2014/main" id="{EA2771FD-0F31-411E-93A2-E563611A4C5C}"/>
              </a:ext>
            </a:extLst>
          </p:cNvPr>
          <p:cNvSpPr>
            <a:spLocks noChangeArrowheads="1"/>
          </p:cNvSpPr>
          <p:nvPr/>
        </p:nvSpPr>
        <p:spPr bwMode="auto">
          <a:xfrm>
            <a:off x="5994401" y="5322889"/>
            <a:ext cx="519113" cy="403225"/>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5</a:t>
            </a:r>
            <a:endParaRPr lang="en-IN" altLang="en-US"/>
          </a:p>
        </p:txBody>
      </p:sp>
      <p:sp>
        <p:nvSpPr>
          <p:cNvPr id="104491" name="Rectangle 110">
            <a:extLst>
              <a:ext uri="{FF2B5EF4-FFF2-40B4-BE49-F238E27FC236}">
                <a16:creationId xmlns:a16="http://schemas.microsoft.com/office/drawing/2014/main" id="{D6EDA214-2828-486B-B60B-789BB069292E}"/>
              </a:ext>
            </a:extLst>
          </p:cNvPr>
          <p:cNvSpPr>
            <a:spLocks noChangeArrowheads="1"/>
          </p:cNvSpPr>
          <p:nvPr/>
        </p:nvSpPr>
        <p:spPr bwMode="auto">
          <a:xfrm>
            <a:off x="6596063" y="5313364"/>
            <a:ext cx="482600" cy="407987"/>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2</a:t>
            </a:r>
            <a:endParaRPr lang="en-IN" altLang="en-US"/>
          </a:p>
        </p:txBody>
      </p:sp>
      <p:cxnSp>
        <p:nvCxnSpPr>
          <p:cNvPr id="104492" name="Straight Connector 112">
            <a:extLst>
              <a:ext uri="{FF2B5EF4-FFF2-40B4-BE49-F238E27FC236}">
                <a16:creationId xmlns:a16="http://schemas.microsoft.com/office/drawing/2014/main" id="{9157DAA0-6F5B-4AA7-985C-C3A5FBCD9A93}"/>
              </a:ext>
            </a:extLst>
          </p:cNvPr>
          <p:cNvCxnSpPr>
            <a:cxnSpLocks/>
            <a:endCxn id="104491" idx="0"/>
          </p:cNvCxnSpPr>
          <p:nvPr/>
        </p:nvCxnSpPr>
        <p:spPr bwMode="auto">
          <a:xfrm>
            <a:off x="6654801" y="4679951"/>
            <a:ext cx="182563" cy="63341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4493" name="Straight Connector 114">
            <a:extLst>
              <a:ext uri="{FF2B5EF4-FFF2-40B4-BE49-F238E27FC236}">
                <a16:creationId xmlns:a16="http://schemas.microsoft.com/office/drawing/2014/main" id="{151424BA-F6D4-47CB-9F22-B0FC2D12D31D}"/>
              </a:ext>
            </a:extLst>
          </p:cNvPr>
          <p:cNvCxnSpPr>
            <a:cxnSpLocks noChangeShapeType="1"/>
          </p:cNvCxnSpPr>
          <p:nvPr/>
        </p:nvCxnSpPr>
        <p:spPr bwMode="auto">
          <a:xfrm>
            <a:off x="7315201" y="3735388"/>
            <a:ext cx="157163" cy="47466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04494" name="Oval 115">
            <a:extLst>
              <a:ext uri="{FF2B5EF4-FFF2-40B4-BE49-F238E27FC236}">
                <a16:creationId xmlns:a16="http://schemas.microsoft.com/office/drawing/2014/main" id="{AED814D2-7783-466C-9267-EB35924EACBE}"/>
              </a:ext>
            </a:extLst>
          </p:cNvPr>
          <p:cNvSpPr>
            <a:spLocks noChangeArrowheads="1"/>
          </p:cNvSpPr>
          <p:nvPr/>
        </p:nvSpPr>
        <p:spPr bwMode="auto">
          <a:xfrm>
            <a:off x="7202488" y="4192589"/>
            <a:ext cx="609600" cy="566737"/>
          </a:xfrm>
          <a:prstGeom prst="ellipse">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sp>
        <p:nvSpPr>
          <p:cNvPr id="104495" name="Rectangle 116">
            <a:extLst>
              <a:ext uri="{FF2B5EF4-FFF2-40B4-BE49-F238E27FC236}">
                <a16:creationId xmlns:a16="http://schemas.microsoft.com/office/drawing/2014/main" id="{DBA06339-CEE3-46B9-99FE-3618DFD2CEE4}"/>
              </a:ext>
            </a:extLst>
          </p:cNvPr>
          <p:cNvSpPr>
            <a:spLocks noChangeArrowheads="1"/>
          </p:cNvSpPr>
          <p:nvPr/>
        </p:nvSpPr>
        <p:spPr bwMode="auto">
          <a:xfrm>
            <a:off x="7169151" y="5338764"/>
            <a:ext cx="481013" cy="403225"/>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4</a:t>
            </a:r>
            <a:endParaRPr lang="en-IN" altLang="en-US"/>
          </a:p>
        </p:txBody>
      </p:sp>
      <p:sp>
        <p:nvSpPr>
          <p:cNvPr id="104496" name="Rectangle 117">
            <a:extLst>
              <a:ext uri="{FF2B5EF4-FFF2-40B4-BE49-F238E27FC236}">
                <a16:creationId xmlns:a16="http://schemas.microsoft.com/office/drawing/2014/main" id="{5DD2268E-CFA0-4FFE-9645-B08E317CD69F}"/>
              </a:ext>
            </a:extLst>
          </p:cNvPr>
          <p:cNvSpPr>
            <a:spLocks noChangeArrowheads="1"/>
          </p:cNvSpPr>
          <p:nvPr/>
        </p:nvSpPr>
        <p:spPr bwMode="auto">
          <a:xfrm>
            <a:off x="7743826" y="5313364"/>
            <a:ext cx="519113" cy="403225"/>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1</a:t>
            </a:r>
            <a:endParaRPr lang="en-IN" altLang="en-US"/>
          </a:p>
        </p:txBody>
      </p:sp>
      <p:cxnSp>
        <p:nvCxnSpPr>
          <p:cNvPr id="104497" name="Straight Connector 126">
            <a:extLst>
              <a:ext uri="{FF2B5EF4-FFF2-40B4-BE49-F238E27FC236}">
                <a16:creationId xmlns:a16="http://schemas.microsoft.com/office/drawing/2014/main" id="{13877484-6748-4F20-A2D6-90777E6A57E5}"/>
              </a:ext>
            </a:extLst>
          </p:cNvPr>
          <p:cNvCxnSpPr>
            <a:cxnSpLocks noChangeShapeType="1"/>
            <a:stCxn id="104494" idx="4"/>
          </p:cNvCxnSpPr>
          <p:nvPr/>
        </p:nvCxnSpPr>
        <p:spPr bwMode="auto">
          <a:xfrm flipH="1">
            <a:off x="7315200" y="4759325"/>
            <a:ext cx="192088" cy="55403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4498" name="Straight Connector 128">
            <a:extLst>
              <a:ext uri="{FF2B5EF4-FFF2-40B4-BE49-F238E27FC236}">
                <a16:creationId xmlns:a16="http://schemas.microsoft.com/office/drawing/2014/main" id="{BC82B5FA-B6F0-477E-BDE7-8C6E6AAC1579}"/>
              </a:ext>
            </a:extLst>
          </p:cNvPr>
          <p:cNvCxnSpPr>
            <a:cxnSpLocks noChangeShapeType="1"/>
            <a:stCxn id="104494" idx="4"/>
          </p:cNvCxnSpPr>
          <p:nvPr/>
        </p:nvCxnSpPr>
        <p:spPr bwMode="auto">
          <a:xfrm>
            <a:off x="7507288" y="4759325"/>
            <a:ext cx="304800" cy="55403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04499" name="Oval 129">
            <a:extLst>
              <a:ext uri="{FF2B5EF4-FFF2-40B4-BE49-F238E27FC236}">
                <a16:creationId xmlns:a16="http://schemas.microsoft.com/office/drawing/2014/main" id="{BFF5806C-DA57-4D8A-9060-FDCF6F1A14B8}"/>
              </a:ext>
            </a:extLst>
          </p:cNvPr>
          <p:cNvSpPr>
            <a:spLocks noChangeArrowheads="1"/>
          </p:cNvSpPr>
          <p:nvPr/>
        </p:nvSpPr>
        <p:spPr bwMode="auto">
          <a:xfrm>
            <a:off x="8382000" y="4267201"/>
            <a:ext cx="609600" cy="568325"/>
          </a:xfrm>
          <a:prstGeom prst="ellipse">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sp>
        <p:nvSpPr>
          <p:cNvPr id="104500" name="Oval 130">
            <a:extLst>
              <a:ext uri="{FF2B5EF4-FFF2-40B4-BE49-F238E27FC236}">
                <a16:creationId xmlns:a16="http://schemas.microsoft.com/office/drawing/2014/main" id="{54966EB0-B5C4-4F77-B931-C4A6B8F01FF8}"/>
              </a:ext>
            </a:extLst>
          </p:cNvPr>
          <p:cNvSpPr>
            <a:spLocks noChangeArrowheads="1"/>
          </p:cNvSpPr>
          <p:nvPr/>
        </p:nvSpPr>
        <p:spPr bwMode="auto">
          <a:xfrm>
            <a:off x="9677400" y="4313239"/>
            <a:ext cx="609600" cy="568325"/>
          </a:xfrm>
          <a:prstGeom prst="ellipse">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sp>
        <p:nvSpPr>
          <p:cNvPr id="104501" name="Rectangle 131">
            <a:extLst>
              <a:ext uri="{FF2B5EF4-FFF2-40B4-BE49-F238E27FC236}">
                <a16:creationId xmlns:a16="http://schemas.microsoft.com/office/drawing/2014/main" id="{B6799F5E-7D2D-44F1-A02B-11FE85EF787D}"/>
              </a:ext>
            </a:extLst>
          </p:cNvPr>
          <p:cNvSpPr>
            <a:spLocks noChangeArrowheads="1"/>
          </p:cNvSpPr>
          <p:nvPr/>
        </p:nvSpPr>
        <p:spPr bwMode="auto">
          <a:xfrm>
            <a:off x="8320088" y="5334001"/>
            <a:ext cx="519112" cy="403225"/>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3</a:t>
            </a:r>
            <a:endParaRPr lang="en-IN" altLang="en-US"/>
          </a:p>
        </p:txBody>
      </p:sp>
      <p:sp>
        <p:nvSpPr>
          <p:cNvPr id="104502" name="Rectangle 132">
            <a:extLst>
              <a:ext uri="{FF2B5EF4-FFF2-40B4-BE49-F238E27FC236}">
                <a16:creationId xmlns:a16="http://schemas.microsoft.com/office/drawing/2014/main" id="{C3E39075-ABFB-4686-BA55-B7F89DC7707D}"/>
              </a:ext>
            </a:extLst>
          </p:cNvPr>
          <p:cNvSpPr>
            <a:spLocks noChangeArrowheads="1"/>
          </p:cNvSpPr>
          <p:nvPr/>
        </p:nvSpPr>
        <p:spPr bwMode="auto">
          <a:xfrm>
            <a:off x="8915401" y="5334001"/>
            <a:ext cx="519113" cy="403225"/>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22</a:t>
            </a:r>
            <a:endParaRPr lang="en-IN" altLang="en-US"/>
          </a:p>
        </p:txBody>
      </p:sp>
      <p:sp>
        <p:nvSpPr>
          <p:cNvPr id="104503" name="Rectangle 133">
            <a:extLst>
              <a:ext uri="{FF2B5EF4-FFF2-40B4-BE49-F238E27FC236}">
                <a16:creationId xmlns:a16="http://schemas.microsoft.com/office/drawing/2014/main" id="{A8C20EE7-25C8-4B2B-A033-D404D820D1D0}"/>
              </a:ext>
            </a:extLst>
          </p:cNvPr>
          <p:cNvSpPr>
            <a:spLocks noChangeArrowheads="1"/>
          </p:cNvSpPr>
          <p:nvPr/>
        </p:nvSpPr>
        <p:spPr bwMode="auto">
          <a:xfrm>
            <a:off x="9463088" y="5334001"/>
            <a:ext cx="519112" cy="403225"/>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20</a:t>
            </a:r>
            <a:endParaRPr lang="en-IN" altLang="en-US"/>
          </a:p>
        </p:txBody>
      </p:sp>
      <p:sp>
        <p:nvSpPr>
          <p:cNvPr id="104504" name="Rectangle 134">
            <a:extLst>
              <a:ext uri="{FF2B5EF4-FFF2-40B4-BE49-F238E27FC236}">
                <a16:creationId xmlns:a16="http://schemas.microsoft.com/office/drawing/2014/main" id="{922D3046-76A4-4616-BBFB-3B67B352C825}"/>
              </a:ext>
            </a:extLst>
          </p:cNvPr>
          <p:cNvSpPr>
            <a:spLocks noChangeArrowheads="1"/>
          </p:cNvSpPr>
          <p:nvPr/>
        </p:nvSpPr>
        <p:spPr bwMode="auto">
          <a:xfrm>
            <a:off x="10058401" y="5311776"/>
            <a:ext cx="519113" cy="403225"/>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21</a:t>
            </a:r>
            <a:endParaRPr lang="en-IN" altLang="en-US"/>
          </a:p>
        </p:txBody>
      </p:sp>
      <p:cxnSp>
        <p:nvCxnSpPr>
          <p:cNvPr id="104505" name="Straight Connector 136">
            <a:extLst>
              <a:ext uri="{FF2B5EF4-FFF2-40B4-BE49-F238E27FC236}">
                <a16:creationId xmlns:a16="http://schemas.microsoft.com/office/drawing/2014/main" id="{69154D85-9D34-455C-B233-685C6B2D877A}"/>
              </a:ext>
            </a:extLst>
          </p:cNvPr>
          <p:cNvCxnSpPr>
            <a:cxnSpLocks noChangeShapeType="1"/>
            <a:stCxn id="104499" idx="4"/>
            <a:endCxn id="104501" idx="0"/>
          </p:cNvCxnSpPr>
          <p:nvPr/>
        </p:nvCxnSpPr>
        <p:spPr bwMode="auto">
          <a:xfrm flipH="1">
            <a:off x="8580438" y="4835526"/>
            <a:ext cx="106362" cy="49847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4506" name="Straight Connector 138">
            <a:extLst>
              <a:ext uri="{FF2B5EF4-FFF2-40B4-BE49-F238E27FC236}">
                <a16:creationId xmlns:a16="http://schemas.microsoft.com/office/drawing/2014/main" id="{83E57515-B74A-4FF1-B4DE-17CFD1451C57}"/>
              </a:ext>
            </a:extLst>
          </p:cNvPr>
          <p:cNvCxnSpPr>
            <a:cxnSpLocks noChangeShapeType="1"/>
            <a:stCxn id="104499" idx="5"/>
            <a:endCxn id="104502" idx="0"/>
          </p:cNvCxnSpPr>
          <p:nvPr/>
        </p:nvCxnSpPr>
        <p:spPr bwMode="auto">
          <a:xfrm>
            <a:off x="8902701" y="4751388"/>
            <a:ext cx="271463" cy="58261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4507" name="Straight Connector 140">
            <a:extLst>
              <a:ext uri="{FF2B5EF4-FFF2-40B4-BE49-F238E27FC236}">
                <a16:creationId xmlns:a16="http://schemas.microsoft.com/office/drawing/2014/main" id="{06AE9974-E983-404C-8372-9DF53E981AD5}"/>
              </a:ext>
            </a:extLst>
          </p:cNvPr>
          <p:cNvCxnSpPr>
            <a:cxnSpLocks noChangeShapeType="1"/>
            <a:stCxn id="104500" idx="4"/>
          </p:cNvCxnSpPr>
          <p:nvPr/>
        </p:nvCxnSpPr>
        <p:spPr bwMode="auto">
          <a:xfrm flipH="1">
            <a:off x="9605964" y="4881563"/>
            <a:ext cx="376237" cy="43021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4508" name="Straight Connector 142">
            <a:extLst>
              <a:ext uri="{FF2B5EF4-FFF2-40B4-BE49-F238E27FC236}">
                <a16:creationId xmlns:a16="http://schemas.microsoft.com/office/drawing/2014/main" id="{00DAB1B6-136A-4049-8847-E2F5661F4A29}"/>
              </a:ext>
            </a:extLst>
          </p:cNvPr>
          <p:cNvCxnSpPr>
            <a:cxnSpLocks noChangeShapeType="1"/>
            <a:stCxn id="104500" idx="4"/>
            <a:endCxn id="104504" idx="0"/>
          </p:cNvCxnSpPr>
          <p:nvPr/>
        </p:nvCxnSpPr>
        <p:spPr bwMode="auto">
          <a:xfrm>
            <a:off x="9982201" y="4881563"/>
            <a:ext cx="334963" cy="43021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4509" name="Straight Connector 144">
            <a:extLst>
              <a:ext uri="{FF2B5EF4-FFF2-40B4-BE49-F238E27FC236}">
                <a16:creationId xmlns:a16="http://schemas.microsoft.com/office/drawing/2014/main" id="{53C6F3C7-9386-44A5-984D-469C6CAB74F6}"/>
              </a:ext>
            </a:extLst>
          </p:cNvPr>
          <p:cNvCxnSpPr>
            <a:cxnSpLocks noChangeShapeType="1"/>
            <a:endCxn id="104499" idx="0"/>
          </p:cNvCxnSpPr>
          <p:nvPr/>
        </p:nvCxnSpPr>
        <p:spPr bwMode="auto">
          <a:xfrm flipH="1">
            <a:off x="8686800" y="3684588"/>
            <a:ext cx="273050" cy="58261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4510" name="Straight Connector 146">
            <a:extLst>
              <a:ext uri="{FF2B5EF4-FFF2-40B4-BE49-F238E27FC236}">
                <a16:creationId xmlns:a16="http://schemas.microsoft.com/office/drawing/2014/main" id="{158F4113-924F-4CFB-AA7C-C2E8A20D1C11}"/>
              </a:ext>
            </a:extLst>
          </p:cNvPr>
          <p:cNvCxnSpPr>
            <a:cxnSpLocks noChangeShapeType="1"/>
            <a:endCxn id="104500" idx="0"/>
          </p:cNvCxnSpPr>
          <p:nvPr/>
        </p:nvCxnSpPr>
        <p:spPr bwMode="auto">
          <a:xfrm>
            <a:off x="9296400" y="3735388"/>
            <a:ext cx="685800" cy="5778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04511" name="Rectangle 166">
            <a:extLst>
              <a:ext uri="{FF2B5EF4-FFF2-40B4-BE49-F238E27FC236}">
                <a16:creationId xmlns:a16="http://schemas.microsoft.com/office/drawing/2014/main" id="{E6E1EAE3-1504-4821-B10A-E16728A3BBAF}"/>
              </a:ext>
            </a:extLst>
          </p:cNvPr>
          <p:cNvSpPr>
            <a:spLocks noChangeArrowheads="1"/>
          </p:cNvSpPr>
          <p:nvPr/>
        </p:nvSpPr>
        <p:spPr bwMode="auto">
          <a:xfrm>
            <a:off x="7481888" y="336550"/>
            <a:ext cx="595312" cy="438150"/>
          </a:xfrm>
          <a:prstGeom prst="rect">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sp>
        <p:nvSpPr>
          <p:cNvPr id="104512" name="TextBox 167">
            <a:extLst>
              <a:ext uri="{FF2B5EF4-FFF2-40B4-BE49-F238E27FC236}">
                <a16:creationId xmlns:a16="http://schemas.microsoft.com/office/drawing/2014/main" id="{A754E397-B062-4E07-A074-7DDD81695A71}"/>
              </a:ext>
            </a:extLst>
          </p:cNvPr>
          <p:cNvSpPr txBox="1">
            <a:spLocks noChangeArrowheads="1"/>
          </p:cNvSpPr>
          <p:nvPr/>
        </p:nvSpPr>
        <p:spPr bwMode="auto">
          <a:xfrm>
            <a:off x="8218488" y="328613"/>
            <a:ext cx="6207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Max</a:t>
            </a:r>
            <a:endParaRPr lang="en-IN" altLang="en-US"/>
          </a:p>
        </p:txBody>
      </p:sp>
      <p:sp>
        <p:nvSpPr>
          <p:cNvPr id="104513" name="Oval 168">
            <a:extLst>
              <a:ext uri="{FF2B5EF4-FFF2-40B4-BE49-F238E27FC236}">
                <a16:creationId xmlns:a16="http://schemas.microsoft.com/office/drawing/2014/main" id="{C93E9655-2DAB-435B-9025-C54EF80504A1}"/>
              </a:ext>
            </a:extLst>
          </p:cNvPr>
          <p:cNvSpPr>
            <a:spLocks noChangeArrowheads="1"/>
          </p:cNvSpPr>
          <p:nvPr/>
        </p:nvSpPr>
        <p:spPr bwMode="auto">
          <a:xfrm>
            <a:off x="7534275" y="955676"/>
            <a:ext cx="611188" cy="568325"/>
          </a:xfrm>
          <a:prstGeom prst="ellipse">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p>
        </p:txBody>
      </p:sp>
      <p:sp>
        <p:nvSpPr>
          <p:cNvPr id="104514" name="TextBox 169">
            <a:extLst>
              <a:ext uri="{FF2B5EF4-FFF2-40B4-BE49-F238E27FC236}">
                <a16:creationId xmlns:a16="http://schemas.microsoft.com/office/drawing/2014/main" id="{C311CB6B-CCD4-4051-8185-21B28763EA9B}"/>
              </a:ext>
            </a:extLst>
          </p:cNvPr>
          <p:cNvSpPr txBox="1">
            <a:spLocks noChangeArrowheads="1"/>
          </p:cNvSpPr>
          <p:nvPr/>
        </p:nvSpPr>
        <p:spPr bwMode="auto">
          <a:xfrm>
            <a:off x="8342313" y="1100139"/>
            <a:ext cx="5572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Min</a:t>
            </a:r>
            <a:endParaRPr lang="en-IN" altLang="en-US"/>
          </a:p>
        </p:txBody>
      </p:sp>
    </p:spTree>
    <p:extLst>
      <p:ext uri="{BB962C8B-B14F-4D97-AF65-F5344CB8AC3E}">
        <p14:creationId xmlns:p14="http://schemas.microsoft.com/office/powerpoint/2010/main" val="174555863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itle 1">
            <a:extLst>
              <a:ext uri="{FF2B5EF4-FFF2-40B4-BE49-F238E27FC236}">
                <a16:creationId xmlns:a16="http://schemas.microsoft.com/office/drawing/2014/main" id="{AF2C0390-5310-4A98-9730-F4A63E22E391}"/>
              </a:ext>
            </a:extLst>
          </p:cNvPr>
          <p:cNvSpPr>
            <a:spLocks noGrp="1" noChangeArrowheads="1"/>
          </p:cNvSpPr>
          <p:nvPr>
            <p:ph type="title"/>
          </p:nvPr>
        </p:nvSpPr>
        <p:spPr>
          <a:xfrm>
            <a:off x="1828800" y="727075"/>
            <a:ext cx="7543800" cy="1295400"/>
          </a:xfrm>
        </p:spPr>
        <p:txBody>
          <a:bodyPr/>
          <a:lstStyle/>
          <a:p>
            <a:r>
              <a:rPr lang="en-US" altLang="en-US"/>
              <a:t>How does alpha-beta pruning work?</a:t>
            </a:r>
            <a:br>
              <a:rPr lang="en-US" altLang="en-US"/>
            </a:br>
            <a:endParaRPr lang="en-IN" altLang="en-US"/>
          </a:p>
        </p:txBody>
      </p:sp>
      <p:pic>
        <p:nvPicPr>
          <p:cNvPr id="105475" name="Picture 4">
            <a:extLst>
              <a:ext uri="{FF2B5EF4-FFF2-40B4-BE49-F238E27FC236}">
                <a16:creationId xmlns:a16="http://schemas.microsoft.com/office/drawing/2014/main" id="{DD5FEB96-E1CF-4E84-88C4-CCAE69F9E9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1" y="2133601"/>
            <a:ext cx="6467475" cy="317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727193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9B43C321-75A2-42DD-BE75-D43764A4DED6}"/>
              </a:ext>
            </a:extLst>
          </p:cNvPr>
          <p:cNvSpPr>
            <a:spLocks noGrp="1" noChangeArrowheads="1"/>
          </p:cNvSpPr>
          <p:nvPr>
            <p:ph type="title"/>
          </p:nvPr>
        </p:nvSpPr>
        <p:spPr/>
        <p:txBody>
          <a:bodyPr/>
          <a:lstStyle/>
          <a:p>
            <a:pPr eaLnBrk="1" hangingPunct="1"/>
            <a:r>
              <a:rPr lang="en-US" altLang="en-US">
                <a:latin typeface="Symbol" panose="05050102010706020507" pitchFamily="18" charset="2"/>
              </a:rPr>
              <a:t>a</a:t>
            </a:r>
            <a:r>
              <a:rPr lang="en-US" altLang="en-US"/>
              <a:t> Cut example</a:t>
            </a:r>
          </a:p>
        </p:txBody>
      </p:sp>
      <p:sp>
        <p:nvSpPr>
          <p:cNvPr id="45059" name="Rectangle 3">
            <a:extLst>
              <a:ext uri="{FF2B5EF4-FFF2-40B4-BE49-F238E27FC236}">
                <a16:creationId xmlns:a16="http://schemas.microsoft.com/office/drawing/2014/main" id="{6B31B024-B8DF-46F6-BA39-F8B89F6F21FC}"/>
              </a:ext>
            </a:extLst>
          </p:cNvPr>
          <p:cNvSpPr>
            <a:spLocks noGrp="1" noChangeArrowheads="1"/>
          </p:cNvSpPr>
          <p:nvPr>
            <p:ph type="body" idx="1"/>
          </p:nvPr>
        </p:nvSpPr>
        <p:spPr>
          <a:xfrm>
            <a:off x="1981200" y="4572001"/>
            <a:ext cx="8229600" cy="1558925"/>
          </a:xfrm>
        </p:spPr>
        <p:txBody>
          <a:bodyPr/>
          <a:lstStyle/>
          <a:p>
            <a:pPr eaLnBrk="1" hangingPunct="1"/>
            <a:endParaRPr lang="en-US" altLang="en-US"/>
          </a:p>
        </p:txBody>
      </p:sp>
      <p:sp>
        <p:nvSpPr>
          <p:cNvPr id="45060" name="AutoShape 4">
            <a:extLst>
              <a:ext uri="{FF2B5EF4-FFF2-40B4-BE49-F238E27FC236}">
                <a16:creationId xmlns:a16="http://schemas.microsoft.com/office/drawing/2014/main" id="{F0274EF7-FD59-43B2-984A-6366394C7148}"/>
              </a:ext>
            </a:extLst>
          </p:cNvPr>
          <p:cNvSpPr>
            <a:spLocks noChangeArrowheads="1"/>
          </p:cNvSpPr>
          <p:nvPr/>
        </p:nvSpPr>
        <p:spPr bwMode="auto">
          <a:xfrm>
            <a:off x="6248400" y="16002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45061" name="AutoShape 5">
            <a:extLst>
              <a:ext uri="{FF2B5EF4-FFF2-40B4-BE49-F238E27FC236}">
                <a16:creationId xmlns:a16="http://schemas.microsoft.com/office/drawing/2014/main" id="{E908AA85-AF81-4C46-B47E-39F8F2D6BFD1}"/>
              </a:ext>
            </a:extLst>
          </p:cNvPr>
          <p:cNvSpPr>
            <a:spLocks noChangeArrowheads="1"/>
          </p:cNvSpPr>
          <p:nvPr/>
        </p:nvSpPr>
        <p:spPr bwMode="auto">
          <a:xfrm rot="10800000">
            <a:off x="3581400" y="25908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45062" name="AutoShape 6">
            <a:extLst>
              <a:ext uri="{FF2B5EF4-FFF2-40B4-BE49-F238E27FC236}">
                <a16:creationId xmlns:a16="http://schemas.microsoft.com/office/drawing/2014/main" id="{894834F6-6DFC-4E5B-8BF5-4313482171E3}"/>
              </a:ext>
            </a:extLst>
          </p:cNvPr>
          <p:cNvSpPr>
            <a:spLocks noChangeArrowheads="1"/>
          </p:cNvSpPr>
          <p:nvPr/>
        </p:nvSpPr>
        <p:spPr bwMode="auto">
          <a:xfrm rot="10800000">
            <a:off x="8534400" y="25908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45063" name="AutoShape 7">
            <a:extLst>
              <a:ext uri="{FF2B5EF4-FFF2-40B4-BE49-F238E27FC236}">
                <a16:creationId xmlns:a16="http://schemas.microsoft.com/office/drawing/2014/main" id="{F59156F2-B547-47B8-8C82-B3FDCD99E997}"/>
              </a:ext>
            </a:extLst>
          </p:cNvPr>
          <p:cNvSpPr>
            <a:spLocks noChangeArrowheads="1"/>
          </p:cNvSpPr>
          <p:nvPr/>
        </p:nvSpPr>
        <p:spPr bwMode="auto">
          <a:xfrm rot="10800000">
            <a:off x="6248400" y="25908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45064" name="AutoShape 8">
            <a:extLst>
              <a:ext uri="{FF2B5EF4-FFF2-40B4-BE49-F238E27FC236}">
                <a16:creationId xmlns:a16="http://schemas.microsoft.com/office/drawing/2014/main" id="{D2E3331A-86B6-49DE-A807-65854450D599}"/>
              </a:ext>
            </a:extLst>
          </p:cNvPr>
          <p:cNvSpPr>
            <a:spLocks noChangeArrowheads="1"/>
          </p:cNvSpPr>
          <p:nvPr/>
        </p:nvSpPr>
        <p:spPr bwMode="auto">
          <a:xfrm>
            <a:off x="89154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45065" name="AutoShape 9">
            <a:extLst>
              <a:ext uri="{FF2B5EF4-FFF2-40B4-BE49-F238E27FC236}">
                <a16:creationId xmlns:a16="http://schemas.microsoft.com/office/drawing/2014/main" id="{485B64F8-D3E6-4095-82DC-D6806C464268}"/>
              </a:ext>
            </a:extLst>
          </p:cNvPr>
          <p:cNvSpPr>
            <a:spLocks noChangeArrowheads="1"/>
          </p:cNvSpPr>
          <p:nvPr/>
        </p:nvSpPr>
        <p:spPr bwMode="auto">
          <a:xfrm>
            <a:off x="83058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45066" name="AutoShape 10">
            <a:extLst>
              <a:ext uri="{FF2B5EF4-FFF2-40B4-BE49-F238E27FC236}">
                <a16:creationId xmlns:a16="http://schemas.microsoft.com/office/drawing/2014/main" id="{16F64286-A8BB-49A4-B76C-42DEAC3EE88F}"/>
              </a:ext>
            </a:extLst>
          </p:cNvPr>
          <p:cNvSpPr>
            <a:spLocks noChangeArrowheads="1"/>
          </p:cNvSpPr>
          <p:nvPr/>
        </p:nvSpPr>
        <p:spPr bwMode="auto">
          <a:xfrm>
            <a:off x="66294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45067" name="AutoShape 11">
            <a:extLst>
              <a:ext uri="{FF2B5EF4-FFF2-40B4-BE49-F238E27FC236}">
                <a16:creationId xmlns:a16="http://schemas.microsoft.com/office/drawing/2014/main" id="{177570F8-2AFD-47B5-95DD-C4EC74186C81}"/>
              </a:ext>
            </a:extLst>
          </p:cNvPr>
          <p:cNvSpPr>
            <a:spLocks noChangeArrowheads="1"/>
          </p:cNvSpPr>
          <p:nvPr/>
        </p:nvSpPr>
        <p:spPr bwMode="auto">
          <a:xfrm>
            <a:off x="60198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45068" name="AutoShape 12">
            <a:extLst>
              <a:ext uri="{FF2B5EF4-FFF2-40B4-BE49-F238E27FC236}">
                <a16:creationId xmlns:a16="http://schemas.microsoft.com/office/drawing/2014/main" id="{8B1652C1-8858-486E-AC6E-2E2EB265975A}"/>
              </a:ext>
            </a:extLst>
          </p:cNvPr>
          <p:cNvSpPr>
            <a:spLocks noChangeArrowheads="1"/>
          </p:cNvSpPr>
          <p:nvPr/>
        </p:nvSpPr>
        <p:spPr bwMode="auto">
          <a:xfrm>
            <a:off x="54102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45069" name="AutoShape 13">
            <a:extLst>
              <a:ext uri="{FF2B5EF4-FFF2-40B4-BE49-F238E27FC236}">
                <a16:creationId xmlns:a16="http://schemas.microsoft.com/office/drawing/2014/main" id="{CDD8086A-9CEE-4CF7-8682-E3ADD5706EC4}"/>
              </a:ext>
            </a:extLst>
          </p:cNvPr>
          <p:cNvSpPr>
            <a:spLocks noChangeArrowheads="1"/>
          </p:cNvSpPr>
          <p:nvPr/>
        </p:nvSpPr>
        <p:spPr bwMode="auto">
          <a:xfrm>
            <a:off x="38862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45070" name="AutoShape 14">
            <a:extLst>
              <a:ext uri="{FF2B5EF4-FFF2-40B4-BE49-F238E27FC236}">
                <a16:creationId xmlns:a16="http://schemas.microsoft.com/office/drawing/2014/main" id="{18D6D974-1BDB-468C-AAE1-B7F023D132BB}"/>
              </a:ext>
            </a:extLst>
          </p:cNvPr>
          <p:cNvSpPr>
            <a:spLocks noChangeArrowheads="1"/>
          </p:cNvSpPr>
          <p:nvPr/>
        </p:nvSpPr>
        <p:spPr bwMode="auto">
          <a:xfrm>
            <a:off x="32004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45071" name="AutoShape 15">
            <a:extLst>
              <a:ext uri="{FF2B5EF4-FFF2-40B4-BE49-F238E27FC236}">
                <a16:creationId xmlns:a16="http://schemas.microsoft.com/office/drawing/2014/main" id="{D431DC92-BD5C-46A7-B150-C2FEC83FBF8E}"/>
              </a:ext>
            </a:extLst>
          </p:cNvPr>
          <p:cNvSpPr>
            <a:spLocks noChangeArrowheads="1"/>
          </p:cNvSpPr>
          <p:nvPr/>
        </p:nvSpPr>
        <p:spPr bwMode="auto">
          <a:xfrm>
            <a:off x="72390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45072" name="Line 16">
            <a:extLst>
              <a:ext uri="{FF2B5EF4-FFF2-40B4-BE49-F238E27FC236}">
                <a16:creationId xmlns:a16="http://schemas.microsoft.com/office/drawing/2014/main" id="{8DE79021-C3A8-4E78-8D8C-185D1E90326E}"/>
              </a:ext>
            </a:extLst>
          </p:cNvPr>
          <p:cNvSpPr>
            <a:spLocks noChangeShapeType="1"/>
          </p:cNvSpPr>
          <p:nvPr/>
        </p:nvSpPr>
        <p:spPr bwMode="auto">
          <a:xfrm flipH="1">
            <a:off x="3810000" y="1981200"/>
            <a:ext cx="2667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45073" name="Line 17">
            <a:extLst>
              <a:ext uri="{FF2B5EF4-FFF2-40B4-BE49-F238E27FC236}">
                <a16:creationId xmlns:a16="http://schemas.microsoft.com/office/drawing/2014/main" id="{8F30083C-3A8A-46F3-B78A-B3DAD9A9345C}"/>
              </a:ext>
            </a:extLst>
          </p:cNvPr>
          <p:cNvSpPr>
            <a:spLocks noChangeShapeType="1"/>
          </p:cNvSpPr>
          <p:nvPr/>
        </p:nvSpPr>
        <p:spPr bwMode="auto">
          <a:xfrm flipH="1">
            <a:off x="6477000" y="1981200"/>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45074" name="Line 18">
            <a:extLst>
              <a:ext uri="{FF2B5EF4-FFF2-40B4-BE49-F238E27FC236}">
                <a16:creationId xmlns:a16="http://schemas.microsoft.com/office/drawing/2014/main" id="{39939C10-5B3F-410A-AFC4-7CDE63B1BA5F}"/>
              </a:ext>
            </a:extLst>
          </p:cNvPr>
          <p:cNvSpPr>
            <a:spLocks noChangeShapeType="1"/>
          </p:cNvSpPr>
          <p:nvPr/>
        </p:nvSpPr>
        <p:spPr bwMode="auto">
          <a:xfrm>
            <a:off x="6477000" y="1981200"/>
            <a:ext cx="22860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45075" name="Line 19">
            <a:extLst>
              <a:ext uri="{FF2B5EF4-FFF2-40B4-BE49-F238E27FC236}">
                <a16:creationId xmlns:a16="http://schemas.microsoft.com/office/drawing/2014/main" id="{8D87AE37-04A1-4C60-9582-63788DC18DA0}"/>
              </a:ext>
            </a:extLst>
          </p:cNvPr>
          <p:cNvSpPr>
            <a:spLocks noChangeShapeType="1"/>
          </p:cNvSpPr>
          <p:nvPr/>
        </p:nvSpPr>
        <p:spPr bwMode="auto">
          <a:xfrm flipH="1">
            <a:off x="3429000" y="2971800"/>
            <a:ext cx="3810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45076" name="Line 20">
            <a:extLst>
              <a:ext uri="{FF2B5EF4-FFF2-40B4-BE49-F238E27FC236}">
                <a16:creationId xmlns:a16="http://schemas.microsoft.com/office/drawing/2014/main" id="{7A6714F8-C3D6-4819-8051-2D1DC866CC04}"/>
              </a:ext>
            </a:extLst>
          </p:cNvPr>
          <p:cNvSpPr>
            <a:spLocks noChangeShapeType="1"/>
          </p:cNvSpPr>
          <p:nvPr/>
        </p:nvSpPr>
        <p:spPr bwMode="auto">
          <a:xfrm>
            <a:off x="3810000" y="2971800"/>
            <a:ext cx="30480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45077" name="Line 21">
            <a:extLst>
              <a:ext uri="{FF2B5EF4-FFF2-40B4-BE49-F238E27FC236}">
                <a16:creationId xmlns:a16="http://schemas.microsoft.com/office/drawing/2014/main" id="{8D1BF259-A3E2-48F1-ABE0-280CE0639A53}"/>
              </a:ext>
            </a:extLst>
          </p:cNvPr>
          <p:cNvSpPr>
            <a:spLocks noChangeShapeType="1"/>
          </p:cNvSpPr>
          <p:nvPr/>
        </p:nvSpPr>
        <p:spPr bwMode="auto">
          <a:xfrm flipH="1">
            <a:off x="5638800" y="2971800"/>
            <a:ext cx="8382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45078" name="Line 22">
            <a:extLst>
              <a:ext uri="{FF2B5EF4-FFF2-40B4-BE49-F238E27FC236}">
                <a16:creationId xmlns:a16="http://schemas.microsoft.com/office/drawing/2014/main" id="{F9FD9B63-10E2-4A01-B844-84BE2EBC9F4B}"/>
              </a:ext>
            </a:extLst>
          </p:cNvPr>
          <p:cNvSpPr>
            <a:spLocks noChangeShapeType="1"/>
          </p:cNvSpPr>
          <p:nvPr/>
        </p:nvSpPr>
        <p:spPr bwMode="auto">
          <a:xfrm flipH="1">
            <a:off x="6248400" y="2971800"/>
            <a:ext cx="2286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45079" name="Line 23">
            <a:extLst>
              <a:ext uri="{FF2B5EF4-FFF2-40B4-BE49-F238E27FC236}">
                <a16:creationId xmlns:a16="http://schemas.microsoft.com/office/drawing/2014/main" id="{3A952CCC-3E3A-472F-8AB1-BC036E54819E}"/>
              </a:ext>
            </a:extLst>
          </p:cNvPr>
          <p:cNvSpPr>
            <a:spLocks noChangeShapeType="1"/>
          </p:cNvSpPr>
          <p:nvPr/>
        </p:nvSpPr>
        <p:spPr bwMode="auto">
          <a:xfrm>
            <a:off x="6477000" y="2971800"/>
            <a:ext cx="381000" cy="685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45080" name="Line 24">
            <a:extLst>
              <a:ext uri="{FF2B5EF4-FFF2-40B4-BE49-F238E27FC236}">
                <a16:creationId xmlns:a16="http://schemas.microsoft.com/office/drawing/2014/main" id="{CE98260A-D612-4704-949E-2850501F26D2}"/>
              </a:ext>
            </a:extLst>
          </p:cNvPr>
          <p:cNvSpPr>
            <a:spLocks noChangeShapeType="1"/>
          </p:cNvSpPr>
          <p:nvPr/>
        </p:nvSpPr>
        <p:spPr bwMode="auto">
          <a:xfrm>
            <a:off x="6477000" y="2971800"/>
            <a:ext cx="9906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45081" name="Line 25">
            <a:extLst>
              <a:ext uri="{FF2B5EF4-FFF2-40B4-BE49-F238E27FC236}">
                <a16:creationId xmlns:a16="http://schemas.microsoft.com/office/drawing/2014/main" id="{22862697-9953-4A21-B968-70126F58BFE4}"/>
              </a:ext>
            </a:extLst>
          </p:cNvPr>
          <p:cNvSpPr>
            <a:spLocks noChangeShapeType="1"/>
          </p:cNvSpPr>
          <p:nvPr/>
        </p:nvSpPr>
        <p:spPr bwMode="auto">
          <a:xfrm flipH="1">
            <a:off x="8534400" y="2971800"/>
            <a:ext cx="228600" cy="685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45082" name="Line 26">
            <a:extLst>
              <a:ext uri="{FF2B5EF4-FFF2-40B4-BE49-F238E27FC236}">
                <a16:creationId xmlns:a16="http://schemas.microsoft.com/office/drawing/2014/main" id="{115425EB-1BA6-4F05-A1E5-04921A76916F}"/>
              </a:ext>
            </a:extLst>
          </p:cNvPr>
          <p:cNvSpPr>
            <a:spLocks noChangeShapeType="1"/>
          </p:cNvSpPr>
          <p:nvPr/>
        </p:nvSpPr>
        <p:spPr bwMode="auto">
          <a:xfrm>
            <a:off x="8763000" y="2971800"/>
            <a:ext cx="3810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45083" name="Text Box 27">
            <a:extLst>
              <a:ext uri="{FF2B5EF4-FFF2-40B4-BE49-F238E27FC236}">
                <a16:creationId xmlns:a16="http://schemas.microsoft.com/office/drawing/2014/main" id="{A45E7A8D-F3C2-4C17-871A-853BBA0BF93C}"/>
              </a:ext>
            </a:extLst>
          </p:cNvPr>
          <p:cNvSpPr txBox="1">
            <a:spLocks noChangeArrowheads="1"/>
          </p:cNvSpPr>
          <p:nvPr/>
        </p:nvSpPr>
        <p:spPr bwMode="auto">
          <a:xfrm>
            <a:off x="7239000" y="4038601"/>
            <a:ext cx="565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100</a:t>
            </a:r>
          </a:p>
        </p:txBody>
      </p:sp>
      <p:sp>
        <p:nvSpPr>
          <p:cNvPr id="45084" name="Text Box 28">
            <a:extLst>
              <a:ext uri="{FF2B5EF4-FFF2-40B4-BE49-F238E27FC236}">
                <a16:creationId xmlns:a16="http://schemas.microsoft.com/office/drawing/2014/main" id="{7D50011B-BC68-4C7F-920B-F7FCFB2D34B5}"/>
              </a:ext>
            </a:extLst>
          </p:cNvPr>
          <p:cNvSpPr txBox="1">
            <a:spLocks noChangeArrowheads="1"/>
          </p:cNvSpPr>
          <p:nvPr/>
        </p:nvSpPr>
        <p:spPr bwMode="auto">
          <a:xfrm>
            <a:off x="3200400" y="4038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21</a:t>
            </a:r>
          </a:p>
        </p:txBody>
      </p:sp>
      <p:sp>
        <p:nvSpPr>
          <p:cNvPr id="45085" name="Text Box 29">
            <a:extLst>
              <a:ext uri="{FF2B5EF4-FFF2-40B4-BE49-F238E27FC236}">
                <a16:creationId xmlns:a16="http://schemas.microsoft.com/office/drawing/2014/main" id="{2D74DD19-CD0E-4780-A156-0E9ACBCA73EA}"/>
              </a:ext>
            </a:extLst>
          </p:cNvPr>
          <p:cNvSpPr txBox="1">
            <a:spLocks noChangeArrowheads="1"/>
          </p:cNvSpPr>
          <p:nvPr/>
        </p:nvSpPr>
        <p:spPr bwMode="auto">
          <a:xfrm>
            <a:off x="3962400" y="40386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-3</a:t>
            </a:r>
          </a:p>
        </p:txBody>
      </p:sp>
      <p:sp>
        <p:nvSpPr>
          <p:cNvPr id="45086" name="Text Box 30">
            <a:extLst>
              <a:ext uri="{FF2B5EF4-FFF2-40B4-BE49-F238E27FC236}">
                <a16:creationId xmlns:a16="http://schemas.microsoft.com/office/drawing/2014/main" id="{3D5281F8-3A24-4DF4-A7A6-71E426A295F6}"/>
              </a:ext>
            </a:extLst>
          </p:cNvPr>
          <p:cNvSpPr txBox="1">
            <a:spLocks noChangeArrowheads="1"/>
          </p:cNvSpPr>
          <p:nvPr/>
        </p:nvSpPr>
        <p:spPr bwMode="auto">
          <a:xfrm>
            <a:off x="5334000" y="4038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12</a:t>
            </a:r>
          </a:p>
        </p:txBody>
      </p:sp>
      <p:sp>
        <p:nvSpPr>
          <p:cNvPr id="45087" name="Text Box 31">
            <a:extLst>
              <a:ext uri="{FF2B5EF4-FFF2-40B4-BE49-F238E27FC236}">
                <a16:creationId xmlns:a16="http://schemas.microsoft.com/office/drawing/2014/main" id="{875711A7-B0E5-410D-B7C1-2BFE8411CD05}"/>
              </a:ext>
            </a:extLst>
          </p:cNvPr>
          <p:cNvSpPr txBox="1">
            <a:spLocks noChangeArrowheads="1"/>
          </p:cNvSpPr>
          <p:nvPr/>
        </p:nvSpPr>
        <p:spPr bwMode="auto">
          <a:xfrm>
            <a:off x="6019800" y="4038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70</a:t>
            </a:r>
          </a:p>
        </p:txBody>
      </p:sp>
      <p:sp>
        <p:nvSpPr>
          <p:cNvPr id="45088" name="Text Box 32">
            <a:extLst>
              <a:ext uri="{FF2B5EF4-FFF2-40B4-BE49-F238E27FC236}">
                <a16:creationId xmlns:a16="http://schemas.microsoft.com/office/drawing/2014/main" id="{0741F632-D8A9-4CF6-A512-2CE0D83280FE}"/>
              </a:ext>
            </a:extLst>
          </p:cNvPr>
          <p:cNvSpPr txBox="1">
            <a:spLocks noChangeArrowheads="1"/>
          </p:cNvSpPr>
          <p:nvPr/>
        </p:nvSpPr>
        <p:spPr bwMode="auto">
          <a:xfrm>
            <a:off x="6629400" y="40386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-4</a:t>
            </a:r>
          </a:p>
        </p:txBody>
      </p:sp>
      <p:sp>
        <p:nvSpPr>
          <p:cNvPr id="45089" name="Text Box 33">
            <a:extLst>
              <a:ext uri="{FF2B5EF4-FFF2-40B4-BE49-F238E27FC236}">
                <a16:creationId xmlns:a16="http://schemas.microsoft.com/office/drawing/2014/main" id="{7ECCC4E4-F49C-4410-9433-5D939B638083}"/>
              </a:ext>
            </a:extLst>
          </p:cNvPr>
          <p:cNvSpPr txBox="1">
            <a:spLocks noChangeArrowheads="1"/>
          </p:cNvSpPr>
          <p:nvPr/>
        </p:nvSpPr>
        <p:spPr bwMode="auto">
          <a:xfrm>
            <a:off x="8229600" y="4038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-73</a:t>
            </a:r>
          </a:p>
        </p:txBody>
      </p:sp>
      <p:sp>
        <p:nvSpPr>
          <p:cNvPr id="45090" name="Text Box 34">
            <a:extLst>
              <a:ext uri="{FF2B5EF4-FFF2-40B4-BE49-F238E27FC236}">
                <a16:creationId xmlns:a16="http://schemas.microsoft.com/office/drawing/2014/main" id="{0D2B69AF-0642-4316-AB45-EFD1B679DDBC}"/>
              </a:ext>
            </a:extLst>
          </p:cNvPr>
          <p:cNvSpPr txBox="1">
            <a:spLocks noChangeArrowheads="1"/>
          </p:cNvSpPr>
          <p:nvPr/>
        </p:nvSpPr>
        <p:spPr bwMode="auto">
          <a:xfrm>
            <a:off x="8839200" y="4038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-14</a:t>
            </a:r>
          </a:p>
        </p:txBody>
      </p:sp>
      <p:sp>
        <p:nvSpPr>
          <p:cNvPr id="45091" name="Text Box 35">
            <a:extLst>
              <a:ext uri="{FF2B5EF4-FFF2-40B4-BE49-F238E27FC236}">
                <a16:creationId xmlns:a16="http://schemas.microsoft.com/office/drawing/2014/main" id="{7227EEFE-3619-404E-A401-579698DDB13A}"/>
              </a:ext>
            </a:extLst>
          </p:cNvPr>
          <p:cNvSpPr txBox="1">
            <a:spLocks noChangeArrowheads="1"/>
          </p:cNvSpPr>
          <p:nvPr/>
        </p:nvSpPr>
        <p:spPr bwMode="auto">
          <a:xfrm>
            <a:off x="4038600" y="26670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-3</a:t>
            </a:r>
          </a:p>
        </p:txBody>
      </p:sp>
      <p:sp>
        <p:nvSpPr>
          <p:cNvPr id="45092" name="Text Box 36">
            <a:extLst>
              <a:ext uri="{FF2B5EF4-FFF2-40B4-BE49-F238E27FC236}">
                <a16:creationId xmlns:a16="http://schemas.microsoft.com/office/drawing/2014/main" id="{12490121-8690-4947-8245-9CD1D479DE14}"/>
              </a:ext>
            </a:extLst>
          </p:cNvPr>
          <p:cNvSpPr txBox="1">
            <a:spLocks noChangeArrowheads="1"/>
          </p:cNvSpPr>
          <p:nvPr/>
        </p:nvSpPr>
        <p:spPr bwMode="auto">
          <a:xfrm>
            <a:off x="6705600" y="26670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-4</a:t>
            </a:r>
          </a:p>
        </p:txBody>
      </p:sp>
      <p:sp>
        <p:nvSpPr>
          <p:cNvPr id="45093" name="Text Box 37">
            <a:extLst>
              <a:ext uri="{FF2B5EF4-FFF2-40B4-BE49-F238E27FC236}">
                <a16:creationId xmlns:a16="http://schemas.microsoft.com/office/drawing/2014/main" id="{026EF388-0B28-4A14-93F7-32D80CD7A40A}"/>
              </a:ext>
            </a:extLst>
          </p:cNvPr>
          <p:cNvSpPr txBox="1">
            <a:spLocks noChangeArrowheads="1"/>
          </p:cNvSpPr>
          <p:nvPr/>
        </p:nvSpPr>
        <p:spPr bwMode="auto">
          <a:xfrm>
            <a:off x="5791200" y="16002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-3</a:t>
            </a:r>
          </a:p>
        </p:txBody>
      </p:sp>
      <p:sp>
        <p:nvSpPr>
          <p:cNvPr id="45094" name="Text Box 38">
            <a:extLst>
              <a:ext uri="{FF2B5EF4-FFF2-40B4-BE49-F238E27FC236}">
                <a16:creationId xmlns:a16="http://schemas.microsoft.com/office/drawing/2014/main" id="{3DA9DC34-81BD-4E01-AE2E-97F7EDCA20CE}"/>
              </a:ext>
            </a:extLst>
          </p:cNvPr>
          <p:cNvSpPr txBox="1">
            <a:spLocks noChangeArrowheads="1"/>
          </p:cNvSpPr>
          <p:nvPr/>
        </p:nvSpPr>
        <p:spPr bwMode="auto">
          <a:xfrm>
            <a:off x="9067800" y="26670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-73</a:t>
            </a:r>
          </a:p>
        </p:txBody>
      </p:sp>
      <p:sp>
        <p:nvSpPr>
          <p:cNvPr id="45095" name="Text Box 39">
            <a:extLst>
              <a:ext uri="{FF2B5EF4-FFF2-40B4-BE49-F238E27FC236}">
                <a16:creationId xmlns:a16="http://schemas.microsoft.com/office/drawing/2014/main" id="{0E57E1C0-9177-41AE-83C2-597D6D39493A}"/>
              </a:ext>
            </a:extLst>
          </p:cNvPr>
          <p:cNvSpPr txBox="1">
            <a:spLocks noChangeArrowheads="1"/>
          </p:cNvSpPr>
          <p:nvPr/>
        </p:nvSpPr>
        <p:spPr bwMode="auto">
          <a:xfrm>
            <a:off x="1736725" y="1560513"/>
            <a:ext cx="615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Max</a:t>
            </a:r>
          </a:p>
        </p:txBody>
      </p:sp>
      <p:sp>
        <p:nvSpPr>
          <p:cNvPr id="45096" name="Text Box 40">
            <a:extLst>
              <a:ext uri="{FF2B5EF4-FFF2-40B4-BE49-F238E27FC236}">
                <a16:creationId xmlns:a16="http://schemas.microsoft.com/office/drawing/2014/main" id="{3BD501B1-EEB6-4EC3-95B8-119ACDA1D932}"/>
              </a:ext>
            </a:extLst>
          </p:cNvPr>
          <p:cNvSpPr txBox="1">
            <a:spLocks noChangeArrowheads="1"/>
          </p:cNvSpPr>
          <p:nvPr/>
        </p:nvSpPr>
        <p:spPr bwMode="auto">
          <a:xfrm>
            <a:off x="1752600" y="3810001"/>
            <a:ext cx="615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Max</a:t>
            </a:r>
          </a:p>
        </p:txBody>
      </p:sp>
      <p:sp>
        <p:nvSpPr>
          <p:cNvPr id="45097" name="Text Box 41">
            <a:extLst>
              <a:ext uri="{FF2B5EF4-FFF2-40B4-BE49-F238E27FC236}">
                <a16:creationId xmlns:a16="http://schemas.microsoft.com/office/drawing/2014/main" id="{98BB717A-E1AF-48D6-BC98-1B5FDB9E3C86}"/>
              </a:ext>
            </a:extLst>
          </p:cNvPr>
          <p:cNvSpPr txBox="1">
            <a:spLocks noChangeArrowheads="1"/>
          </p:cNvSpPr>
          <p:nvPr/>
        </p:nvSpPr>
        <p:spPr bwMode="auto">
          <a:xfrm>
            <a:off x="1752600" y="2590801"/>
            <a:ext cx="552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Min</a:t>
            </a:r>
          </a:p>
        </p:txBody>
      </p:sp>
    </p:spTree>
    <p:extLst>
      <p:ext uri="{BB962C8B-B14F-4D97-AF65-F5344CB8AC3E}">
        <p14:creationId xmlns:p14="http://schemas.microsoft.com/office/powerpoint/2010/main" val="902009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BDD72B3A-5096-4F6D-831D-D0733B049D74}"/>
              </a:ext>
            </a:extLst>
          </p:cNvPr>
          <p:cNvSpPr>
            <a:spLocks noGrp="1" noChangeArrowheads="1"/>
          </p:cNvSpPr>
          <p:nvPr>
            <p:ph type="title"/>
          </p:nvPr>
        </p:nvSpPr>
        <p:spPr/>
        <p:txBody>
          <a:bodyPr/>
          <a:lstStyle/>
          <a:p>
            <a:pPr eaLnBrk="1" hangingPunct="1"/>
            <a:r>
              <a:rPr lang="en-US" altLang="en-US">
                <a:latin typeface="Symbol" panose="05050102010706020507" pitchFamily="18" charset="2"/>
              </a:rPr>
              <a:t>a</a:t>
            </a:r>
            <a:r>
              <a:rPr lang="en-US" altLang="en-US"/>
              <a:t> Cut example</a:t>
            </a:r>
          </a:p>
        </p:txBody>
      </p:sp>
      <p:sp>
        <p:nvSpPr>
          <p:cNvPr id="47107" name="Rectangle 3">
            <a:extLst>
              <a:ext uri="{FF2B5EF4-FFF2-40B4-BE49-F238E27FC236}">
                <a16:creationId xmlns:a16="http://schemas.microsoft.com/office/drawing/2014/main" id="{9709107C-CA47-469B-B74D-9128A55672A0}"/>
              </a:ext>
            </a:extLst>
          </p:cNvPr>
          <p:cNvSpPr>
            <a:spLocks noGrp="1" noChangeArrowheads="1"/>
          </p:cNvSpPr>
          <p:nvPr>
            <p:ph type="body" idx="1"/>
          </p:nvPr>
        </p:nvSpPr>
        <p:spPr>
          <a:xfrm>
            <a:off x="1981200" y="4572001"/>
            <a:ext cx="8229600" cy="1558925"/>
          </a:xfrm>
        </p:spPr>
        <p:txBody>
          <a:bodyPr/>
          <a:lstStyle/>
          <a:p>
            <a:pPr eaLnBrk="1" hangingPunct="1"/>
            <a:r>
              <a:rPr lang="en-US" altLang="en-US"/>
              <a:t>Depth first search along path 1</a:t>
            </a:r>
          </a:p>
        </p:txBody>
      </p:sp>
      <p:sp>
        <p:nvSpPr>
          <p:cNvPr id="47108" name="AutoShape 4">
            <a:extLst>
              <a:ext uri="{FF2B5EF4-FFF2-40B4-BE49-F238E27FC236}">
                <a16:creationId xmlns:a16="http://schemas.microsoft.com/office/drawing/2014/main" id="{6AF2A011-048F-46C8-8A2F-A2A4BB75D846}"/>
              </a:ext>
            </a:extLst>
          </p:cNvPr>
          <p:cNvSpPr>
            <a:spLocks noChangeArrowheads="1"/>
          </p:cNvSpPr>
          <p:nvPr/>
        </p:nvSpPr>
        <p:spPr bwMode="auto">
          <a:xfrm>
            <a:off x="6248400" y="16002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47109" name="AutoShape 5">
            <a:extLst>
              <a:ext uri="{FF2B5EF4-FFF2-40B4-BE49-F238E27FC236}">
                <a16:creationId xmlns:a16="http://schemas.microsoft.com/office/drawing/2014/main" id="{7B19AE1D-5ED9-4A78-AF8D-5912E8FEFCD4}"/>
              </a:ext>
            </a:extLst>
          </p:cNvPr>
          <p:cNvSpPr>
            <a:spLocks noChangeArrowheads="1"/>
          </p:cNvSpPr>
          <p:nvPr/>
        </p:nvSpPr>
        <p:spPr bwMode="auto">
          <a:xfrm rot="10800000">
            <a:off x="3581400" y="25908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47110" name="AutoShape 6">
            <a:extLst>
              <a:ext uri="{FF2B5EF4-FFF2-40B4-BE49-F238E27FC236}">
                <a16:creationId xmlns:a16="http://schemas.microsoft.com/office/drawing/2014/main" id="{4211564C-ABE4-4BCC-9F56-C15246CC71D2}"/>
              </a:ext>
            </a:extLst>
          </p:cNvPr>
          <p:cNvSpPr>
            <a:spLocks noChangeArrowheads="1"/>
          </p:cNvSpPr>
          <p:nvPr/>
        </p:nvSpPr>
        <p:spPr bwMode="auto">
          <a:xfrm rot="10800000">
            <a:off x="8534400" y="2590800"/>
            <a:ext cx="457200" cy="381000"/>
          </a:xfrm>
          <a:prstGeom prst="triangle">
            <a:avLst>
              <a:gd name="adj" fmla="val 50000"/>
            </a:avLst>
          </a:prstGeom>
          <a:solidFill>
            <a:schemeClr val="folHlink"/>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47111" name="AutoShape 7">
            <a:extLst>
              <a:ext uri="{FF2B5EF4-FFF2-40B4-BE49-F238E27FC236}">
                <a16:creationId xmlns:a16="http://schemas.microsoft.com/office/drawing/2014/main" id="{BF54EAA8-C912-4FE4-B7A9-6F86D5BD6228}"/>
              </a:ext>
            </a:extLst>
          </p:cNvPr>
          <p:cNvSpPr>
            <a:spLocks noChangeArrowheads="1"/>
          </p:cNvSpPr>
          <p:nvPr/>
        </p:nvSpPr>
        <p:spPr bwMode="auto">
          <a:xfrm rot="10800000">
            <a:off x="6248400" y="2590800"/>
            <a:ext cx="457200" cy="381000"/>
          </a:xfrm>
          <a:prstGeom prst="triangle">
            <a:avLst>
              <a:gd name="adj" fmla="val 50000"/>
            </a:avLst>
          </a:prstGeom>
          <a:solidFill>
            <a:schemeClr val="folHlink"/>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47112" name="AutoShape 8">
            <a:extLst>
              <a:ext uri="{FF2B5EF4-FFF2-40B4-BE49-F238E27FC236}">
                <a16:creationId xmlns:a16="http://schemas.microsoft.com/office/drawing/2014/main" id="{1775D498-6D76-4ED2-94AB-3901B28F1CD8}"/>
              </a:ext>
            </a:extLst>
          </p:cNvPr>
          <p:cNvSpPr>
            <a:spLocks noChangeArrowheads="1"/>
          </p:cNvSpPr>
          <p:nvPr/>
        </p:nvSpPr>
        <p:spPr bwMode="auto">
          <a:xfrm>
            <a:off x="8915400" y="3657600"/>
            <a:ext cx="457200" cy="381000"/>
          </a:xfrm>
          <a:prstGeom prst="triangle">
            <a:avLst>
              <a:gd name="adj" fmla="val 50000"/>
            </a:avLst>
          </a:prstGeom>
          <a:solidFill>
            <a:schemeClr val="folHlink"/>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47113" name="AutoShape 9">
            <a:extLst>
              <a:ext uri="{FF2B5EF4-FFF2-40B4-BE49-F238E27FC236}">
                <a16:creationId xmlns:a16="http://schemas.microsoft.com/office/drawing/2014/main" id="{FDCBF242-CDE4-4CED-8C8E-579E38FFC17D}"/>
              </a:ext>
            </a:extLst>
          </p:cNvPr>
          <p:cNvSpPr>
            <a:spLocks noChangeArrowheads="1"/>
          </p:cNvSpPr>
          <p:nvPr/>
        </p:nvSpPr>
        <p:spPr bwMode="auto">
          <a:xfrm>
            <a:off x="8305800" y="3657600"/>
            <a:ext cx="457200" cy="381000"/>
          </a:xfrm>
          <a:prstGeom prst="triangle">
            <a:avLst>
              <a:gd name="adj" fmla="val 50000"/>
            </a:avLst>
          </a:prstGeom>
          <a:solidFill>
            <a:schemeClr val="folHlink"/>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47114" name="AutoShape 10">
            <a:extLst>
              <a:ext uri="{FF2B5EF4-FFF2-40B4-BE49-F238E27FC236}">
                <a16:creationId xmlns:a16="http://schemas.microsoft.com/office/drawing/2014/main" id="{F96F9B35-52BE-4A1E-A9D0-B0F89A60FDEA}"/>
              </a:ext>
            </a:extLst>
          </p:cNvPr>
          <p:cNvSpPr>
            <a:spLocks noChangeArrowheads="1"/>
          </p:cNvSpPr>
          <p:nvPr/>
        </p:nvSpPr>
        <p:spPr bwMode="auto">
          <a:xfrm>
            <a:off x="6629400" y="3657600"/>
            <a:ext cx="457200" cy="381000"/>
          </a:xfrm>
          <a:prstGeom prst="triangle">
            <a:avLst>
              <a:gd name="adj" fmla="val 50000"/>
            </a:avLst>
          </a:prstGeom>
          <a:solidFill>
            <a:schemeClr val="folHlink"/>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47115" name="AutoShape 11">
            <a:extLst>
              <a:ext uri="{FF2B5EF4-FFF2-40B4-BE49-F238E27FC236}">
                <a16:creationId xmlns:a16="http://schemas.microsoft.com/office/drawing/2014/main" id="{F2914189-4621-4A16-B36A-8C1BDE4BEF94}"/>
              </a:ext>
            </a:extLst>
          </p:cNvPr>
          <p:cNvSpPr>
            <a:spLocks noChangeArrowheads="1"/>
          </p:cNvSpPr>
          <p:nvPr/>
        </p:nvSpPr>
        <p:spPr bwMode="auto">
          <a:xfrm>
            <a:off x="6019800" y="3657600"/>
            <a:ext cx="457200" cy="381000"/>
          </a:xfrm>
          <a:prstGeom prst="triangle">
            <a:avLst>
              <a:gd name="adj" fmla="val 50000"/>
            </a:avLst>
          </a:prstGeom>
          <a:solidFill>
            <a:schemeClr val="folHlink"/>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47116" name="AutoShape 12">
            <a:extLst>
              <a:ext uri="{FF2B5EF4-FFF2-40B4-BE49-F238E27FC236}">
                <a16:creationId xmlns:a16="http://schemas.microsoft.com/office/drawing/2014/main" id="{49878CAD-D2A1-40E7-B52F-452505475E7C}"/>
              </a:ext>
            </a:extLst>
          </p:cNvPr>
          <p:cNvSpPr>
            <a:spLocks noChangeArrowheads="1"/>
          </p:cNvSpPr>
          <p:nvPr/>
        </p:nvSpPr>
        <p:spPr bwMode="auto">
          <a:xfrm>
            <a:off x="5410200" y="3657600"/>
            <a:ext cx="457200" cy="381000"/>
          </a:xfrm>
          <a:prstGeom prst="triangle">
            <a:avLst>
              <a:gd name="adj" fmla="val 50000"/>
            </a:avLst>
          </a:prstGeom>
          <a:solidFill>
            <a:schemeClr val="folHlink"/>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47117" name="AutoShape 13">
            <a:extLst>
              <a:ext uri="{FF2B5EF4-FFF2-40B4-BE49-F238E27FC236}">
                <a16:creationId xmlns:a16="http://schemas.microsoft.com/office/drawing/2014/main" id="{31CF38E7-C872-48DB-9B7A-7766E24D8DF0}"/>
              </a:ext>
            </a:extLst>
          </p:cNvPr>
          <p:cNvSpPr>
            <a:spLocks noChangeArrowheads="1"/>
          </p:cNvSpPr>
          <p:nvPr/>
        </p:nvSpPr>
        <p:spPr bwMode="auto">
          <a:xfrm>
            <a:off x="3886200" y="3657600"/>
            <a:ext cx="457200" cy="381000"/>
          </a:xfrm>
          <a:prstGeom prst="triangle">
            <a:avLst>
              <a:gd name="adj" fmla="val 50000"/>
            </a:avLst>
          </a:prstGeom>
          <a:solidFill>
            <a:schemeClr val="folHlink"/>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47118" name="AutoShape 14">
            <a:extLst>
              <a:ext uri="{FF2B5EF4-FFF2-40B4-BE49-F238E27FC236}">
                <a16:creationId xmlns:a16="http://schemas.microsoft.com/office/drawing/2014/main" id="{6F94EA3A-FE20-4703-95FC-96FFBCB057AD}"/>
              </a:ext>
            </a:extLst>
          </p:cNvPr>
          <p:cNvSpPr>
            <a:spLocks noChangeArrowheads="1"/>
          </p:cNvSpPr>
          <p:nvPr/>
        </p:nvSpPr>
        <p:spPr bwMode="auto">
          <a:xfrm>
            <a:off x="32004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47119" name="AutoShape 15">
            <a:extLst>
              <a:ext uri="{FF2B5EF4-FFF2-40B4-BE49-F238E27FC236}">
                <a16:creationId xmlns:a16="http://schemas.microsoft.com/office/drawing/2014/main" id="{9AF46DAB-E2FC-477C-AD37-12DAE5DA2A68}"/>
              </a:ext>
            </a:extLst>
          </p:cNvPr>
          <p:cNvSpPr>
            <a:spLocks noChangeArrowheads="1"/>
          </p:cNvSpPr>
          <p:nvPr/>
        </p:nvSpPr>
        <p:spPr bwMode="auto">
          <a:xfrm>
            <a:off x="7239000" y="3657600"/>
            <a:ext cx="457200" cy="381000"/>
          </a:xfrm>
          <a:prstGeom prst="triangle">
            <a:avLst>
              <a:gd name="adj" fmla="val 50000"/>
            </a:avLst>
          </a:prstGeom>
          <a:solidFill>
            <a:schemeClr val="folHlink"/>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47120" name="Line 16">
            <a:extLst>
              <a:ext uri="{FF2B5EF4-FFF2-40B4-BE49-F238E27FC236}">
                <a16:creationId xmlns:a16="http://schemas.microsoft.com/office/drawing/2014/main" id="{DA43E4ED-264B-42E2-8464-862A6ABFD5B8}"/>
              </a:ext>
            </a:extLst>
          </p:cNvPr>
          <p:cNvSpPr>
            <a:spLocks noChangeShapeType="1"/>
          </p:cNvSpPr>
          <p:nvPr/>
        </p:nvSpPr>
        <p:spPr bwMode="auto">
          <a:xfrm flipH="1">
            <a:off x="3810000" y="1981200"/>
            <a:ext cx="2667000" cy="609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47121" name="Line 17">
            <a:extLst>
              <a:ext uri="{FF2B5EF4-FFF2-40B4-BE49-F238E27FC236}">
                <a16:creationId xmlns:a16="http://schemas.microsoft.com/office/drawing/2014/main" id="{21D106B0-6BDC-44E2-AD6F-7AC01EC85A11}"/>
              </a:ext>
            </a:extLst>
          </p:cNvPr>
          <p:cNvSpPr>
            <a:spLocks noChangeShapeType="1"/>
          </p:cNvSpPr>
          <p:nvPr/>
        </p:nvSpPr>
        <p:spPr bwMode="auto">
          <a:xfrm flipH="1">
            <a:off x="6477000" y="1981200"/>
            <a:ext cx="0" cy="6096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47122" name="Line 18">
            <a:extLst>
              <a:ext uri="{FF2B5EF4-FFF2-40B4-BE49-F238E27FC236}">
                <a16:creationId xmlns:a16="http://schemas.microsoft.com/office/drawing/2014/main" id="{60376EE4-788D-4156-B73D-904B9EE41A08}"/>
              </a:ext>
            </a:extLst>
          </p:cNvPr>
          <p:cNvSpPr>
            <a:spLocks noChangeShapeType="1"/>
          </p:cNvSpPr>
          <p:nvPr/>
        </p:nvSpPr>
        <p:spPr bwMode="auto">
          <a:xfrm>
            <a:off x="6477000" y="1981200"/>
            <a:ext cx="2286000" cy="6096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47123" name="Line 19">
            <a:extLst>
              <a:ext uri="{FF2B5EF4-FFF2-40B4-BE49-F238E27FC236}">
                <a16:creationId xmlns:a16="http://schemas.microsoft.com/office/drawing/2014/main" id="{E5AD0B87-0B25-4590-A5E6-986D1785436E}"/>
              </a:ext>
            </a:extLst>
          </p:cNvPr>
          <p:cNvSpPr>
            <a:spLocks noChangeShapeType="1"/>
          </p:cNvSpPr>
          <p:nvPr/>
        </p:nvSpPr>
        <p:spPr bwMode="auto">
          <a:xfrm flipH="1">
            <a:off x="3429000" y="2971800"/>
            <a:ext cx="3810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47124" name="Line 20">
            <a:extLst>
              <a:ext uri="{FF2B5EF4-FFF2-40B4-BE49-F238E27FC236}">
                <a16:creationId xmlns:a16="http://schemas.microsoft.com/office/drawing/2014/main" id="{5E460594-14D8-4148-8F9D-4EF67E2C77C1}"/>
              </a:ext>
            </a:extLst>
          </p:cNvPr>
          <p:cNvSpPr>
            <a:spLocks noChangeShapeType="1"/>
          </p:cNvSpPr>
          <p:nvPr/>
        </p:nvSpPr>
        <p:spPr bwMode="auto">
          <a:xfrm>
            <a:off x="3810000" y="2971800"/>
            <a:ext cx="304800" cy="6858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47125" name="Line 21">
            <a:extLst>
              <a:ext uri="{FF2B5EF4-FFF2-40B4-BE49-F238E27FC236}">
                <a16:creationId xmlns:a16="http://schemas.microsoft.com/office/drawing/2014/main" id="{B38A58B9-4CFF-4052-9069-9B8564747995}"/>
              </a:ext>
            </a:extLst>
          </p:cNvPr>
          <p:cNvSpPr>
            <a:spLocks noChangeShapeType="1"/>
          </p:cNvSpPr>
          <p:nvPr/>
        </p:nvSpPr>
        <p:spPr bwMode="auto">
          <a:xfrm flipH="1">
            <a:off x="5638800" y="2971800"/>
            <a:ext cx="838200" cy="6858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47126" name="Line 22">
            <a:extLst>
              <a:ext uri="{FF2B5EF4-FFF2-40B4-BE49-F238E27FC236}">
                <a16:creationId xmlns:a16="http://schemas.microsoft.com/office/drawing/2014/main" id="{3755B545-071A-4A79-9BCB-6CAAABD5C6F6}"/>
              </a:ext>
            </a:extLst>
          </p:cNvPr>
          <p:cNvSpPr>
            <a:spLocks noChangeShapeType="1"/>
          </p:cNvSpPr>
          <p:nvPr/>
        </p:nvSpPr>
        <p:spPr bwMode="auto">
          <a:xfrm flipH="1">
            <a:off x="6248400" y="2971800"/>
            <a:ext cx="228600" cy="6858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47127" name="Line 23">
            <a:extLst>
              <a:ext uri="{FF2B5EF4-FFF2-40B4-BE49-F238E27FC236}">
                <a16:creationId xmlns:a16="http://schemas.microsoft.com/office/drawing/2014/main" id="{99AC47E6-DE44-42D9-9307-7B6656C05057}"/>
              </a:ext>
            </a:extLst>
          </p:cNvPr>
          <p:cNvSpPr>
            <a:spLocks noChangeShapeType="1"/>
          </p:cNvSpPr>
          <p:nvPr/>
        </p:nvSpPr>
        <p:spPr bwMode="auto">
          <a:xfrm>
            <a:off x="6477000" y="2971800"/>
            <a:ext cx="381000" cy="6858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47128" name="Line 24">
            <a:extLst>
              <a:ext uri="{FF2B5EF4-FFF2-40B4-BE49-F238E27FC236}">
                <a16:creationId xmlns:a16="http://schemas.microsoft.com/office/drawing/2014/main" id="{25119332-58E5-4245-AAD8-76496CEB67C0}"/>
              </a:ext>
            </a:extLst>
          </p:cNvPr>
          <p:cNvSpPr>
            <a:spLocks noChangeShapeType="1"/>
          </p:cNvSpPr>
          <p:nvPr/>
        </p:nvSpPr>
        <p:spPr bwMode="auto">
          <a:xfrm>
            <a:off x="6477000" y="2971800"/>
            <a:ext cx="990600" cy="6858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47129" name="Line 25">
            <a:extLst>
              <a:ext uri="{FF2B5EF4-FFF2-40B4-BE49-F238E27FC236}">
                <a16:creationId xmlns:a16="http://schemas.microsoft.com/office/drawing/2014/main" id="{E4702A0C-760F-4394-8AFA-1A84C6CFEC31}"/>
              </a:ext>
            </a:extLst>
          </p:cNvPr>
          <p:cNvSpPr>
            <a:spLocks noChangeShapeType="1"/>
          </p:cNvSpPr>
          <p:nvPr/>
        </p:nvSpPr>
        <p:spPr bwMode="auto">
          <a:xfrm flipH="1">
            <a:off x="8534400" y="2971800"/>
            <a:ext cx="228600" cy="6858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47130" name="Line 26">
            <a:extLst>
              <a:ext uri="{FF2B5EF4-FFF2-40B4-BE49-F238E27FC236}">
                <a16:creationId xmlns:a16="http://schemas.microsoft.com/office/drawing/2014/main" id="{D360F35C-0744-4731-AE39-EAF31CDD4E2F}"/>
              </a:ext>
            </a:extLst>
          </p:cNvPr>
          <p:cNvSpPr>
            <a:spLocks noChangeShapeType="1"/>
          </p:cNvSpPr>
          <p:nvPr/>
        </p:nvSpPr>
        <p:spPr bwMode="auto">
          <a:xfrm>
            <a:off x="8763000" y="2971800"/>
            <a:ext cx="381000" cy="6858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47131" name="Text Box 27">
            <a:extLst>
              <a:ext uri="{FF2B5EF4-FFF2-40B4-BE49-F238E27FC236}">
                <a16:creationId xmlns:a16="http://schemas.microsoft.com/office/drawing/2014/main" id="{04E5EF88-F161-499F-AF4B-A5AC4B5860D1}"/>
              </a:ext>
            </a:extLst>
          </p:cNvPr>
          <p:cNvSpPr txBox="1">
            <a:spLocks noChangeArrowheads="1"/>
          </p:cNvSpPr>
          <p:nvPr/>
        </p:nvSpPr>
        <p:spPr bwMode="auto">
          <a:xfrm>
            <a:off x="7239000" y="4038601"/>
            <a:ext cx="565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100</a:t>
            </a:r>
          </a:p>
        </p:txBody>
      </p:sp>
      <p:sp>
        <p:nvSpPr>
          <p:cNvPr id="47132" name="Text Box 28">
            <a:extLst>
              <a:ext uri="{FF2B5EF4-FFF2-40B4-BE49-F238E27FC236}">
                <a16:creationId xmlns:a16="http://schemas.microsoft.com/office/drawing/2014/main" id="{0F5017A0-11A5-4FA5-A7D0-AEB23C6A2B6B}"/>
              </a:ext>
            </a:extLst>
          </p:cNvPr>
          <p:cNvSpPr txBox="1">
            <a:spLocks noChangeArrowheads="1"/>
          </p:cNvSpPr>
          <p:nvPr/>
        </p:nvSpPr>
        <p:spPr bwMode="auto">
          <a:xfrm>
            <a:off x="3200400" y="4038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21</a:t>
            </a:r>
          </a:p>
        </p:txBody>
      </p:sp>
      <p:sp>
        <p:nvSpPr>
          <p:cNvPr id="47133" name="Text Box 29">
            <a:extLst>
              <a:ext uri="{FF2B5EF4-FFF2-40B4-BE49-F238E27FC236}">
                <a16:creationId xmlns:a16="http://schemas.microsoft.com/office/drawing/2014/main" id="{485A63D7-AB57-4D8D-9D66-1CED7C486520}"/>
              </a:ext>
            </a:extLst>
          </p:cNvPr>
          <p:cNvSpPr txBox="1">
            <a:spLocks noChangeArrowheads="1"/>
          </p:cNvSpPr>
          <p:nvPr/>
        </p:nvSpPr>
        <p:spPr bwMode="auto">
          <a:xfrm>
            <a:off x="3962400" y="40386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-3</a:t>
            </a:r>
          </a:p>
        </p:txBody>
      </p:sp>
      <p:sp>
        <p:nvSpPr>
          <p:cNvPr id="47134" name="Text Box 30">
            <a:extLst>
              <a:ext uri="{FF2B5EF4-FFF2-40B4-BE49-F238E27FC236}">
                <a16:creationId xmlns:a16="http://schemas.microsoft.com/office/drawing/2014/main" id="{18AA81E7-BD00-4ED5-B091-71779176B677}"/>
              </a:ext>
            </a:extLst>
          </p:cNvPr>
          <p:cNvSpPr txBox="1">
            <a:spLocks noChangeArrowheads="1"/>
          </p:cNvSpPr>
          <p:nvPr/>
        </p:nvSpPr>
        <p:spPr bwMode="auto">
          <a:xfrm>
            <a:off x="5334000" y="4038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12</a:t>
            </a:r>
          </a:p>
        </p:txBody>
      </p:sp>
      <p:sp>
        <p:nvSpPr>
          <p:cNvPr id="47135" name="Text Box 31">
            <a:extLst>
              <a:ext uri="{FF2B5EF4-FFF2-40B4-BE49-F238E27FC236}">
                <a16:creationId xmlns:a16="http://schemas.microsoft.com/office/drawing/2014/main" id="{F19BF4F5-E982-4CFD-AF5B-92CF2E0D3243}"/>
              </a:ext>
            </a:extLst>
          </p:cNvPr>
          <p:cNvSpPr txBox="1">
            <a:spLocks noChangeArrowheads="1"/>
          </p:cNvSpPr>
          <p:nvPr/>
        </p:nvSpPr>
        <p:spPr bwMode="auto">
          <a:xfrm>
            <a:off x="6019800" y="4038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-70</a:t>
            </a:r>
          </a:p>
        </p:txBody>
      </p:sp>
      <p:sp>
        <p:nvSpPr>
          <p:cNvPr id="47136" name="Text Box 32">
            <a:extLst>
              <a:ext uri="{FF2B5EF4-FFF2-40B4-BE49-F238E27FC236}">
                <a16:creationId xmlns:a16="http://schemas.microsoft.com/office/drawing/2014/main" id="{CF7EB533-E142-4F6A-BBAD-0559A7683F46}"/>
              </a:ext>
            </a:extLst>
          </p:cNvPr>
          <p:cNvSpPr txBox="1">
            <a:spLocks noChangeArrowheads="1"/>
          </p:cNvSpPr>
          <p:nvPr/>
        </p:nvSpPr>
        <p:spPr bwMode="auto">
          <a:xfrm>
            <a:off x="6629400" y="40386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-4</a:t>
            </a:r>
          </a:p>
        </p:txBody>
      </p:sp>
      <p:sp>
        <p:nvSpPr>
          <p:cNvPr id="47137" name="Text Box 33">
            <a:extLst>
              <a:ext uri="{FF2B5EF4-FFF2-40B4-BE49-F238E27FC236}">
                <a16:creationId xmlns:a16="http://schemas.microsoft.com/office/drawing/2014/main" id="{A53DE58C-3844-4213-B93D-96FA27A1B59B}"/>
              </a:ext>
            </a:extLst>
          </p:cNvPr>
          <p:cNvSpPr txBox="1">
            <a:spLocks noChangeArrowheads="1"/>
          </p:cNvSpPr>
          <p:nvPr/>
        </p:nvSpPr>
        <p:spPr bwMode="auto">
          <a:xfrm>
            <a:off x="8229600" y="4038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-73</a:t>
            </a:r>
          </a:p>
        </p:txBody>
      </p:sp>
      <p:sp>
        <p:nvSpPr>
          <p:cNvPr id="47138" name="Text Box 34">
            <a:extLst>
              <a:ext uri="{FF2B5EF4-FFF2-40B4-BE49-F238E27FC236}">
                <a16:creationId xmlns:a16="http://schemas.microsoft.com/office/drawing/2014/main" id="{2EA4F880-05B8-489A-98F3-2B726660C1E0}"/>
              </a:ext>
            </a:extLst>
          </p:cNvPr>
          <p:cNvSpPr txBox="1">
            <a:spLocks noChangeArrowheads="1"/>
          </p:cNvSpPr>
          <p:nvPr/>
        </p:nvSpPr>
        <p:spPr bwMode="auto">
          <a:xfrm>
            <a:off x="8839200" y="4038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-14</a:t>
            </a:r>
          </a:p>
        </p:txBody>
      </p:sp>
      <p:sp>
        <p:nvSpPr>
          <p:cNvPr id="47139" name="Text Box 39">
            <a:extLst>
              <a:ext uri="{FF2B5EF4-FFF2-40B4-BE49-F238E27FC236}">
                <a16:creationId xmlns:a16="http://schemas.microsoft.com/office/drawing/2014/main" id="{B99809CA-A4E5-4AA0-8737-3002A9103903}"/>
              </a:ext>
            </a:extLst>
          </p:cNvPr>
          <p:cNvSpPr txBox="1">
            <a:spLocks noChangeArrowheads="1"/>
          </p:cNvSpPr>
          <p:nvPr/>
        </p:nvSpPr>
        <p:spPr bwMode="auto">
          <a:xfrm>
            <a:off x="1736725" y="1560513"/>
            <a:ext cx="615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Max</a:t>
            </a:r>
          </a:p>
        </p:txBody>
      </p:sp>
      <p:sp>
        <p:nvSpPr>
          <p:cNvPr id="47140" name="Text Box 40">
            <a:extLst>
              <a:ext uri="{FF2B5EF4-FFF2-40B4-BE49-F238E27FC236}">
                <a16:creationId xmlns:a16="http://schemas.microsoft.com/office/drawing/2014/main" id="{AF3BE07B-4D0F-4368-8234-06304F212D10}"/>
              </a:ext>
            </a:extLst>
          </p:cNvPr>
          <p:cNvSpPr txBox="1">
            <a:spLocks noChangeArrowheads="1"/>
          </p:cNvSpPr>
          <p:nvPr/>
        </p:nvSpPr>
        <p:spPr bwMode="auto">
          <a:xfrm>
            <a:off x="1752600" y="3810001"/>
            <a:ext cx="615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Max</a:t>
            </a:r>
          </a:p>
        </p:txBody>
      </p:sp>
      <p:sp>
        <p:nvSpPr>
          <p:cNvPr id="47141" name="Text Box 41">
            <a:extLst>
              <a:ext uri="{FF2B5EF4-FFF2-40B4-BE49-F238E27FC236}">
                <a16:creationId xmlns:a16="http://schemas.microsoft.com/office/drawing/2014/main" id="{9E0EFAAB-1538-40DD-BF02-26DA445C1799}"/>
              </a:ext>
            </a:extLst>
          </p:cNvPr>
          <p:cNvSpPr txBox="1">
            <a:spLocks noChangeArrowheads="1"/>
          </p:cNvSpPr>
          <p:nvPr/>
        </p:nvSpPr>
        <p:spPr bwMode="auto">
          <a:xfrm>
            <a:off x="1752600" y="2590801"/>
            <a:ext cx="552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Min</a:t>
            </a:r>
          </a:p>
        </p:txBody>
      </p:sp>
    </p:spTree>
    <p:extLst>
      <p:ext uri="{BB962C8B-B14F-4D97-AF65-F5344CB8AC3E}">
        <p14:creationId xmlns:p14="http://schemas.microsoft.com/office/powerpoint/2010/main" val="33927729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DA1680AC-889E-4D22-853B-F1584A893693}"/>
              </a:ext>
            </a:extLst>
          </p:cNvPr>
          <p:cNvSpPr>
            <a:spLocks noGrp="1" noChangeArrowheads="1"/>
          </p:cNvSpPr>
          <p:nvPr>
            <p:ph type="title"/>
          </p:nvPr>
        </p:nvSpPr>
        <p:spPr/>
        <p:txBody>
          <a:bodyPr/>
          <a:lstStyle/>
          <a:p>
            <a:pPr eaLnBrk="1" hangingPunct="1"/>
            <a:r>
              <a:rPr lang="en-US" altLang="en-US">
                <a:latin typeface="Symbol" panose="05050102010706020507" pitchFamily="18" charset="2"/>
              </a:rPr>
              <a:t>a</a:t>
            </a:r>
            <a:r>
              <a:rPr lang="en-US" altLang="en-US"/>
              <a:t> Cut example</a:t>
            </a:r>
          </a:p>
        </p:txBody>
      </p:sp>
      <p:sp>
        <p:nvSpPr>
          <p:cNvPr id="49155" name="Rectangle 3">
            <a:extLst>
              <a:ext uri="{FF2B5EF4-FFF2-40B4-BE49-F238E27FC236}">
                <a16:creationId xmlns:a16="http://schemas.microsoft.com/office/drawing/2014/main" id="{89860D41-377E-4456-ADA5-DE9756D8A6A4}"/>
              </a:ext>
            </a:extLst>
          </p:cNvPr>
          <p:cNvSpPr>
            <a:spLocks noGrp="1" noChangeArrowheads="1"/>
          </p:cNvSpPr>
          <p:nvPr>
            <p:ph type="body" idx="1"/>
          </p:nvPr>
        </p:nvSpPr>
        <p:spPr>
          <a:xfrm>
            <a:off x="1981200" y="4572001"/>
            <a:ext cx="8229600" cy="1558925"/>
          </a:xfrm>
        </p:spPr>
        <p:txBody>
          <a:bodyPr/>
          <a:lstStyle/>
          <a:p>
            <a:pPr eaLnBrk="1" hangingPunct="1"/>
            <a:r>
              <a:rPr lang="en-US" altLang="en-US"/>
              <a:t>21 is minimum so far (second level)</a:t>
            </a:r>
          </a:p>
          <a:p>
            <a:pPr eaLnBrk="1" hangingPunct="1"/>
            <a:r>
              <a:rPr lang="en-US" altLang="en-US"/>
              <a:t>Can’t evaluate yet at top level</a:t>
            </a:r>
          </a:p>
        </p:txBody>
      </p:sp>
      <p:sp>
        <p:nvSpPr>
          <p:cNvPr id="49156" name="AutoShape 4">
            <a:extLst>
              <a:ext uri="{FF2B5EF4-FFF2-40B4-BE49-F238E27FC236}">
                <a16:creationId xmlns:a16="http://schemas.microsoft.com/office/drawing/2014/main" id="{C71BDD5D-B3DA-4061-A942-2572FA166B4C}"/>
              </a:ext>
            </a:extLst>
          </p:cNvPr>
          <p:cNvSpPr>
            <a:spLocks noChangeArrowheads="1"/>
          </p:cNvSpPr>
          <p:nvPr/>
        </p:nvSpPr>
        <p:spPr bwMode="auto">
          <a:xfrm>
            <a:off x="6248400" y="16002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49157" name="AutoShape 5">
            <a:extLst>
              <a:ext uri="{FF2B5EF4-FFF2-40B4-BE49-F238E27FC236}">
                <a16:creationId xmlns:a16="http://schemas.microsoft.com/office/drawing/2014/main" id="{B583C5FA-9FF4-4B39-87C3-0BE85DAE0BAF}"/>
              </a:ext>
            </a:extLst>
          </p:cNvPr>
          <p:cNvSpPr>
            <a:spLocks noChangeArrowheads="1"/>
          </p:cNvSpPr>
          <p:nvPr/>
        </p:nvSpPr>
        <p:spPr bwMode="auto">
          <a:xfrm rot="10800000">
            <a:off x="3581400" y="25908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49158" name="AutoShape 6">
            <a:extLst>
              <a:ext uri="{FF2B5EF4-FFF2-40B4-BE49-F238E27FC236}">
                <a16:creationId xmlns:a16="http://schemas.microsoft.com/office/drawing/2014/main" id="{D9B51D27-7C33-4A88-A4D1-EF5D8DD1994B}"/>
              </a:ext>
            </a:extLst>
          </p:cNvPr>
          <p:cNvSpPr>
            <a:spLocks noChangeArrowheads="1"/>
          </p:cNvSpPr>
          <p:nvPr/>
        </p:nvSpPr>
        <p:spPr bwMode="auto">
          <a:xfrm rot="10800000">
            <a:off x="8534400" y="2590800"/>
            <a:ext cx="457200" cy="381000"/>
          </a:xfrm>
          <a:prstGeom prst="triangle">
            <a:avLst>
              <a:gd name="adj" fmla="val 50000"/>
            </a:avLst>
          </a:prstGeom>
          <a:solidFill>
            <a:schemeClr val="folHlink"/>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49159" name="AutoShape 7">
            <a:extLst>
              <a:ext uri="{FF2B5EF4-FFF2-40B4-BE49-F238E27FC236}">
                <a16:creationId xmlns:a16="http://schemas.microsoft.com/office/drawing/2014/main" id="{2FA905BE-4907-4C94-BD17-E2BA9F884075}"/>
              </a:ext>
            </a:extLst>
          </p:cNvPr>
          <p:cNvSpPr>
            <a:spLocks noChangeArrowheads="1"/>
          </p:cNvSpPr>
          <p:nvPr/>
        </p:nvSpPr>
        <p:spPr bwMode="auto">
          <a:xfrm rot="10800000">
            <a:off x="6248400" y="2590800"/>
            <a:ext cx="457200" cy="381000"/>
          </a:xfrm>
          <a:prstGeom prst="triangle">
            <a:avLst>
              <a:gd name="adj" fmla="val 50000"/>
            </a:avLst>
          </a:prstGeom>
          <a:solidFill>
            <a:schemeClr val="folHlink"/>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49160" name="AutoShape 8">
            <a:extLst>
              <a:ext uri="{FF2B5EF4-FFF2-40B4-BE49-F238E27FC236}">
                <a16:creationId xmlns:a16="http://schemas.microsoft.com/office/drawing/2014/main" id="{65F5BD97-C18A-43DE-825D-B282DAA39C60}"/>
              </a:ext>
            </a:extLst>
          </p:cNvPr>
          <p:cNvSpPr>
            <a:spLocks noChangeArrowheads="1"/>
          </p:cNvSpPr>
          <p:nvPr/>
        </p:nvSpPr>
        <p:spPr bwMode="auto">
          <a:xfrm>
            <a:off x="8915400" y="3657600"/>
            <a:ext cx="457200" cy="381000"/>
          </a:xfrm>
          <a:prstGeom prst="triangle">
            <a:avLst>
              <a:gd name="adj" fmla="val 50000"/>
            </a:avLst>
          </a:prstGeom>
          <a:solidFill>
            <a:schemeClr val="folHlink"/>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49161" name="AutoShape 9">
            <a:extLst>
              <a:ext uri="{FF2B5EF4-FFF2-40B4-BE49-F238E27FC236}">
                <a16:creationId xmlns:a16="http://schemas.microsoft.com/office/drawing/2014/main" id="{F85524C3-A321-4950-AEDF-78F8672A4CD8}"/>
              </a:ext>
            </a:extLst>
          </p:cNvPr>
          <p:cNvSpPr>
            <a:spLocks noChangeArrowheads="1"/>
          </p:cNvSpPr>
          <p:nvPr/>
        </p:nvSpPr>
        <p:spPr bwMode="auto">
          <a:xfrm>
            <a:off x="8305800" y="3657600"/>
            <a:ext cx="457200" cy="381000"/>
          </a:xfrm>
          <a:prstGeom prst="triangle">
            <a:avLst>
              <a:gd name="adj" fmla="val 50000"/>
            </a:avLst>
          </a:prstGeom>
          <a:solidFill>
            <a:schemeClr val="folHlink"/>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49162" name="AutoShape 10">
            <a:extLst>
              <a:ext uri="{FF2B5EF4-FFF2-40B4-BE49-F238E27FC236}">
                <a16:creationId xmlns:a16="http://schemas.microsoft.com/office/drawing/2014/main" id="{75955C7A-5703-427D-93E2-A4978E2EADF0}"/>
              </a:ext>
            </a:extLst>
          </p:cNvPr>
          <p:cNvSpPr>
            <a:spLocks noChangeArrowheads="1"/>
          </p:cNvSpPr>
          <p:nvPr/>
        </p:nvSpPr>
        <p:spPr bwMode="auto">
          <a:xfrm>
            <a:off x="6629400" y="3657600"/>
            <a:ext cx="457200" cy="381000"/>
          </a:xfrm>
          <a:prstGeom prst="triangle">
            <a:avLst>
              <a:gd name="adj" fmla="val 50000"/>
            </a:avLst>
          </a:prstGeom>
          <a:solidFill>
            <a:schemeClr val="folHlink"/>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49163" name="AutoShape 11">
            <a:extLst>
              <a:ext uri="{FF2B5EF4-FFF2-40B4-BE49-F238E27FC236}">
                <a16:creationId xmlns:a16="http://schemas.microsoft.com/office/drawing/2014/main" id="{1718EC48-664B-4087-AEDE-A6CF8DEBA6D6}"/>
              </a:ext>
            </a:extLst>
          </p:cNvPr>
          <p:cNvSpPr>
            <a:spLocks noChangeArrowheads="1"/>
          </p:cNvSpPr>
          <p:nvPr/>
        </p:nvSpPr>
        <p:spPr bwMode="auto">
          <a:xfrm>
            <a:off x="6019800" y="3657600"/>
            <a:ext cx="457200" cy="381000"/>
          </a:xfrm>
          <a:prstGeom prst="triangle">
            <a:avLst>
              <a:gd name="adj" fmla="val 50000"/>
            </a:avLst>
          </a:prstGeom>
          <a:solidFill>
            <a:schemeClr val="folHlink"/>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49164" name="AutoShape 12">
            <a:extLst>
              <a:ext uri="{FF2B5EF4-FFF2-40B4-BE49-F238E27FC236}">
                <a16:creationId xmlns:a16="http://schemas.microsoft.com/office/drawing/2014/main" id="{4FECF055-0BBA-4C63-A27A-015E8F2D9F56}"/>
              </a:ext>
            </a:extLst>
          </p:cNvPr>
          <p:cNvSpPr>
            <a:spLocks noChangeArrowheads="1"/>
          </p:cNvSpPr>
          <p:nvPr/>
        </p:nvSpPr>
        <p:spPr bwMode="auto">
          <a:xfrm>
            <a:off x="5410200" y="3657600"/>
            <a:ext cx="457200" cy="381000"/>
          </a:xfrm>
          <a:prstGeom prst="triangle">
            <a:avLst>
              <a:gd name="adj" fmla="val 50000"/>
            </a:avLst>
          </a:prstGeom>
          <a:solidFill>
            <a:schemeClr val="folHlink"/>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49165" name="AutoShape 13">
            <a:extLst>
              <a:ext uri="{FF2B5EF4-FFF2-40B4-BE49-F238E27FC236}">
                <a16:creationId xmlns:a16="http://schemas.microsoft.com/office/drawing/2014/main" id="{9FB82E85-1E07-4B20-8B1C-8EC437B5E130}"/>
              </a:ext>
            </a:extLst>
          </p:cNvPr>
          <p:cNvSpPr>
            <a:spLocks noChangeArrowheads="1"/>
          </p:cNvSpPr>
          <p:nvPr/>
        </p:nvSpPr>
        <p:spPr bwMode="auto">
          <a:xfrm>
            <a:off x="3886200" y="3657600"/>
            <a:ext cx="457200" cy="381000"/>
          </a:xfrm>
          <a:prstGeom prst="triangle">
            <a:avLst>
              <a:gd name="adj" fmla="val 50000"/>
            </a:avLst>
          </a:prstGeom>
          <a:solidFill>
            <a:schemeClr val="folHlink"/>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49166" name="AutoShape 14">
            <a:extLst>
              <a:ext uri="{FF2B5EF4-FFF2-40B4-BE49-F238E27FC236}">
                <a16:creationId xmlns:a16="http://schemas.microsoft.com/office/drawing/2014/main" id="{BE92EA67-0D08-4FE7-AB51-B9F0BCFF55A6}"/>
              </a:ext>
            </a:extLst>
          </p:cNvPr>
          <p:cNvSpPr>
            <a:spLocks noChangeArrowheads="1"/>
          </p:cNvSpPr>
          <p:nvPr/>
        </p:nvSpPr>
        <p:spPr bwMode="auto">
          <a:xfrm>
            <a:off x="32004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49167" name="AutoShape 15">
            <a:extLst>
              <a:ext uri="{FF2B5EF4-FFF2-40B4-BE49-F238E27FC236}">
                <a16:creationId xmlns:a16="http://schemas.microsoft.com/office/drawing/2014/main" id="{304A245A-E067-4947-9166-340D2EA54BCE}"/>
              </a:ext>
            </a:extLst>
          </p:cNvPr>
          <p:cNvSpPr>
            <a:spLocks noChangeArrowheads="1"/>
          </p:cNvSpPr>
          <p:nvPr/>
        </p:nvSpPr>
        <p:spPr bwMode="auto">
          <a:xfrm>
            <a:off x="7239000" y="3657600"/>
            <a:ext cx="457200" cy="381000"/>
          </a:xfrm>
          <a:prstGeom prst="triangle">
            <a:avLst>
              <a:gd name="adj" fmla="val 50000"/>
            </a:avLst>
          </a:prstGeom>
          <a:solidFill>
            <a:schemeClr val="folHlink"/>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49168" name="Line 16">
            <a:extLst>
              <a:ext uri="{FF2B5EF4-FFF2-40B4-BE49-F238E27FC236}">
                <a16:creationId xmlns:a16="http://schemas.microsoft.com/office/drawing/2014/main" id="{634CE705-EAC7-416F-97F4-C2B2A96132FD}"/>
              </a:ext>
            </a:extLst>
          </p:cNvPr>
          <p:cNvSpPr>
            <a:spLocks noChangeShapeType="1"/>
          </p:cNvSpPr>
          <p:nvPr/>
        </p:nvSpPr>
        <p:spPr bwMode="auto">
          <a:xfrm flipH="1">
            <a:off x="3810000" y="1981200"/>
            <a:ext cx="2667000" cy="609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49169" name="Line 17">
            <a:extLst>
              <a:ext uri="{FF2B5EF4-FFF2-40B4-BE49-F238E27FC236}">
                <a16:creationId xmlns:a16="http://schemas.microsoft.com/office/drawing/2014/main" id="{9C2F6554-9260-43AE-9145-8E11095DC2D1}"/>
              </a:ext>
            </a:extLst>
          </p:cNvPr>
          <p:cNvSpPr>
            <a:spLocks noChangeShapeType="1"/>
          </p:cNvSpPr>
          <p:nvPr/>
        </p:nvSpPr>
        <p:spPr bwMode="auto">
          <a:xfrm flipH="1">
            <a:off x="6477000" y="1981200"/>
            <a:ext cx="0" cy="6096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49170" name="Line 18">
            <a:extLst>
              <a:ext uri="{FF2B5EF4-FFF2-40B4-BE49-F238E27FC236}">
                <a16:creationId xmlns:a16="http://schemas.microsoft.com/office/drawing/2014/main" id="{9FD735E2-2A4A-4942-B8CB-317D1A413DF2}"/>
              </a:ext>
            </a:extLst>
          </p:cNvPr>
          <p:cNvSpPr>
            <a:spLocks noChangeShapeType="1"/>
          </p:cNvSpPr>
          <p:nvPr/>
        </p:nvSpPr>
        <p:spPr bwMode="auto">
          <a:xfrm>
            <a:off x="6477000" y="1981200"/>
            <a:ext cx="2286000" cy="6096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49171" name="Line 19">
            <a:extLst>
              <a:ext uri="{FF2B5EF4-FFF2-40B4-BE49-F238E27FC236}">
                <a16:creationId xmlns:a16="http://schemas.microsoft.com/office/drawing/2014/main" id="{1AC5C0D8-654B-41CA-86F3-234D9F7D56D5}"/>
              </a:ext>
            </a:extLst>
          </p:cNvPr>
          <p:cNvSpPr>
            <a:spLocks noChangeShapeType="1"/>
          </p:cNvSpPr>
          <p:nvPr/>
        </p:nvSpPr>
        <p:spPr bwMode="auto">
          <a:xfrm flipH="1">
            <a:off x="3429000" y="2971800"/>
            <a:ext cx="38100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49172" name="Line 20">
            <a:extLst>
              <a:ext uri="{FF2B5EF4-FFF2-40B4-BE49-F238E27FC236}">
                <a16:creationId xmlns:a16="http://schemas.microsoft.com/office/drawing/2014/main" id="{B0536F2D-88CD-4522-B35F-55622493B966}"/>
              </a:ext>
            </a:extLst>
          </p:cNvPr>
          <p:cNvSpPr>
            <a:spLocks noChangeShapeType="1"/>
          </p:cNvSpPr>
          <p:nvPr/>
        </p:nvSpPr>
        <p:spPr bwMode="auto">
          <a:xfrm>
            <a:off x="3810000" y="2971800"/>
            <a:ext cx="304800" cy="6858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49173" name="Line 21">
            <a:extLst>
              <a:ext uri="{FF2B5EF4-FFF2-40B4-BE49-F238E27FC236}">
                <a16:creationId xmlns:a16="http://schemas.microsoft.com/office/drawing/2014/main" id="{B7AA2C4A-C1C5-4805-8A93-93509CC2D55E}"/>
              </a:ext>
            </a:extLst>
          </p:cNvPr>
          <p:cNvSpPr>
            <a:spLocks noChangeShapeType="1"/>
          </p:cNvSpPr>
          <p:nvPr/>
        </p:nvSpPr>
        <p:spPr bwMode="auto">
          <a:xfrm flipH="1">
            <a:off x="5638800" y="2971800"/>
            <a:ext cx="838200" cy="6858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49174" name="Line 22">
            <a:extLst>
              <a:ext uri="{FF2B5EF4-FFF2-40B4-BE49-F238E27FC236}">
                <a16:creationId xmlns:a16="http://schemas.microsoft.com/office/drawing/2014/main" id="{DCA4DF58-AA14-41EB-9D22-C7B41A5DDBBF}"/>
              </a:ext>
            </a:extLst>
          </p:cNvPr>
          <p:cNvSpPr>
            <a:spLocks noChangeShapeType="1"/>
          </p:cNvSpPr>
          <p:nvPr/>
        </p:nvSpPr>
        <p:spPr bwMode="auto">
          <a:xfrm flipH="1">
            <a:off x="6248400" y="2971800"/>
            <a:ext cx="228600" cy="6858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49175" name="Line 23">
            <a:extLst>
              <a:ext uri="{FF2B5EF4-FFF2-40B4-BE49-F238E27FC236}">
                <a16:creationId xmlns:a16="http://schemas.microsoft.com/office/drawing/2014/main" id="{D9A6ACAF-ADEF-4EDC-8CE8-4F0F945C16E8}"/>
              </a:ext>
            </a:extLst>
          </p:cNvPr>
          <p:cNvSpPr>
            <a:spLocks noChangeShapeType="1"/>
          </p:cNvSpPr>
          <p:nvPr/>
        </p:nvSpPr>
        <p:spPr bwMode="auto">
          <a:xfrm>
            <a:off x="6477000" y="2971800"/>
            <a:ext cx="381000" cy="6858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49176" name="Line 24">
            <a:extLst>
              <a:ext uri="{FF2B5EF4-FFF2-40B4-BE49-F238E27FC236}">
                <a16:creationId xmlns:a16="http://schemas.microsoft.com/office/drawing/2014/main" id="{F10DA501-A03E-41B8-89A4-295288A2E4AB}"/>
              </a:ext>
            </a:extLst>
          </p:cNvPr>
          <p:cNvSpPr>
            <a:spLocks noChangeShapeType="1"/>
          </p:cNvSpPr>
          <p:nvPr/>
        </p:nvSpPr>
        <p:spPr bwMode="auto">
          <a:xfrm>
            <a:off x="6477000" y="2971800"/>
            <a:ext cx="990600" cy="6858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49177" name="Line 25">
            <a:extLst>
              <a:ext uri="{FF2B5EF4-FFF2-40B4-BE49-F238E27FC236}">
                <a16:creationId xmlns:a16="http://schemas.microsoft.com/office/drawing/2014/main" id="{483DE5FB-F645-4BA9-ABC7-CE8C731F8EC5}"/>
              </a:ext>
            </a:extLst>
          </p:cNvPr>
          <p:cNvSpPr>
            <a:spLocks noChangeShapeType="1"/>
          </p:cNvSpPr>
          <p:nvPr/>
        </p:nvSpPr>
        <p:spPr bwMode="auto">
          <a:xfrm flipH="1">
            <a:off x="8534400" y="2971800"/>
            <a:ext cx="228600" cy="6858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49178" name="Line 26">
            <a:extLst>
              <a:ext uri="{FF2B5EF4-FFF2-40B4-BE49-F238E27FC236}">
                <a16:creationId xmlns:a16="http://schemas.microsoft.com/office/drawing/2014/main" id="{0EAEE0D6-D515-497A-82CF-9B0B991DEC9D}"/>
              </a:ext>
            </a:extLst>
          </p:cNvPr>
          <p:cNvSpPr>
            <a:spLocks noChangeShapeType="1"/>
          </p:cNvSpPr>
          <p:nvPr/>
        </p:nvSpPr>
        <p:spPr bwMode="auto">
          <a:xfrm>
            <a:off x="8763000" y="2971800"/>
            <a:ext cx="381000" cy="6858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49179" name="Text Box 27">
            <a:extLst>
              <a:ext uri="{FF2B5EF4-FFF2-40B4-BE49-F238E27FC236}">
                <a16:creationId xmlns:a16="http://schemas.microsoft.com/office/drawing/2014/main" id="{694593D3-9EDA-475D-B83B-081E5DC44957}"/>
              </a:ext>
            </a:extLst>
          </p:cNvPr>
          <p:cNvSpPr txBox="1">
            <a:spLocks noChangeArrowheads="1"/>
          </p:cNvSpPr>
          <p:nvPr/>
        </p:nvSpPr>
        <p:spPr bwMode="auto">
          <a:xfrm>
            <a:off x="7239000" y="4038601"/>
            <a:ext cx="565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100</a:t>
            </a:r>
          </a:p>
        </p:txBody>
      </p:sp>
      <p:sp>
        <p:nvSpPr>
          <p:cNvPr id="49180" name="Text Box 28">
            <a:extLst>
              <a:ext uri="{FF2B5EF4-FFF2-40B4-BE49-F238E27FC236}">
                <a16:creationId xmlns:a16="http://schemas.microsoft.com/office/drawing/2014/main" id="{55FA78A8-C30A-4B00-B01F-6DEE15021457}"/>
              </a:ext>
            </a:extLst>
          </p:cNvPr>
          <p:cNvSpPr txBox="1">
            <a:spLocks noChangeArrowheads="1"/>
          </p:cNvSpPr>
          <p:nvPr/>
        </p:nvSpPr>
        <p:spPr bwMode="auto">
          <a:xfrm>
            <a:off x="3200400" y="4038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21</a:t>
            </a:r>
          </a:p>
        </p:txBody>
      </p:sp>
      <p:sp>
        <p:nvSpPr>
          <p:cNvPr id="49181" name="Text Box 29">
            <a:extLst>
              <a:ext uri="{FF2B5EF4-FFF2-40B4-BE49-F238E27FC236}">
                <a16:creationId xmlns:a16="http://schemas.microsoft.com/office/drawing/2014/main" id="{0C73034B-B1F3-49AD-8B9C-7B4FEDD90396}"/>
              </a:ext>
            </a:extLst>
          </p:cNvPr>
          <p:cNvSpPr txBox="1">
            <a:spLocks noChangeArrowheads="1"/>
          </p:cNvSpPr>
          <p:nvPr/>
        </p:nvSpPr>
        <p:spPr bwMode="auto">
          <a:xfrm>
            <a:off x="3962400" y="40386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-3</a:t>
            </a:r>
          </a:p>
        </p:txBody>
      </p:sp>
      <p:sp>
        <p:nvSpPr>
          <p:cNvPr id="49182" name="Text Box 30">
            <a:extLst>
              <a:ext uri="{FF2B5EF4-FFF2-40B4-BE49-F238E27FC236}">
                <a16:creationId xmlns:a16="http://schemas.microsoft.com/office/drawing/2014/main" id="{B7351047-0AF4-4D23-83C9-C9B209214841}"/>
              </a:ext>
            </a:extLst>
          </p:cNvPr>
          <p:cNvSpPr txBox="1">
            <a:spLocks noChangeArrowheads="1"/>
          </p:cNvSpPr>
          <p:nvPr/>
        </p:nvSpPr>
        <p:spPr bwMode="auto">
          <a:xfrm>
            <a:off x="5334000" y="4038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12</a:t>
            </a:r>
          </a:p>
        </p:txBody>
      </p:sp>
      <p:sp>
        <p:nvSpPr>
          <p:cNvPr id="49183" name="Text Box 31">
            <a:extLst>
              <a:ext uri="{FF2B5EF4-FFF2-40B4-BE49-F238E27FC236}">
                <a16:creationId xmlns:a16="http://schemas.microsoft.com/office/drawing/2014/main" id="{61D95021-67B0-441E-8366-C1C79DDFE76D}"/>
              </a:ext>
            </a:extLst>
          </p:cNvPr>
          <p:cNvSpPr txBox="1">
            <a:spLocks noChangeArrowheads="1"/>
          </p:cNvSpPr>
          <p:nvPr/>
        </p:nvSpPr>
        <p:spPr bwMode="auto">
          <a:xfrm>
            <a:off x="6019800" y="4038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-70</a:t>
            </a:r>
          </a:p>
        </p:txBody>
      </p:sp>
      <p:sp>
        <p:nvSpPr>
          <p:cNvPr id="49184" name="Text Box 32">
            <a:extLst>
              <a:ext uri="{FF2B5EF4-FFF2-40B4-BE49-F238E27FC236}">
                <a16:creationId xmlns:a16="http://schemas.microsoft.com/office/drawing/2014/main" id="{7D7044E9-D352-4485-973D-0F08DE5B2019}"/>
              </a:ext>
            </a:extLst>
          </p:cNvPr>
          <p:cNvSpPr txBox="1">
            <a:spLocks noChangeArrowheads="1"/>
          </p:cNvSpPr>
          <p:nvPr/>
        </p:nvSpPr>
        <p:spPr bwMode="auto">
          <a:xfrm>
            <a:off x="6629400" y="40386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-4</a:t>
            </a:r>
          </a:p>
        </p:txBody>
      </p:sp>
      <p:sp>
        <p:nvSpPr>
          <p:cNvPr id="49185" name="Text Box 33">
            <a:extLst>
              <a:ext uri="{FF2B5EF4-FFF2-40B4-BE49-F238E27FC236}">
                <a16:creationId xmlns:a16="http://schemas.microsoft.com/office/drawing/2014/main" id="{30CCFD42-B46E-4A24-90A7-AB01E1968A74}"/>
              </a:ext>
            </a:extLst>
          </p:cNvPr>
          <p:cNvSpPr txBox="1">
            <a:spLocks noChangeArrowheads="1"/>
          </p:cNvSpPr>
          <p:nvPr/>
        </p:nvSpPr>
        <p:spPr bwMode="auto">
          <a:xfrm>
            <a:off x="8229600" y="4038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-73</a:t>
            </a:r>
          </a:p>
        </p:txBody>
      </p:sp>
      <p:sp>
        <p:nvSpPr>
          <p:cNvPr id="49186" name="Text Box 34">
            <a:extLst>
              <a:ext uri="{FF2B5EF4-FFF2-40B4-BE49-F238E27FC236}">
                <a16:creationId xmlns:a16="http://schemas.microsoft.com/office/drawing/2014/main" id="{A6040109-A473-4723-9C6B-C07F4F3AA632}"/>
              </a:ext>
            </a:extLst>
          </p:cNvPr>
          <p:cNvSpPr txBox="1">
            <a:spLocks noChangeArrowheads="1"/>
          </p:cNvSpPr>
          <p:nvPr/>
        </p:nvSpPr>
        <p:spPr bwMode="auto">
          <a:xfrm>
            <a:off x="8839200" y="4038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-14</a:t>
            </a:r>
          </a:p>
        </p:txBody>
      </p:sp>
      <p:sp>
        <p:nvSpPr>
          <p:cNvPr id="49187" name="Text Box 35">
            <a:extLst>
              <a:ext uri="{FF2B5EF4-FFF2-40B4-BE49-F238E27FC236}">
                <a16:creationId xmlns:a16="http://schemas.microsoft.com/office/drawing/2014/main" id="{486883BF-5F6D-42A0-B91E-8A37A36D11AD}"/>
              </a:ext>
            </a:extLst>
          </p:cNvPr>
          <p:cNvSpPr txBox="1">
            <a:spLocks noChangeArrowheads="1"/>
          </p:cNvSpPr>
          <p:nvPr/>
        </p:nvSpPr>
        <p:spPr bwMode="auto">
          <a:xfrm>
            <a:off x="1736725" y="1560513"/>
            <a:ext cx="615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Max</a:t>
            </a:r>
          </a:p>
        </p:txBody>
      </p:sp>
      <p:sp>
        <p:nvSpPr>
          <p:cNvPr id="49188" name="Text Box 36">
            <a:extLst>
              <a:ext uri="{FF2B5EF4-FFF2-40B4-BE49-F238E27FC236}">
                <a16:creationId xmlns:a16="http://schemas.microsoft.com/office/drawing/2014/main" id="{A3EEB32A-A82E-4FC6-8101-663AD90B0341}"/>
              </a:ext>
            </a:extLst>
          </p:cNvPr>
          <p:cNvSpPr txBox="1">
            <a:spLocks noChangeArrowheads="1"/>
          </p:cNvSpPr>
          <p:nvPr/>
        </p:nvSpPr>
        <p:spPr bwMode="auto">
          <a:xfrm>
            <a:off x="1752600" y="3810001"/>
            <a:ext cx="615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Max</a:t>
            </a:r>
          </a:p>
        </p:txBody>
      </p:sp>
      <p:sp>
        <p:nvSpPr>
          <p:cNvPr id="49189" name="Text Box 37">
            <a:extLst>
              <a:ext uri="{FF2B5EF4-FFF2-40B4-BE49-F238E27FC236}">
                <a16:creationId xmlns:a16="http://schemas.microsoft.com/office/drawing/2014/main" id="{F3410556-F401-4A8F-99D8-338360ECA7AD}"/>
              </a:ext>
            </a:extLst>
          </p:cNvPr>
          <p:cNvSpPr txBox="1">
            <a:spLocks noChangeArrowheads="1"/>
          </p:cNvSpPr>
          <p:nvPr/>
        </p:nvSpPr>
        <p:spPr bwMode="auto">
          <a:xfrm>
            <a:off x="1752600" y="2590801"/>
            <a:ext cx="552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Min</a:t>
            </a:r>
          </a:p>
        </p:txBody>
      </p:sp>
      <p:sp>
        <p:nvSpPr>
          <p:cNvPr id="49190" name="Text Box 38">
            <a:extLst>
              <a:ext uri="{FF2B5EF4-FFF2-40B4-BE49-F238E27FC236}">
                <a16:creationId xmlns:a16="http://schemas.microsoft.com/office/drawing/2014/main" id="{1736798A-B8E6-493A-9CB2-ABE08F8FAF11}"/>
              </a:ext>
            </a:extLst>
          </p:cNvPr>
          <p:cNvSpPr txBox="1">
            <a:spLocks noChangeArrowheads="1"/>
          </p:cNvSpPr>
          <p:nvPr/>
        </p:nvSpPr>
        <p:spPr bwMode="auto">
          <a:xfrm>
            <a:off x="3200400" y="26670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21</a:t>
            </a:r>
          </a:p>
        </p:txBody>
      </p:sp>
    </p:spTree>
    <p:extLst>
      <p:ext uri="{BB962C8B-B14F-4D97-AF65-F5344CB8AC3E}">
        <p14:creationId xmlns:p14="http://schemas.microsoft.com/office/powerpoint/2010/main" val="209892047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9DED4CB7-DEFF-4FED-A1D3-4BE6A76E0767}"/>
              </a:ext>
            </a:extLst>
          </p:cNvPr>
          <p:cNvSpPr>
            <a:spLocks noGrp="1" noChangeArrowheads="1"/>
          </p:cNvSpPr>
          <p:nvPr>
            <p:ph type="title"/>
          </p:nvPr>
        </p:nvSpPr>
        <p:spPr/>
        <p:txBody>
          <a:bodyPr/>
          <a:lstStyle/>
          <a:p>
            <a:pPr eaLnBrk="1" hangingPunct="1"/>
            <a:r>
              <a:rPr lang="en-US" altLang="en-US">
                <a:latin typeface="Symbol" panose="05050102010706020507" pitchFamily="18" charset="2"/>
              </a:rPr>
              <a:t>a</a:t>
            </a:r>
            <a:r>
              <a:rPr lang="en-US" altLang="en-US"/>
              <a:t> Cut example</a:t>
            </a:r>
          </a:p>
        </p:txBody>
      </p:sp>
      <p:sp>
        <p:nvSpPr>
          <p:cNvPr id="51203" name="Rectangle 3">
            <a:extLst>
              <a:ext uri="{FF2B5EF4-FFF2-40B4-BE49-F238E27FC236}">
                <a16:creationId xmlns:a16="http://schemas.microsoft.com/office/drawing/2014/main" id="{EF446436-29A3-4596-A418-179A3926D1A9}"/>
              </a:ext>
            </a:extLst>
          </p:cNvPr>
          <p:cNvSpPr>
            <a:spLocks noGrp="1" noChangeArrowheads="1"/>
          </p:cNvSpPr>
          <p:nvPr>
            <p:ph type="body" idx="1"/>
          </p:nvPr>
        </p:nvSpPr>
        <p:spPr>
          <a:xfrm>
            <a:off x="1981200" y="4572001"/>
            <a:ext cx="8229600" cy="1558925"/>
          </a:xfrm>
        </p:spPr>
        <p:txBody>
          <a:bodyPr/>
          <a:lstStyle/>
          <a:p>
            <a:pPr eaLnBrk="1" hangingPunct="1"/>
            <a:r>
              <a:rPr lang="en-US" altLang="en-US"/>
              <a:t>-3 is minimum so far (second level)</a:t>
            </a:r>
          </a:p>
          <a:p>
            <a:pPr eaLnBrk="1" hangingPunct="1"/>
            <a:r>
              <a:rPr lang="en-US" altLang="en-US"/>
              <a:t>-3 is maximum so far (top level)</a:t>
            </a:r>
          </a:p>
        </p:txBody>
      </p:sp>
      <p:sp>
        <p:nvSpPr>
          <p:cNvPr id="51204" name="AutoShape 4">
            <a:extLst>
              <a:ext uri="{FF2B5EF4-FFF2-40B4-BE49-F238E27FC236}">
                <a16:creationId xmlns:a16="http://schemas.microsoft.com/office/drawing/2014/main" id="{57D7CAEC-D372-4034-869D-57144405AEBE}"/>
              </a:ext>
            </a:extLst>
          </p:cNvPr>
          <p:cNvSpPr>
            <a:spLocks noChangeArrowheads="1"/>
          </p:cNvSpPr>
          <p:nvPr/>
        </p:nvSpPr>
        <p:spPr bwMode="auto">
          <a:xfrm>
            <a:off x="6248400" y="16002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1205" name="AutoShape 5">
            <a:extLst>
              <a:ext uri="{FF2B5EF4-FFF2-40B4-BE49-F238E27FC236}">
                <a16:creationId xmlns:a16="http://schemas.microsoft.com/office/drawing/2014/main" id="{EC8B421E-DA2B-4835-B1F5-7244C446CB4B}"/>
              </a:ext>
            </a:extLst>
          </p:cNvPr>
          <p:cNvSpPr>
            <a:spLocks noChangeArrowheads="1"/>
          </p:cNvSpPr>
          <p:nvPr/>
        </p:nvSpPr>
        <p:spPr bwMode="auto">
          <a:xfrm rot="10800000">
            <a:off x="3581400" y="25908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1206" name="AutoShape 6">
            <a:extLst>
              <a:ext uri="{FF2B5EF4-FFF2-40B4-BE49-F238E27FC236}">
                <a16:creationId xmlns:a16="http://schemas.microsoft.com/office/drawing/2014/main" id="{58282AF5-2979-4FD9-B3ED-96AB2CAEE307}"/>
              </a:ext>
            </a:extLst>
          </p:cNvPr>
          <p:cNvSpPr>
            <a:spLocks noChangeArrowheads="1"/>
          </p:cNvSpPr>
          <p:nvPr/>
        </p:nvSpPr>
        <p:spPr bwMode="auto">
          <a:xfrm rot="10800000">
            <a:off x="8534400" y="2590800"/>
            <a:ext cx="457200" cy="381000"/>
          </a:xfrm>
          <a:prstGeom prst="triangle">
            <a:avLst>
              <a:gd name="adj" fmla="val 50000"/>
            </a:avLst>
          </a:prstGeom>
          <a:solidFill>
            <a:schemeClr val="folHlink"/>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1207" name="AutoShape 7">
            <a:extLst>
              <a:ext uri="{FF2B5EF4-FFF2-40B4-BE49-F238E27FC236}">
                <a16:creationId xmlns:a16="http://schemas.microsoft.com/office/drawing/2014/main" id="{E6C7E0CC-DAF3-4344-92AD-FE62F8BACB72}"/>
              </a:ext>
            </a:extLst>
          </p:cNvPr>
          <p:cNvSpPr>
            <a:spLocks noChangeArrowheads="1"/>
          </p:cNvSpPr>
          <p:nvPr/>
        </p:nvSpPr>
        <p:spPr bwMode="auto">
          <a:xfrm rot="10800000">
            <a:off x="6248400" y="2590800"/>
            <a:ext cx="457200" cy="381000"/>
          </a:xfrm>
          <a:prstGeom prst="triangle">
            <a:avLst>
              <a:gd name="adj" fmla="val 50000"/>
            </a:avLst>
          </a:prstGeom>
          <a:solidFill>
            <a:schemeClr val="folHlink"/>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1208" name="AutoShape 8">
            <a:extLst>
              <a:ext uri="{FF2B5EF4-FFF2-40B4-BE49-F238E27FC236}">
                <a16:creationId xmlns:a16="http://schemas.microsoft.com/office/drawing/2014/main" id="{1579A087-07AF-4258-89DE-E89D7C46DFF6}"/>
              </a:ext>
            </a:extLst>
          </p:cNvPr>
          <p:cNvSpPr>
            <a:spLocks noChangeArrowheads="1"/>
          </p:cNvSpPr>
          <p:nvPr/>
        </p:nvSpPr>
        <p:spPr bwMode="auto">
          <a:xfrm>
            <a:off x="8915400" y="3657600"/>
            <a:ext cx="457200" cy="381000"/>
          </a:xfrm>
          <a:prstGeom prst="triangle">
            <a:avLst>
              <a:gd name="adj" fmla="val 50000"/>
            </a:avLst>
          </a:prstGeom>
          <a:solidFill>
            <a:schemeClr val="folHlink"/>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1209" name="AutoShape 9">
            <a:extLst>
              <a:ext uri="{FF2B5EF4-FFF2-40B4-BE49-F238E27FC236}">
                <a16:creationId xmlns:a16="http://schemas.microsoft.com/office/drawing/2014/main" id="{FE212420-3E6E-4F23-AEEF-1D04566EE19C}"/>
              </a:ext>
            </a:extLst>
          </p:cNvPr>
          <p:cNvSpPr>
            <a:spLocks noChangeArrowheads="1"/>
          </p:cNvSpPr>
          <p:nvPr/>
        </p:nvSpPr>
        <p:spPr bwMode="auto">
          <a:xfrm>
            <a:off x="8305800" y="3657600"/>
            <a:ext cx="457200" cy="381000"/>
          </a:xfrm>
          <a:prstGeom prst="triangle">
            <a:avLst>
              <a:gd name="adj" fmla="val 50000"/>
            </a:avLst>
          </a:prstGeom>
          <a:solidFill>
            <a:schemeClr val="folHlink"/>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1210" name="AutoShape 10">
            <a:extLst>
              <a:ext uri="{FF2B5EF4-FFF2-40B4-BE49-F238E27FC236}">
                <a16:creationId xmlns:a16="http://schemas.microsoft.com/office/drawing/2014/main" id="{C41D5D4E-9EE0-4CE7-8831-2583310A7FC8}"/>
              </a:ext>
            </a:extLst>
          </p:cNvPr>
          <p:cNvSpPr>
            <a:spLocks noChangeArrowheads="1"/>
          </p:cNvSpPr>
          <p:nvPr/>
        </p:nvSpPr>
        <p:spPr bwMode="auto">
          <a:xfrm>
            <a:off x="6629400" y="3657600"/>
            <a:ext cx="457200" cy="381000"/>
          </a:xfrm>
          <a:prstGeom prst="triangle">
            <a:avLst>
              <a:gd name="adj" fmla="val 50000"/>
            </a:avLst>
          </a:prstGeom>
          <a:solidFill>
            <a:schemeClr val="folHlink"/>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1211" name="AutoShape 11">
            <a:extLst>
              <a:ext uri="{FF2B5EF4-FFF2-40B4-BE49-F238E27FC236}">
                <a16:creationId xmlns:a16="http://schemas.microsoft.com/office/drawing/2014/main" id="{2458883A-6120-43D5-88B5-1C8C3FED6BD8}"/>
              </a:ext>
            </a:extLst>
          </p:cNvPr>
          <p:cNvSpPr>
            <a:spLocks noChangeArrowheads="1"/>
          </p:cNvSpPr>
          <p:nvPr/>
        </p:nvSpPr>
        <p:spPr bwMode="auto">
          <a:xfrm>
            <a:off x="6019800" y="3657600"/>
            <a:ext cx="457200" cy="381000"/>
          </a:xfrm>
          <a:prstGeom prst="triangle">
            <a:avLst>
              <a:gd name="adj" fmla="val 50000"/>
            </a:avLst>
          </a:prstGeom>
          <a:solidFill>
            <a:schemeClr val="folHlink"/>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1212" name="AutoShape 12">
            <a:extLst>
              <a:ext uri="{FF2B5EF4-FFF2-40B4-BE49-F238E27FC236}">
                <a16:creationId xmlns:a16="http://schemas.microsoft.com/office/drawing/2014/main" id="{5953BF3E-8C63-4C1D-B9DB-457770B931D8}"/>
              </a:ext>
            </a:extLst>
          </p:cNvPr>
          <p:cNvSpPr>
            <a:spLocks noChangeArrowheads="1"/>
          </p:cNvSpPr>
          <p:nvPr/>
        </p:nvSpPr>
        <p:spPr bwMode="auto">
          <a:xfrm>
            <a:off x="5410200" y="3657600"/>
            <a:ext cx="457200" cy="381000"/>
          </a:xfrm>
          <a:prstGeom prst="triangle">
            <a:avLst>
              <a:gd name="adj" fmla="val 50000"/>
            </a:avLst>
          </a:prstGeom>
          <a:solidFill>
            <a:schemeClr val="folHlink"/>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1213" name="AutoShape 13">
            <a:extLst>
              <a:ext uri="{FF2B5EF4-FFF2-40B4-BE49-F238E27FC236}">
                <a16:creationId xmlns:a16="http://schemas.microsoft.com/office/drawing/2014/main" id="{DAD044E3-7C91-4696-94C6-9333D6B15F04}"/>
              </a:ext>
            </a:extLst>
          </p:cNvPr>
          <p:cNvSpPr>
            <a:spLocks noChangeArrowheads="1"/>
          </p:cNvSpPr>
          <p:nvPr/>
        </p:nvSpPr>
        <p:spPr bwMode="auto">
          <a:xfrm>
            <a:off x="38862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1214" name="AutoShape 14">
            <a:extLst>
              <a:ext uri="{FF2B5EF4-FFF2-40B4-BE49-F238E27FC236}">
                <a16:creationId xmlns:a16="http://schemas.microsoft.com/office/drawing/2014/main" id="{5DCC0149-D181-43D2-8064-AC9E32AAA4B0}"/>
              </a:ext>
            </a:extLst>
          </p:cNvPr>
          <p:cNvSpPr>
            <a:spLocks noChangeArrowheads="1"/>
          </p:cNvSpPr>
          <p:nvPr/>
        </p:nvSpPr>
        <p:spPr bwMode="auto">
          <a:xfrm>
            <a:off x="32004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1215" name="AutoShape 15">
            <a:extLst>
              <a:ext uri="{FF2B5EF4-FFF2-40B4-BE49-F238E27FC236}">
                <a16:creationId xmlns:a16="http://schemas.microsoft.com/office/drawing/2014/main" id="{3BBD5384-CB25-4C4F-B1EE-51E269EEF992}"/>
              </a:ext>
            </a:extLst>
          </p:cNvPr>
          <p:cNvSpPr>
            <a:spLocks noChangeArrowheads="1"/>
          </p:cNvSpPr>
          <p:nvPr/>
        </p:nvSpPr>
        <p:spPr bwMode="auto">
          <a:xfrm>
            <a:off x="7239000" y="3657600"/>
            <a:ext cx="457200" cy="381000"/>
          </a:xfrm>
          <a:prstGeom prst="triangle">
            <a:avLst>
              <a:gd name="adj" fmla="val 50000"/>
            </a:avLst>
          </a:prstGeom>
          <a:solidFill>
            <a:schemeClr val="folHlink"/>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1216" name="Line 16">
            <a:extLst>
              <a:ext uri="{FF2B5EF4-FFF2-40B4-BE49-F238E27FC236}">
                <a16:creationId xmlns:a16="http://schemas.microsoft.com/office/drawing/2014/main" id="{A9E3A2E6-0DCE-4AC2-86C4-FF8AF13D2DEF}"/>
              </a:ext>
            </a:extLst>
          </p:cNvPr>
          <p:cNvSpPr>
            <a:spLocks noChangeShapeType="1"/>
          </p:cNvSpPr>
          <p:nvPr/>
        </p:nvSpPr>
        <p:spPr bwMode="auto">
          <a:xfrm flipH="1">
            <a:off x="3810000" y="1981200"/>
            <a:ext cx="2667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1217" name="Line 17">
            <a:extLst>
              <a:ext uri="{FF2B5EF4-FFF2-40B4-BE49-F238E27FC236}">
                <a16:creationId xmlns:a16="http://schemas.microsoft.com/office/drawing/2014/main" id="{045E130D-731A-4FB9-919A-65D5161C0311}"/>
              </a:ext>
            </a:extLst>
          </p:cNvPr>
          <p:cNvSpPr>
            <a:spLocks noChangeShapeType="1"/>
          </p:cNvSpPr>
          <p:nvPr/>
        </p:nvSpPr>
        <p:spPr bwMode="auto">
          <a:xfrm flipH="1">
            <a:off x="6477000" y="1981200"/>
            <a:ext cx="0" cy="6096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1218" name="Line 18">
            <a:extLst>
              <a:ext uri="{FF2B5EF4-FFF2-40B4-BE49-F238E27FC236}">
                <a16:creationId xmlns:a16="http://schemas.microsoft.com/office/drawing/2014/main" id="{AEE45357-3D55-494F-A199-5535D4B8F92D}"/>
              </a:ext>
            </a:extLst>
          </p:cNvPr>
          <p:cNvSpPr>
            <a:spLocks noChangeShapeType="1"/>
          </p:cNvSpPr>
          <p:nvPr/>
        </p:nvSpPr>
        <p:spPr bwMode="auto">
          <a:xfrm>
            <a:off x="6477000" y="1981200"/>
            <a:ext cx="2286000" cy="6096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1219" name="Line 19">
            <a:extLst>
              <a:ext uri="{FF2B5EF4-FFF2-40B4-BE49-F238E27FC236}">
                <a16:creationId xmlns:a16="http://schemas.microsoft.com/office/drawing/2014/main" id="{363E0C2F-7F61-42A2-B24A-FEED0BE9E250}"/>
              </a:ext>
            </a:extLst>
          </p:cNvPr>
          <p:cNvSpPr>
            <a:spLocks noChangeShapeType="1"/>
          </p:cNvSpPr>
          <p:nvPr/>
        </p:nvSpPr>
        <p:spPr bwMode="auto">
          <a:xfrm flipH="1">
            <a:off x="3429000" y="2971800"/>
            <a:ext cx="381000" cy="685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1220" name="Line 20">
            <a:extLst>
              <a:ext uri="{FF2B5EF4-FFF2-40B4-BE49-F238E27FC236}">
                <a16:creationId xmlns:a16="http://schemas.microsoft.com/office/drawing/2014/main" id="{25606C13-095B-4264-B70E-C8F85DE9BA22}"/>
              </a:ext>
            </a:extLst>
          </p:cNvPr>
          <p:cNvSpPr>
            <a:spLocks noChangeShapeType="1"/>
          </p:cNvSpPr>
          <p:nvPr/>
        </p:nvSpPr>
        <p:spPr bwMode="auto">
          <a:xfrm>
            <a:off x="3810000" y="2971800"/>
            <a:ext cx="30480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1221" name="Line 21">
            <a:extLst>
              <a:ext uri="{FF2B5EF4-FFF2-40B4-BE49-F238E27FC236}">
                <a16:creationId xmlns:a16="http://schemas.microsoft.com/office/drawing/2014/main" id="{B7CADFEB-18C2-4B65-814B-17D783F73769}"/>
              </a:ext>
            </a:extLst>
          </p:cNvPr>
          <p:cNvSpPr>
            <a:spLocks noChangeShapeType="1"/>
          </p:cNvSpPr>
          <p:nvPr/>
        </p:nvSpPr>
        <p:spPr bwMode="auto">
          <a:xfrm flipH="1">
            <a:off x="5638800" y="2971800"/>
            <a:ext cx="838200" cy="6858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1222" name="Line 22">
            <a:extLst>
              <a:ext uri="{FF2B5EF4-FFF2-40B4-BE49-F238E27FC236}">
                <a16:creationId xmlns:a16="http://schemas.microsoft.com/office/drawing/2014/main" id="{FFC8F2B9-F0F3-44A2-A4AA-5FA2CA807FB5}"/>
              </a:ext>
            </a:extLst>
          </p:cNvPr>
          <p:cNvSpPr>
            <a:spLocks noChangeShapeType="1"/>
          </p:cNvSpPr>
          <p:nvPr/>
        </p:nvSpPr>
        <p:spPr bwMode="auto">
          <a:xfrm flipH="1">
            <a:off x="6248400" y="2971800"/>
            <a:ext cx="228600" cy="6858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1223" name="Line 23">
            <a:extLst>
              <a:ext uri="{FF2B5EF4-FFF2-40B4-BE49-F238E27FC236}">
                <a16:creationId xmlns:a16="http://schemas.microsoft.com/office/drawing/2014/main" id="{926FC1B2-FF33-4E84-843A-6D41929C8963}"/>
              </a:ext>
            </a:extLst>
          </p:cNvPr>
          <p:cNvSpPr>
            <a:spLocks noChangeShapeType="1"/>
          </p:cNvSpPr>
          <p:nvPr/>
        </p:nvSpPr>
        <p:spPr bwMode="auto">
          <a:xfrm>
            <a:off x="6477000" y="2971800"/>
            <a:ext cx="381000" cy="6858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1224" name="Line 24">
            <a:extLst>
              <a:ext uri="{FF2B5EF4-FFF2-40B4-BE49-F238E27FC236}">
                <a16:creationId xmlns:a16="http://schemas.microsoft.com/office/drawing/2014/main" id="{BA548312-007B-499D-B548-F2D2552F7018}"/>
              </a:ext>
            </a:extLst>
          </p:cNvPr>
          <p:cNvSpPr>
            <a:spLocks noChangeShapeType="1"/>
          </p:cNvSpPr>
          <p:nvPr/>
        </p:nvSpPr>
        <p:spPr bwMode="auto">
          <a:xfrm>
            <a:off x="6477000" y="2971800"/>
            <a:ext cx="990600" cy="6858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1225" name="Line 25">
            <a:extLst>
              <a:ext uri="{FF2B5EF4-FFF2-40B4-BE49-F238E27FC236}">
                <a16:creationId xmlns:a16="http://schemas.microsoft.com/office/drawing/2014/main" id="{EB34619E-47AB-44A8-B99B-83817B4790C3}"/>
              </a:ext>
            </a:extLst>
          </p:cNvPr>
          <p:cNvSpPr>
            <a:spLocks noChangeShapeType="1"/>
          </p:cNvSpPr>
          <p:nvPr/>
        </p:nvSpPr>
        <p:spPr bwMode="auto">
          <a:xfrm flipH="1">
            <a:off x="8534400" y="2971800"/>
            <a:ext cx="228600" cy="6858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1226" name="Line 26">
            <a:extLst>
              <a:ext uri="{FF2B5EF4-FFF2-40B4-BE49-F238E27FC236}">
                <a16:creationId xmlns:a16="http://schemas.microsoft.com/office/drawing/2014/main" id="{2E55276F-4D27-44D9-9CCA-DD83430CC106}"/>
              </a:ext>
            </a:extLst>
          </p:cNvPr>
          <p:cNvSpPr>
            <a:spLocks noChangeShapeType="1"/>
          </p:cNvSpPr>
          <p:nvPr/>
        </p:nvSpPr>
        <p:spPr bwMode="auto">
          <a:xfrm>
            <a:off x="8763000" y="2971800"/>
            <a:ext cx="381000" cy="6858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1227" name="Text Box 27">
            <a:extLst>
              <a:ext uri="{FF2B5EF4-FFF2-40B4-BE49-F238E27FC236}">
                <a16:creationId xmlns:a16="http://schemas.microsoft.com/office/drawing/2014/main" id="{189AC8B8-87FC-4F53-9D4E-5BF702288F3C}"/>
              </a:ext>
            </a:extLst>
          </p:cNvPr>
          <p:cNvSpPr txBox="1">
            <a:spLocks noChangeArrowheads="1"/>
          </p:cNvSpPr>
          <p:nvPr/>
        </p:nvSpPr>
        <p:spPr bwMode="auto">
          <a:xfrm>
            <a:off x="7239000" y="4038601"/>
            <a:ext cx="565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100</a:t>
            </a:r>
          </a:p>
        </p:txBody>
      </p:sp>
      <p:sp>
        <p:nvSpPr>
          <p:cNvPr id="51228" name="Text Box 28">
            <a:extLst>
              <a:ext uri="{FF2B5EF4-FFF2-40B4-BE49-F238E27FC236}">
                <a16:creationId xmlns:a16="http://schemas.microsoft.com/office/drawing/2014/main" id="{63C83B3E-311F-4802-8B0C-2D8DCB13AA54}"/>
              </a:ext>
            </a:extLst>
          </p:cNvPr>
          <p:cNvSpPr txBox="1">
            <a:spLocks noChangeArrowheads="1"/>
          </p:cNvSpPr>
          <p:nvPr/>
        </p:nvSpPr>
        <p:spPr bwMode="auto">
          <a:xfrm>
            <a:off x="3200400" y="4038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21</a:t>
            </a:r>
          </a:p>
        </p:txBody>
      </p:sp>
      <p:sp>
        <p:nvSpPr>
          <p:cNvPr id="51229" name="Text Box 29">
            <a:extLst>
              <a:ext uri="{FF2B5EF4-FFF2-40B4-BE49-F238E27FC236}">
                <a16:creationId xmlns:a16="http://schemas.microsoft.com/office/drawing/2014/main" id="{00E09979-2C3B-455D-81AF-E0656EB199F4}"/>
              </a:ext>
            </a:extLst>
          </p:cNvPr>
          <p:cNvSpPr txBox="1">
            <a:spLocks noChangeArrowheads="1"/>
          </p:cNvSpPr>
          <p:nvPr/>
        </p:nvSpPr>
        <p:spPr bwMode="auto">
          <a:xfrm>
            <a:off x="3962400" y="40386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-3</a:t>
            </a:r>
          </a:p>
        </p:txBody>
      </p:sp>
      <p:sp>
        <p:nvSpPr>
          <p:cNvPr id="51230" name="Text Box 30">
            <a:extLst>
              <a:ext uri="{FF2B5EF4-FFF2-40B4-BE49-F238E27FC236}">
                <a16:creationId xmlns:a16="http://schemas.microsoft.com/office/drawing/2014/main" id="{3F86CCC6-1BB9-43D6-A109-6DCD96176756}"/>
              </a:ext>
            </a:extLst>
          </p:cNvPr>
          <p:cNvSpPr txBox="1">
            <a:spLocks noChangeArrowheads="1"/>
          </p:cNvSpPr>
          <p:nvPr/>
        </p:nvSpPr>
        <p:spPr bwMode="auto">
          <a:xfrm>
            <a:off x="5334000" y="4038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12</a:t>
            </a:r>
          </a:p>
        </p:txBody>
      </p:sp>
      <p:sp>
        <p:nvSpPr>
          <p:cNvPr id="51231" name="Text Box 31">
            <a:extLst>
              <a:ext uri="{FF2B5EF4-FFF2-40B4-BE49-F238E27FC236}">
                <a16:creationId xmlns:a16="http://schemas.microsoft.com/office/drawing/2014/main" id="{BD5274B8-0DF1-45DB-BFCD-26A0CDCC2EAC}"/>
              </a:ext>
            </a:extLst>
          </p:cNvPr>
          <p:cNvSpPr txBox="1">
            <a:spLocks noChangeArrowheads="1"/>
          </p:cNvSpPr>
          <p:nvPr/>
        </p:nvSpPr>
        <p:spPr bwMode="auto">
          <a:xfrm>
            <a:off x="6019800" y="4038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-70</a:t>
            </a:r>
          </a:p>
        </p:txBody>
      </p:sp>
      <p:sp>
        <p:nvSpPr>
          <p:cNvPr id="51232" name="Text Box 32">
            <a:extLst>
              <a:ext uri="{FF2B5EF4-FFF2-40B4-BE49-F238E27FC236}">
                <a16:creationId xmlns:a16="http://schemas.microsoft.com/office/drawing/2014/main" id="{0307366B-4E74-4F63-87FB-0B20CC6D9047}"/>
              </a:ext>
            </a:extLst>
          </p:cNvPr>
          <p:cNvSpPr txBox="1">
            <a:spLocks noChangeArrowheads="1"/>
          </p:cNvSpPr>
          <p:nvPr/>
        </p:nvSpPr>
        <p:spPr bwMode="auto">
          <a:xfrm>
            <a:off x="6629400" y="40386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-4</a:t>
            </a:r>
          </a:p>
        </p:txBody>
      </p:sp>
      <p:sp>
        <p:nvSpPr>
          <p:cNvPr id="51233" name="Text Box 33">
            <a:extLst>
              <a:ext uri="{FF2B5EF4-FFF2-40B4-BE49-F238E27FC236}">
                <a16:creationId xmlns:a16="http://schemas.microsoft.com/office/drawing/2014/main" id="{BC9DC8D8-6F37-4EAE-B04A-AA4F1AB2F1CC}"/>
              </a:ext>
            </a:extLst>
          </p:cNvPr>
          <p:cNvSpPr txBox="1">
            <a:spLocks noChangeArrowheads="1"/>
          </p:cNvSpPr>
          <p:nvPr/>
        </p:nvSpPr>
        <p:spPr bwMode="auto">
          <a:xfrm>
            <a:off x="8229600" y="4038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-73</a:t>
            </a:r>
          </a:p>
        </p:txBody>
      </p:sp>
      <p:sp>
        <p:nvSpPr>
          <p:cNvPr id="51234" name="Text Box 34">
            <a:extLst>
              <a:ext uri="{FF2B5EF4-FFF2-40B4-BE49-F238E27FC236}">
                <a16:creationId xmlns:a16="http://schemas.microsoft.com/office/drawing/2014/main" id="{0A38A873-773F-4613-BEE9-439182AABE53}"/>
              </a:ext>
            </a:extLst>
          </p:cNvPr>
          <p:cNvSpPr txBox="1">
            <a:spLocks noChangeArrowheads="1"/>
          </p:cNvSpPr>
          <p:nvPr/>
        </p:nvSpPr>
        <p:spPr bwMode="auto">
          <a:xfrm>
            <a:off x="8839200" y="4038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-14</a:t>
            </a:r>
          </a:p>
        </p:txBody>
      </p:sp>
      <p:sp>
        <p:nvSpPr>
          <p:cNvPr id="51235" name="Text Box 35">
            <a:extLst>
              <a:ext uri="{FF2B5EF4-FFF2-40B4-BE49-F238E27FC236}">
                <a16:creationId xmlns:a16="http://schemas.microsoft.com/office/drawing/2014/main" id="{8DE204A9-BA2D-441A-971B-B988DA4428D5}"/>
              </a:ext>
            </a:extLst>
          </p:cNvPr>
          <p:cNvSpPr txBox="1">
            <a:spLocks noChangeArrowheads="1"/>
          </p:cNvSpPr>
          <p:nvPr/>
        </p:nvSpPr>
        <p:spPr bwMode="auto">
          <a:xfrm>
            <a:off x="1736725" y="1560513"/>
            <a:ext cx="615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Max</a:t>
            </a:r>
          </a:p>
        </p:txBody>
      </p:sp>
      <p:sp>
        <p:nvSpPr>
          <p:cNvPr id="51236" name="Text Box 36">
            <a:extLst>
              <a:ext uri="{FF2B5EF4-FFF2-40B4-BE49-F238E27FC236}">
                <a16:creationId xmlns:a16="http://schemas.microsoft.com/office/drawing/2014/main" id="{4BACA64E-25A8-414A-9532-D156382807A7}"/>
              </a:ext>
            </a:extLst>
          </p:cNvPr>
          <p:cNvSpPr txBox="1">
            <a:spLocks noChangeArrowheads="1"/>
          </p:cNvSpPr>
          <p:nvPr/>
        </p:nvSpPr>
        <p:spPr bwMode="auto">
          <a:xfrm>
            <a:off x="1752600" y="3810001"/>
            <a:ext cx="615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Max</a:t>
            </a:r>
          </a:p>
        </p:txBody>
      </p:sp>
      <p:sp>
        <p:nvSpPr>
          <p:cNvPr id="51237" name="Text Box 37">
            <a:extLst>
              <a:ext uri="{FF2B5EF4-FFF2-40B4-BE49-F238E27FC236}">
                <a16:creationId xmlns:a16="http://schemas.microsoft.com/office/drawing/2014/main" id="{0EBF69C0-CF65-4555-939B-0368E0C9DCA3}"/>
              </a:ext>
            </a:extLst>
          </p:cNvPr>
          <p:cNvSpPr txBox="1">
            <a:spLocks noChangeArrowheads="1"/>
          </p:cNvSpPr>
          <p:nvPr/>
        </p:nvSpPr>
        <p:spPr bwMode="auto">
          <a:xfrm>
            <a:off x="1752600" y="2590801"/>
            <a:ext cx="552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Min</a:t>
            </a:r>
          </a:p>
        </p:txBody>
      </p:sp>
      <p:sp>
        <p:nvSpPr>
          <p:cNvPr id="51238" name="Text Box 38">
            <a:extLst>
              <a:ext uri="{FF2B5EF4-FFF2-40B4-BE49-F238E27FC236}">
                <a16:creationId xmlns:a16="http://schemas.microsoft.com/office/drawing/2014/main" id="{10E70070-0F37-4B66-8109-C2888143AF4C}"/>
              </a:ext>
            </a:extLst>
          </p:cNvPr>
          <p:cNvSpPr txBox="1">
            <a:spLocks noChangeArrowheads="1"/>
          </p:cNvSpPr>
          <p:nvPr/>
        </p:nvSpPr>
        <p:spPr bwMode="auto">
          <a:xfrm>
            <a:off x="3200400" y="26670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-3</a:t>
            </a:r>
          </a:p>
        </p:txBody>
      </p:sp>
      <p:sp>
        <p:nvSpPr>
          <p:cNvPr id="51239" name="Text Box 39">
            <a:extLst>
              <a:ext uri="{FF2B5EF4-FFF2-40B4-BE49-F238E27FC236}">
                <a16:creationId xmlns:a16="http://schemas.microsoft.com/office/drawing/2014/main" id="{604C58D4-0268-46EB-BB50-6730BE702006}"/>
              </a:ext>
            </a:extLst>
          </p:cNvPr>
          <p:cNvSpPr txBox="1">
            <a:spLocks noChangeArrowheads="1"/>
          </p:cNvSpPr>
          <p:nvPr/>
        </p:nvSpPr>
        <p:spPr bwMode="auto">
          <a:xfrm>
            <a:off x="5638800" y="16002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-3</a:t>
            </a:r>
          </a:p>
        </p:txBody>
      </p:sp>
    </p:spTree>
    <p:extLst>
      <p:ext uri="{BB962C8B-B14F-4D97-AF65-F5344CB8AC3E}">
        <p14:creationId xmlns:p14="http://schemas.microsoft.com/office/powerpoint/2010/main" val="215954335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C90FD786-412E-40CB-9C44-62B142599E58}"/>
              </a:ext>
            </a:extLst>
          </p:cNvPr>
          <p:cNvSpPr>
            <a:spLocks noGrp="1" noChangeArrowheads="1"/>
          </p:cNvSpPr>
          <p:nvPr>
            <p:ph type="title"/>
          </p:nvPr>
        </p:nvSpPr>
        <p:spPr/>
        <p:txBody>
          <a:bodyPr/>
          <a:lstStyle/>
          <a:p>
            <a:pPr eaLnBrk="1" hangingPunct="1"/>
            <a:r>
              <a:rPr lang="en-US" altLang="en-US">
                <a:latin typeface="Symbol" panose="05050102010706020507" pitchFamily="18" charset="2"/>
              </a:rPr>
              <a:t>a</a:t>
            </a:r>
            <a:r>
              <a:rPr lang="en-US" altLang="en-US"/>
              <a:t> Cut example</a:t>
            </a:r>
          </a:p>
        </p:txBody>
      </p:sp>
      <p:sp>
        <p:nvSpPr>
          <p:cNvPr id="53251" name="Rectangle 3">
            <a:extLst>
              <a:ext uri="{FF2B5EF4-FFF2-40B4-BE49-F238E27FC236}">
                <a16:creationId xmlns:a16="http://schemas.microsoft.com/office/drawing/2014/main" id="{5D0E4472-1A6B-43E9-B738-14B4D3546B09}"/>
              </a:ext>
            </a:extLst>
          </p:cNvPr>
          <p:cNvSpPr>
            <a:spLocks noGrp="1" noChangeArrowheads="1"/>
          </p:cNvSpPr>
          <p:nvPr>
            <p:ph type="body" idx="1"/>
          </p:nvPr>
        </p:nvSpPr>
        <p:spPr>
          <a:xfrm>
            <a:off x="1981200" y="4572001"/>
            <a:ext cx="8229600" cy="1558925"/>
          </a:xfrm>
        </p:spPr>
        <p:txBody>
          <a:bodyPr/>
          <a:lstStyle/>
          <a:p>
            <a:pPr eaLnBrk="1" hangingPunct="1"/>
            <a:r>
              <a:rPr lang="en-US" altLang="en-US"/>
              <a:t>12 is minimum so far (second level)</a:t>
            </a:r>
          </a:p>
          <a:p>
            <a:pPr eaLnBrk="1" hangingPunct="1"/>
            <a:r>
              <a:rPr lang="en-US" altLang="en-US"/>
              <a:t>-3 is still maximum (can’t use second node yet)</a:t>
            </a:r>
          </a:p>
        </p:txBody>
      </p:sp>
      <p:sp>
        <p:nvSpPr>
          <p:cNvPr id="53252" name="AutoShape 4">
            <a:extLst>
              <a:ext uri="{FF2B5EF4-FFF2-40B4-BE49-F238E27FC236}">
                <a16:creationId xmlns:a16="http://schemas.microsoft.com/office/drawing/2014/main" id="{4914FCA1-A3EA-4E2A-968D-58AF26739334}"/>
              </a:ext>
            </a:extLst>
          </p:cNvPr>
          <p:cNvSpPr>
            <a:spLocks noChangeArrowheads="1"/>
          </p:cNvSpPr>
          <p:nvPr/>
        </p:nvSpPr>
        <p:spPr bwMode="auto">
          <a:xfrm>
            <a:off x="6248400" y="16002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3253" name="AutoShape 5">
            <a:extLst>
              <a:ext uri="{FF2B5EF4-FFF2-40B4-BE49-F238E27FC236}">
                <a16:creationId xmlns:a16="http://schemas.microsoft.com/office/drawing/2014/main" id="{6C04128B-C038-4EF2-BF84-1C2147629C3D}"/>
              </a:ext>
            </a:extLst>
          </p:cNvPr>
          <p:cNvSpPr>
            <a:spLocks noChangeArrowheads="1"/>
          </p:cNvSpPr>
          <p:nvPr/>
        </p:nvSpPr>
        <p:spPr bwMode="auto">
          <a:xfrm rot="10800000">
            <a:off x="3581400" y="25908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3254" name="AutoShape 6">
            <a:extLst>
              <a:ext uri="{FF2B5EF4-FFF2-40B4-BE49-F238E27FC236}">
                <a16:creationId xmlns:a16="http://schemas.microsoft.com/office/drawing/2014/main" id="{47F00B61-18EF-4EFC-B4E9-E33419B1E248}"/>
              </a:ext>
            </a:extLst>
          </p:cNvPr>
          <p:cNvSpPr>
            <a:spLocks noChangeArrowheads="1"/>
          </p:cNvSpPr>
          <p:nvPr/>
        </p:nvSpPr>
        <p:spPr bwMode="auto">
          <a:xfrm rot="10800000">
            <a:off x="8534400" y="2590800"/>
            <a:ext cx="457200" cy="381000"/>
          </a:xfrm>
          <a:prstGeom prst="triangle">
            <a:avLst>
              <a:gd name="adj" fmla="val 50000"/>
            </a:avLst>
          </a:prstGeom>
          <a:solidFill>
            <a:schemeClr val="folHlink"/>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3255" name="AutoShape 7">
            <a:extLst>
              <a:ext uri="{FF2B5EF4-FFF2-40B4-BE49-F238E27FC236}">
                <a16:creationId xmlns:a16="http://schemas.microsoft.com/office/drawing/2014/main" id="{CE9C1942-51E0-4A91-ADD6-924B08BA1F17}"/>
              </a:ext>
            </a:extLst>
          </p:cNvPr>
          <p:cNvSpPr>
            <a:spLocks noChangeArrowheads="1"/>
          </p:cNvSpPr>
          <p:nvPr/>
        </p:nvSpPr>
        <p:spPr bwMode="auto">
          <a:xfrm rot="10800000">
            <a:off x="6248400" y="25908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3256" name="AutoShape 8">
            <a:extLst>
              <a:ext uri="{FF2B5EF4-FFF2-40B4-BE49-F238E27FC236}">
                <a16:creationId xmlns:a16="http://schemas.microsoft.com/office/drawing/2014/main" id="{7EE17A57-E1D2-46F4-A7F6-E3C736227EAD}"/>
              </a:ext>
            </a:extLst>
          </p:cNvPr>
          <p:cNvSpPr>
            <a:spLocks noChangeArrowheads="1"/>
          </p:cNvSpPr>
          <p:nvPr/>
        </p:nvSpPr>
        <p:spPr bwMode="auto">
          <a:xfrm>
            <a:off x="8915400" y="3657600"/>
            <a:ext cx="457200" cy="381000"/>
          </a:xfrm>
          <a:prstGeom prst="triangle">
            <a:avLst>
              <a:gd name="adj" fmla="val 50000"/>
            </a:avLst>
          </a:prstGeom>
          <a:solidFill>
            <a:schemeClr val="folHlink"/>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3257" name="AutoShape 9">
            <a:extLst>
              <a:ext uri="{FF2B5EF4-FFF2-40B4-BE49-F238E27FC236}">
                <a16:creationId xmlns:a16="http://schemas.microsoft.com/office/drawing/2014/main" id="{AA6DD6BE-E5A5-4D5D-AD0B-B0D1EF0C68C3}"/>
              </a:ext>
            </a:extLst>
          </p:cNvPr>
          <p:cNvSpPr>
            <a:spLocks noChangeArrowheads="1"/>
          </p:cNvSpPr>
          <p:nvPr/>
        </p:nvSpPr>
        <p:spPr bwMode="auto">
          <a:xfrm>
            <a:off x="8305800" y="3657600"/>
            <a:ext cx="457200" cy="381000"/>
          </a:xfrm>
          <a:prstGeom prst="triangle">
            <a:avLst>
              <a:gd name="adj" fmla="val 50000"/>
            </a:avLst>
          </a:prstGeom>
          <a:solidFill>
            <a:schemeClr val="folHlink"/>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3258" name="AutoShape 10">
            <a:extLst>
              <a:ext uri="{FF2B5EF4-FFF2-40B4-BE49-F238E27FC236}">
                <a16:creationId xmlns:a16="http://schemas.microsoft.com/office/drawing/2014/main" id="{44E8452A-7BEB-4A21-929F-F80F168A928D}"/>
              </a:ext>
            </a:extLst>
          </p:cNvPr>
          <p:cNvSpPr>
            <a:spLocks noChangeArrowheads="1"/>
          </p:cNvSpPr>
          <p:nvPr/>
        </p:nvSpPr>
        <p:spPr bwMode="auto">
          <a:xfrm>
            <a:off x="6629400" y="3657600"/>
            <a:ext cx="457200" cy="381000"/>
          </a:xfrm>
          <a:prstGeom prst="triangle">
            <a:avLst>
              <a:gd name="adj" fmla="val 50000"/>
            </a:avLst>
          </a:prstGeom>
          <a:solidFill>
            <a:schemeClr val="folHlink"/>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3259" name="AutoShape 11">
            <a:extLst>
              <a:ext uri="{FF2B5EF4-FFF2-40B4-BE49-F238E27FC236}">
                <a16:creationId xmlns:a16="http://schemas.microsoft.com/office/drawing/2014/main" id="{399FEE53-5F5D-46AA-A142-9F1718914F06}"/>
              </a:ext>
            </a:extLst>
          </p:cNvPr>
          <p:cNvSpPr>
            <a:spLocks noChangeArrowheads="1"/>
          </p:cNvSpPr>
          <p:nvPr/>
        </p:nvSpPr>
        <p:spPr bwMode="auto">
          <a:xfrm>
            <a:off x="6019800" y="3657600"/>
            <a:ext cx="457200" cy="381000"/>
          </a:xfrm>
          <a:prstGeom prst="triangle">
            <a:avLst>
              <a:gd name="adj" fmla="val 50000"/>
            </a:avLst>
          </a:prstGeom>
          <a:solidFill>
            <a:schemeClr val="folHlink"/>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3260" name="AutoShape 12">
            <a:extLst>
              <a:ext uri="{FF2B5EF4-FFF2-40B4-BE49-F238E27FC236}">
                <a16:creationId xmlns:a16="http://schemas.microsoft.com/office/drawing/2014/main" id="{924C75EB-7249-4654-98B9-724744733DFF}"/>
              </a:ext>
            </a:extLst>
          </p:cNvPr>
          <p:cNvSpPr>
            <a:spLocks noChangeArrowheads="1"/>
          </p:cNvSpPr>
          <p:nvPr/>
        </p:nvSpPr>
        <p:spPr bwMode="auto">
          <a:xfrm>
            <a:off x="54102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3261" name="AutoShape 13">
            <a:extLst>
              <a:ext uri="{FF2B5EF4-FFF2-40B4-BE49-F238E27FC236}">
                <a16:creationId xmlns:a16="http://schemas.microsoft.com/office/drawing/2014/main" id="{A3E89AD0-58BF-480C-BAA8-6CC9FE3621FB}"/>
              </a:ext>
            </a:extLst>
          </p:cNvPr>
          <p:cNvSpPr>
            <a:spLocks noChangeArrowheads="1"/>
          </p:cNvSpPr>
          <p:nvPr/>
        </p:nvSpPr>
        <p:spPr bwMode="auto">
          <a:xfrm>
            <a:off x="38862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3262" name="AutoShape 14">
            <a:extLst>
              <a:ext uri="{FF2B5EF4-FFF2-40B4-BE49-F238E27FC236}">
                <a16:creationId xmlns:a16="http://schemas.microsoft.com/office/drawing/2014/main" id="{37DF3368-B3BD-419C-8D61-98218EB9E4FE}"/>
              </a:ext>
            </a:extLst>
          </p:cNvPr>
          <p:cNvSpPr>
            <a:spLocks noChangeArrowheads="1"/>
          </p:cNvSpPr>
          <p:nvPr/>
        </p:nvSpPr>
        <p:spPr bwMode="auto">
          <a:xfrm>
            <a:off x="32004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3263" name="AutoShape 15">
            <a:extLst>
              <a:ext uri="{FF2B5EF4-FFF2-40B4-BE49-F238E27FC236}">
                <a16:creationId xmlns:a16="http://schemas.microsoft.com/office/drawing/2014/main" id="{46D428A2-8CF4-4C53-88BB-814BAA32827B}"/>
              </a:ext>
            </a:extLst>
          </p:cNvPr>
          <p:cNvSpPr>
            <a:spLocks noChangeArrowheads="1"/>
          </p:cNvSpPr>
          <p:nvPr/>
        </p:nvSpPr>
        <p:spPr bwMode="auto">
          <a:xfrm>
            <a:off x="7239000" y="3657600"/>
            <a:ext cx="457200" cy="381000"/>
          </a:xfrm>
          <a:prstGeom prst="triangle">
            <a:avLst>
              <a:gd name="adj" fmla="val 50000"/>
            </a:avLst>
          </a:prstGeom>
          <a:solidFill>
            <a:schemeClr val="folHlink"/>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3264" name="Line 16">
            <a:extLst>
              <a:ext uri="{FF2B5EF4-FFF2-40B4-BE49-F238E27FC236}">
                <a16:creationId xmlns:a16="http://schemas.microsoft.com/office/drawing/2014/main" id="{BA7A148E-43C6-44B8-8EA9-264BAEC0D7EA}"/>
              </a:ext>
            </a:extLst>
          </p:cNvPr>
          <p:cNvSpPr>
            <a:spLocks noChangeShapeType="1"/>
          </p:cNvSpPr>
          <p:nvPr/>
        </p:nvSpPr>
        <p:spPr bwMode="auto">
          <a:xfrm flipH="1">
            <a:off x="3810000" y="1981200"/>
            <a:ext cx="2667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3265" name="Line 17">
            <a:extLst>
              <a:ext uri="{FF2B5EF4-FFF2-40B4-BE49-F238E27FC236}">
                <a16:creationId xmlns:a16="http://schemas.microsoft.com/office/drawing/2014/main" id="{178ADFE2-1A31-4816-A7D8-3CD4178B959B}"/>
              </a:ext>
            </a:extLst>
          </p:cNvPr>
          <p:cNvSpPr>
            <a:spLocks noChangeShapeType="1"/>
          </p:cNvSpPr>
          <p:nvPr/>
        </p:nvSpPr>
        <p:spPr bwMode="auto">
          <a:xfrm flipH="1">
            <a:off x="6477000" y="1981200"/>
            <a:ext cx="0" cy="609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3266" name="Line 18">
            <a:extLst>
              <a:ext uri="{FF2B5EF4-FFF2-40B4-BE49-F238E27FC236}">
                <a16:creationId xmlns:a16="http://schemas.microsoft.com/office/drawing/2014/main" id="{6545C89A-8C30-4BCF-BA4B-2335BC03D8E8}"/>
              </a:ext>
            </a:extLst>
          </p:cNvPr>
          <p:cNvSpPr>
            <a:spLocks noChangeShapeType="1"/>
          </p:cNvSpPr>
          <p:nvPr/>
        </p:nvSpPr>
        <p:spPr bwMode="auto">
          <a:xfrm>
            <a:off x="6477000" y="1981200"/>
            <a:ext cx="2286000" cy="6096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3267" name="Line 19">
            <a:extLst>
              <a:ext uri="{FF2B5EF4-FFF2-40B4-BE49-F238E27FC236}">
                <a16:creationId xmlns:a16="http://schemas.microsoft.com/office/drawing/2014/main" id="{BB26F4BB-208C-4A72-A4BD-39F3EAA07062}"/>
              </a:ext>
            </a:extLst>
          </p:cNvPr>
          <p:cNvSpPr>
            <a:spLocks noChangeShapeType="1"/>
          </p:cNvSpPr>
          <p:nvPr/>
        </p:nvSpPr>
        <p:spPr bwMode="auto">
          <a:xfrm flipH="1">
            <a:off x="3429000" y="2971800"/>
            <a:ext cx="381000" cy="685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3268" name="Line 20">
            <a:extLst>
              <a:ext uri="{FF2B5EF4-FFF2-40B4-BE49-F238E27FC236}">
                <a16:creationId xmlns:a16="http://schemas.microsoft.com/office/drawing/2014/main" id="{9A118484-EA81-455D-84B5-E0013EDD9FFC}"/>
              </a:ext>
            </a:extLst>
          </p:cNvPr>
          <p:cNvSpPr>
            <a:spLocks noChangeShapeType="1"/>
          </p:cNvSpPr>
          <p:nvPr/>
        </p:nvSpPr>
        <p:spPr bwMode="auto">
          <a:xfrm>
            <a:off x="3810000" y="2971800"/>
            <a:ext cx="30480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3269" name="Line 21">
            <a:extLst>
              <a:ext uri="{FF2B5EF4-FFF2-40B4-BE49-F238E27FC236}">
                <a16:creationId xmlns:a16="http://schemas.microsoft.com/office/drawing/2014/main" id="{FFC1349F-066F-4214-9C73-3F0FC2010F93}"/>
              </a:ext>
            </a:extLst>
          </p:cNvPr>
          <p:cNvSpPr>
            <a:spLocks noChangeShapeType="1"/>
          </p:cNvSpPr>
          <p:nvPr/>
        </p:nvSpPr>
        <p:spPr bwMode="auto">
          <a:xfrm flipH="1">
            <a:off x="5638800" y="2971800"/>
            <a:ext cx="83820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3270" name="Line 22">
            <a:extLst>
              <a:ext uri="{FF2B5EF4-FFF2-40B4-BE49-F238E27FC236}">
                <a16:creationId xmlns:a16="http://schemas.microsoft.com/office/drawing/2014/main" id="{C121F596-ECF8-4DF9-AB43-19EBA1CB4D58}"/>
              </a:ext>
            </a:extLst>
          </p:cNvPr>
          <p:cNvSpPr>
            <a:spLocks noChangeShapeType="1"/>
          </p:cNvSpPr>
          <p:nvPr/>
        </p:nvSpPr>
        <p:spPr bwMode="auto">
          <a:xfrm flipH="1">
            <a:off x="6248400" y="2971800"/>
            <a:ext cx="228600" cy="6858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3271" name="Line 23">
            <a:extLst>
              <a:ext uri="{FF2B5EF4-FFF2-40B4-BE49-F238E27FC236}">
                <a16:creationId xmlns:a16="http://schemas.microsoft.com/office/drawing/2014/main" id="{02E8BEEC-1D18-410D-A90C-433A11696EC1}"/>
              </a:ext>
            </a:extLst>
          </p:cNvPr>
          <p:cNvSpPr>
            <a:spLocks noChangeShapeType="1"/>
          </p:cNvSpPr>
          <p:nvPr/>
        </p:nvSpPr>
        <p:spPr bwMode="auto">
          <a:xfrm>
            <a:off x="6477000" y="2971800"/>
            <a:ext cx="381000" cy="6858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3272" name="Line 24">
            <a:extLst>
              <a:ext uri="{FF2B5EF4-FFF2-40B4-BE49-F238E27FC236}">
                <a16:creationId xmlns:a16="http://schemas.microsoft.com/office/drawing/2014/main" id="{98EADD9F-5A93-4E8E-8616-9CAA8AA692FD}"/>
              </a:ext>
            </a:extLst>
          </p:cNvPr>
          <p:cNvSpPr>
            <a:spLocks noChangeShapeType="1"/>
          </p:cNvSpPr>
          <p:nvPr/>
        </p:nvSpPr>
        <p:spPr bwMode="auto">
          <a:xfrm>
            <a:off x="6477000" y="2971800"/>
            <a:ext cx="990600" cy="6858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3273" name="Line 25">
            <a:extLst>
              <a:ext uri="{FF2B5EF4-FFF2-40B4-BE49-F238E27FC236}">
                <a16:creationId xmlns:a16="http://schemas.microsoft.com/office/drawing/2014/main" id="{F33BBCB5-D1DE-40DA-AAC9-33C35538034A}"/>
              </a:ext>
            </a:extLst>
          </p:cNvPr>
          <p:cNvSpPr>
            <a:spLocks noChangeShapeType="1"/>
          </p:cNvSpPr>
          <p:nvPr/>
        </p:nvSpPr>
        <p:spPr bwMode="auto">
          <a:xfrm flipH="1">
            <a:off x="8534400" y="2971800"/>
            <a:ext cx="228600" cy="6858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3274" name="Line 26">
            <a:extLst>
              <a:ext uri="{FF2B5EF4-FFF2-40B4-BE49-F238E27FC236}">
                <a16:creationId xmlns:a16="http://schemas.microsoft.com/office/drawing/2014/main" id="{B21DF5DF-6AF6-4E72-B7E6-66602BEB8D93}"/>
              </a:ext>
            </a:extLst>
          </p:cNvPr>
          <p:cNvSpPr>
            <a:spLocks noChangeShapeType="1"/>
          </p:cNvSpPr>
          <p:nvPr/>
        </p:nvSpPr>
        <p:spPr bwMode="auto">
          <a:xfrm>
            <a:off x="8763000" y="2971800"/>
            <a:ext cx="381000" cy="6858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3275" name="Text Box 27">
            <a:extLst>
              <a:ext uri="{FF2B5EF4-FFF2-40B4-BE49-F238E27FC236}">
                <a16:creationId xmlns:a16="http://schemas.microsoft.com/office/drawing/2014/main" id="{62A7237B-866A-46CC-8935-F100318B55B0}"/>
              </a:ext>
            </a:extLst>
          </p:cNvPr>
          <p:cNvSpPr txBox="1">
            <a:spLocks noChangeArrowheads="1"/>
          </p:cNvSpPr>
          <p:nvPr/>
        </p:nvSpPr>
        <p:spPr bwMode="auto">
          <a:xfrm>
            <a:off x="7239000" y="4038601"/>
            <a:ext cx="565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100</a:t>
            </a:r>
          </a:p>
        </p:txBody>
      </p:sp>
      <p:sp>
        <p:nvSpPr>
          <p:cNvPr id="53276" name="Text Box 28">
            <a:extLst>
              <a:ext uri="{FF2B5EF4-FFF2-40B4-BE49-F238E27FC236}">
                <a16:creationId xmlns:a16="http://schemas.microsoft.com/office/drawing/2014/main" id="{18933B05-8820-41A0-9381-44495639FE8A}"/>
              </a:ext>
            </a:extLst>
          </p:cNvPr>
          <p:cNvSpPr txBox="1">
            <a:spLocks noChangeArrowheads="1"/>
          </p:cNvSpPr>
          <p:nvPr/>
        </p:nvSpPr>
        <p:spPr bwMode="auto">
          <a:xfrm>
            <a:off x="3200400" y="4038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21</a:t>
            </a:r>
          </a:p>
        </p:txBody>
      </p:sp>
      <p:sp>
        <p:nvSpPr>
          <p:cNvPr id="53277" name="Text Box 29">
            <a:extLst>
              <a:ext uri="{FF2B5EF4-FFF2-40B4-BE49-F238E27FC236}">
                <a16:creationId xmlns:a16="http://schemas.microsoft.com/office/drawing/2014/main" id="{C8A30C78-678D-436A-B26A-BE1EEF623522}"/>
              </a:ext>
            </a:extLst>
          </p:cNvPr>
          <p:cNvSpPr txBox="1">
            <a:spLocks noChangeArrowheads="1"/>
          </p:cNvSpPr>
          <p:nvPr/>
        </p:nvSpPr>
        <p:spPr bwMode="auto">
          <a:xfrm>
            <a:off x="3962400" y="40386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-3</a:t>
            </a:r>
          </a:p>
        </p:txBody>
      </p:sp>
      <p:sp>
        <p:nvSpPr>
          <p:cNvPr id="53278" name="Text Box 30">
            <a:extLst>
              <a:ext uri="{FF2B5EF4-FFF2-40B4-BE49-F238E27FC236}">
                <a16:creationId xmlns:a16="http://schemas.microsoft.com/office/drawing/2014/main" id="{F2060ED6-FCD1-4CAC-916F-67A94606073B}"/>
              </a:ext>
            </a:extLst>
          </p:cNvPr>
          <p:cNvSpPr txBox="1">
            <a:spLocks noChangeArrowheads="1"/>
          </p:cNvSpPr>
          <p:nvPr/>
        </p:nvSpPr>
        <p:spPr bwMode="auto">
          <a:xfrm>
            <a:off x="5334000" y="4038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12</a:t>
            </a:r>
          </a:p>
        </p:txBody>
      </p:sp>
      <p:sp>
        <p:nvSpPr>
          <p:cNvPr id="53279" name="Text Box 31">
            <a:extLst>
              <a:ext uri="{FF2B5EF4-FFF2-40B4-BE49-F238E27FC236}">
                <a16:creationId xmlns:a16="http://schemas.microsoft.com/office/drawing/2014/main" id="{E737146C-5053-41A7-9F84-F9CCD6A6AE24}"/>
              </a:ext>
            </a:extLst>
          </p:cNvPr>
          <p:cNvSpPr txBox="1">
            <a:spLocks noChangeArrowheads="1"/>
          </p:cNvSpPr>
          <p:nvPr/>
        </p:nvSpPr>
        <p:spPr bwMode="auto">
          <a:xfrm>
            <a:off x="6019800" y="4038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-70</a:t>
            </a:r>
          </a:p>
        </p:txBody>
      </p:sp>
      <p:sp>
        <p:nvSpPr>
          <p:cNvPr id="53280" name="Text Box 32">
            <a:extLst>
              <a:ext uri="{FF2B5EF4-FFF2-40B4-BE49-F238E27FC236}">
                <a16:creationId xmlns:a16="http://schemas.microsoft.com/office/drawing/2014/main" id="{6C1E5A36-49C3-4821-9D1C-3E025796BBFA}"/>
              </a:ext>
            </a:extLst>
          </p:cNvPr>
          <p:cNvSpPr txBox="1">
            <a:spLocks noChangeArrowheads="1"/>
          </p:cNvSpPr>
          <p:nvPr/>
        </p:nvSpPr>
        <p:spPr bwMode="auto">
          <a:xfrm>
            <a:off x="6629400" y="40386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-4</a:t>
            </a:r>
          </a:p>
        </p:txBody>
      </p:sp>
      <p:sp>
        <p:nvSpPr>
          <p:cNvPr id="53281" name="Text Box 33">
            <a:extLst>
              <a:ext uri="{FF2B5EF4-FFF2-40B4-BE49-F238E27FC236}">
                <a16:creationId xmlns:a16="http://schemas.microsoft.com/office/drawing/2014/main" id="{2E36AB44-92C7-4617-9CA2-717E79385230}"/>
              </a:ext>
            </a:extLst>
          </p:cNvPr>
          <p:cNvSpPr txBox="1">
            <a:spLocks noChangeArrowheads="1"/>
          </p:cNvSpPr>
          <p:nvPr/>
        </p:nvSpPr>
        <p:spPr bwMode="auto">
          <a:xfrm>
            <a:off x="8229600" y="4038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-73</a:t>
            </a:r>
          </a:p>
        </p:txBody>
      </p:sp>
      <p:sp>
        <p:nvSpPr>
          <p:cNvPr id="53282" name="Text Box 34">
            <a:extLst>
              <a:ext uri="{FF2B5EF4-FFF2-40B4-BE49-F238E27FC236}">
                <a16:creationId xmlns:a16="http://schemas.microsoft.com/office/drawing/2014/main" id="{824F24DB-65C2-4A26-98B9-A23AA98F7F9E}"/>
              </a:ext>
            </a:extLst>
          </p:cNvPr>
          <p:cNvSpPr txBox="1">
            <a:spLocks noChangeArrowheads="1"/>
          </p:cNvSpPr>
          <p:nvPr/>
        </p:nvSpPr>
        <p:spPr bwMode="auto">
          <a:xfrm>
            <a:off x="8839200" y="4038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-14</a:t>
            </a:r>
          </a:p>
        </p:txBody>
      </p:sp>
      <p:sp>
        <p:nvSpPr>
          <p:cNvPr id="53283" name="Text Box 35">
            <a:extLst>
              <a:ext uri="{FF2B5EF4-FFF2-40B4-BE49-F238E27FC236}">
                <a16:creationId xmlns:a16="http://schemas.microsoft.com/office/drawing/2014/main" id="{B9257F60-4175-42CF-8465-B3C162A441A4}"/>
              </a:ext>
            </a:extLst>
          </p:cNvPr>
          <p:cNvSpPr txBox="1">
            <a:spLocks noChangeArrowheads="1"/>
          </p:cNvSpPr>
          <p:nvPr/>
        </p:nvSpPr>
        <p:spPr bwMode="auto">
          <a:xfrm>
            <a:off x="1736725" y="1560513"/>
            <a:ext cx="615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Max</a:t>
            </a:r>
          </a:p>
        </p:txBody>
      </p:sp>
      <p:sp>
        <p:nvSpPr>
          <p:cNvPr id="53284" name="Text Box 36">
            <a:extLst>
              <a:ext uri="{FF2B5EF4-FFF2-40B4-BE49-F238E27FC236}">
                <a16:creationId xmlns:a16="http://schemas.microsoft.com/office/drawing/2014/main" id="{7D0BB37D-BE4B-409D-8D10-A1AEBC165B05}"/>
              </a:ext>
            </a:extLst>
          </p:cNvPr>
          <p:cNvSpPr txBox="1">
            <a:spLocks noChangeArrowheads="1"/>
          </p:cNvSpPr>
          <p:nvPr/>
        </p:nvSpPr>
        <p:spPr bwMode="auto">
          <a:xfrm>
            <a:off x="1752600" y="3810001"/>
            <a:ext cx="615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Max</a:t>
            </a:r>
          </a:p>
        </p:txBody>
      </p:sp>
      <p:sp>
        <p:nvSpPr>
          <p:cNvPr id="53285" name="Text Box 37">
            <a:extLst>
              <a:ext uri="{FF2B5EF4-FFF2-40B4-BE49-F238E27FC236}">
                <a16:creationId xmlns:a16="http://schemas.microsoft.com/office/drawing/2014/main" id="{44E23978-2297-42A9-8A1B-6E3C517997EC}"/>
              </a:ext>
            </a:extLst>
          </p:cNvPr>
          <p:cNvSpPr txBox="1">
            <a:spLocks noChangeArrowheads="1"/>
          </p:cNvSpPr>
          <p:nvPr/>
        </p:nvSpPr>
        <p:spPr bwMode="auto">
          <a:xfrm>
            <a:off x="1752600" y="2590801"/>
            <a:ext cx="552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Min</a:t>
            </a:r>
          </a:p>
        </p:txBody>
      </p:sp>
      <p:sp>
        <p:nvSpPr>
          <p:cNvPr id="53286" name="Text Box 38">
            <a:extLst>
              <a:ext uri="{FF2B5EF4-FFF2-40B4-BE49-F238E27FC236}">
                <a16:creationId xmlns:a16="http://schemas.microsoft.com/office/drawing/2014/main" id="{086A85A5-56F9-4AFA-B4D0-052EFF083737}"/>
              </a:ext>
            </a:extLst>
          </p:cNvPr>
          <p:cNvSpPr txBox="1">
            <a:spLocks noChangeArrowheads="1"/>
          </p:cNvSpPr>
          <p:nvPr/>
        </p:nvSpPr>
        <p:spPr bwMode="auto">
          <a:xfrm>
            <a:off x="3200400" y="26670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-3</a:t>
            </a:r>
          </a:p>
        </p:txBody>
      </p:sp>
      <p:sp>
        <p:nvSpPr>
          <p:cNvPr id="53287" name="Text Box 39">
            <a:extLst>
              <a:ext uri="{FF2B5EF4-FFF2-40B4-BE49-F238E27FC236}">
                <a16:creationId xmlns:a16="http://schemas.microsoft.com/office/drawing/2014/main" id="{ABE43628-5561-4AB1-B111-427EB1E0E4DE}"/>
              </a:ext>
            </a:extLst>
          </p:cNvPr>
          <p:cNvSpPr txBox="1">
            <a:spLocks noChangeArrowheads="1"/>
          </p:cNvSpPr>
          <p:nvPr/>
        </p:nvSpPr>
        <p:spPr bwMode="auto">
          <a:xfrm>
            <a:off x="5638800" y="16002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-3</a:t>
            </a:r>
          </a:p>
        </p:txBody>
      </p:sp>
      <p:sp>
        <p:nvSpPr>
          <p:cNvPr id="53288" name="Text Box 40">
            <a:extLst>
              <a:ext uri="{FF2B5EF4-FFF2-40B4-BE49-F238E27FC236}">
                <a16:creationId xmlns:a16="http://schemas.microsoft.com/office/drawing/2014/main" id="{495B55D4-323F-46D6-9482-20568A6405DC}"/>
              </a:ext>
            </a:extLst>
          </p:cNvPr>
          <p:cNvSpPr txBox="1">
            <a:spLocks noChangeArrowheads="1"/>
          </p:cNvSpPr>
          <p:nvPr/>
        </p:nvSpPr>
        <p:spPr bwMode="auto">
          <a:xfrm>
            <a:off x="5638800" y="25908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12</a:t>
            </a:r>
          </a:p>
        </p:txBody>
      </p:sp>
    </p:spTree>
    <p:extLst>
      <p:ext uri="{BB962C8B-B14F-4D97-AF65-F5344CB8AC3E}">
        <p14:creationId xmlns:p14="http://schemas.microsoft.com/office/powerpoint/2010/main" val="144979226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FDEF642C-6AFC-46CC-9904-23C3C475F4BE}"/>
              </a:ext>
            </a:extLst>
          </p:cNvPr>
          <p:cNvSpPr>
            <a:spLocks noGrp="1" noChangeArrowheads="1"/>
          </p:cNvSpPr>
          <p:nvPr>
            <p:ph type="title"/>
          </p:nvPr>
        </p:nvSpPr>
        <p:spPr/>
        <p:txBody>
          <a:bodyPr/>
          <a:lstStyle/>
          <a:p>
            <a:pPr eaLnBrk="1" hangingPunct="1"/>
            <a:r>
              <a:rPr lang="en-US" altLang="en-US">
                <a:latin typeface="Symbol" panose="05050102010706020507" pitchFamily="18" charset="2"/>
              </a:rPr>
              <a:t>a</a:t>
            </a:r>
            <a:r>
              <a:rPr lang="en-US" altLang="en-US"/>
              <a:t> Cut example</a:t>
            </a:r>
          </a:p>
        </p:txBody>
      </p:sp>
      <p:sp>
        <p:nvSpPr>
          <p:cNvPr id="55299" name="Rectangle 3">
            <a:extLst>
              <a:ext uri="{FF2B5EF4-FFF2-40B4-BE49-F238E27FC236}">
                <a16:creationId xmlns:a16="http://schemas.microsoft.com/office/drawing/2014/main" id="{0F8ACB35-1038-441A-817B-EA1621D68EF0}"/>
              </a:ext>
            </a:extLst>
          </p:cNvPr>
          <p:cNvSpPr>
            <a:spLocks noGrp="1" noChangeArrowheads="1"/>
          </p:cNvSpPr>
          <p:nvPr>
            <p:ph type="body" idx="1"/>
          </p:nvPr>
        </p:nvSpPr>
        <p:spPr>
          <a:xfrm>
            <a:off x="1981200" y="4572001"/>
            <a:ext cx="8229600" cy="1558925"/>
          </a:xfrm>
        </p:spPr>
        <p:txBody>
          <a:bodyPr/>
          <a:lstStyle/>
          <a:p>
            <a:pPr eaLnBrk="1" hangingPunct="1"/>
            <a:r>
              <a:rPr lang="en-US" altLang="en-US"/>
              <a:t>-70 is now minimum so far (second level)</a:t>
            </a:r>
          </a:p>
          <a:p>
            <a:pPr eaLnBrk="1" hangingPunct="1"/>
            <a:r>
              <a:rPr lang="en-US" altLang="en-US"/>
              <a:t>-3 is still maximum (can’t use second node yet)</a:t>
            </a:r>
          </a:p>
        </p:txBody>
      </p:sp>
      <p:sp>
        <p:nvSpPr>
          <p:cNvPr id="55300" name="AutoShape 4">
            <a:extLst>
              <a:ext uri="{FF2B5EF4-FFF2-40B4-BE49-F238E27FC236}">
                <a16:creationId xmlns:a16="http://schemas.microsoft.com/office/drawing/2014/main" id="{3BAADA36-C8AD-49BF-AD1A-23AB1153DE60}"/>
              </a:ext>
            </a:extLst>
          </p:cNvPr>
          <p:cNvSpPr>
            <a:spLocks noChangeArrowheads="1"/>
          </p:cNvSpPr>
          <p:nvPr/>
        </p:nvSpPr>
        <p:spPr bwMode="auto">
          <a:xfrm>
            <a:off x="6248400" y="16002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5301" name="AutoShape 5">
            <a:extLst>
              <a:ext uri="{FF2B5EF4-FFF2-40B4-BE49-F238E27FC236}">
                <a16:creationId xmlns:a16="http://schemas.microsoft.com/office/drawing/2014/main" id="{AB96DB3A-3848-4213-9D2E-8AFB0CFA5EA7}"/>
              </a:ext>
            </a:extLst>
          </p:cNvPr>
          <p:cNvSpPr>
            <a:spLocks noChangeArrowheads="1"/>
          </p:cNvSpPr>
          <p:nvPr/>
        </p:nvSpPr>
        <p:spPr bwMode="auto">
          <a:xfrm rot="10800000">
            <a:off x="3581400" y="25908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5302" name="AutoShape 6">
            <a:extLst>
              <a:ext uri="{FF2B5EF4-FFF2-40B4-BE49-F238E27FC236}">
                <a16:creationId xmlns:a16="http://schemas.microsoft.com/office/drawing/2014/main" id="{7E070037-5CCA-4AB5-9FBD-4E743D8AD5CA}"/>
              </a:ext>
            </a:extLst>
          </p:cNvPr>
          <p:cNvSpPr>
            <a:spLocks noChangeArrowheads="1"/>
          </p:cNvSpPr>
          <p:nvPr/>
        </p:nvSpPr>
        <p:spPr bwMode="auto">
          <a:xfrm rot="10800000">
            <a:off x="8534400" y="2590800"/>
            <a:ext cx="457200" cy="381000"/>
          </a:xfrm>
          <a:prstGeom prst="triangle">
            <a:avLst>
              <a:gd name="adj" fmla="val 50000"/>
            </a:avLst>
          </a:prstGeom>
          <a:solidFill>
            <a:schemeClr val="folHlink"/>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5303" name="AutoShape 7">
            <a:extLst>
              <a:ext uri="{FF2B5EF4-FFF2-40B4-BE49-F238E27FC236}">
                <a16:creationId xmlns:a16="http://schemas.microsoft.com/office/drawing/2014/main" id="{03783DFB-51B4-4F14-8B17-F2BB77475D24}"/>
              </a:ext>
            </a:extLst>
          </p:cNvPr>
          <p:cNvSpPr>
            <a:spLocks noChangeArrowheads="1"/>
          </p:cNvSpPr>
          <p:nvPr/>
        </p:nvSpPr>
        <p:spPr bwMode="auto">
          <a:xfrm rot="10800000">
            <a:off x="6248400" y="25908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5304" name="AutoShape 8">
            <a:extLst>
              <a:ext uri="{FF2B5EF4-FFF2-40B4-BE49-F238E27FC236}">
                <a16:creationId xmlns:a16="http://schemas.microsoft.com/office/drawing/2014/main" id="{7F76AC0B-89E7-40DC-B466-52A12971B470}"/>
              </a:ext>
            </a:extLst>
          </p:cNvPr>
          <p:cNvSpPr>
            <a:spLocks noChangeArrowheads="1"/>
          </p:cNvSpPr>
          <p:nvPr/>
        </p:nvSpPr>
        <p:spPr bwMode="auto">
          <a:xfrm>
            <a:off x="8915400" y="3657600"/>
            <a:ext cx="457200" cy="381000"/>
          </a:xfrm>
          <a:prstGeom prst="triangle">
            <a:avLst>
              <a:gd name="adj" fmla="val 50000"/>
            </a:avLst>
          </a:prstGeom>
          <a:solidFill>
            <a:schemeClr val="folHlink"/>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5305" name="AutoShape 9">
            <a:extLst>
              <a:ext uri="{FF2B5EF4-FFF2-40B4-BE49-F238E27FC236}">
                <a16:creationId xmlns:a16="http://schemas.microsoft.com/office/drawing/2014/main" id="{4D7E6745-B3C3-4CEE-B922-4FAAD3AD848D}"/>
              </a:ext>
            </a:extLst>
          </p:cNvPr>
          <p:cNvSpPr>
            <a:spLocks noChangeArrowheads="1"/>
          </p:cNvSpPr>
          <p:nvPr/>
        </p:nvSpPr>
        <p:spPr bwMode="auto">
          <a:xfrm>
            <a:off x="8305800" y="3657600"/>
            <a:ext cx="457200" cy="381000"/>
          </a:xfrm>
          <a:prstGeom prst="triangle">
            <a:avLst>
              <a:gd name="adj" fmla="val 50000"/>
            </a:avLst>
          </a:prstGeom>
          <a:solidFill>
            <a:schemeClr val="folHlink"/>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5306" name="AutoShape 10">
            <a:extLst>
              <a:ext uri="{FF2B5EF4-FFF2-40B4-BE49-F238E27FC236}">
                <a16:creationId xmlns:a16="http://schemas.microsoft.com/office/drawing/2014/main" id="{FFC93CD7-1F95-49D5-A3BE-121EA15F00F6}"/>
              </a:ext>
            </a:extLst>
          </p:cNvPr>
          <p:cNvSpPr>
            <a:spLocks noChangeArrowheads="1"/>
          </p:cNvSpPr>
          <p:nvPr/>
        </p:nvSpPr>
        <p:spPr bwMode="auto">
          <a:xfrm>
            <a:off x="6629400" y="3657600"/>
            <a:ext cx="457200" cy="381000"/>
          </a:xfrm>
          <a:prstGeom prst="triangle">
            <a:avLst>
              <a:gd name="adj" fmla="val 50000"/>
            </a:avLst>
          </a:prstGeom>
          <a:solidFill>
            <a:schemeClr val="folHlink"/>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5307" name="AutoShape 11">
            <a:extLst>
              <a:ext uri="{FF2B5EF4-FFF2-40B4-BE49-F238E27FC236}">
                <a16:creationId xmlns:a16="http://schemas.microsoft.com/office/drawing/2014/main" id="{89C2F5B3-8280-44EF-AC30-BBC635FD5B24}"/>
              </a:ext>
            </a:extLst>
          </p:cNvPr>
          <p:cNvSpPr>
            <a:spLocks noChangeArrowheads="1"/>
          </p:cNvSpPr>
          <p:nvPr/>
        </p:nvSpPr>
        <p:spPr bwMode="auto">
          <a:xfrm>
            <a:off x="60198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5308" name="AutoShape 12">
            <a:extLst>
              <a:ext uri="{FF2B5EF4-FFF2-40B4-BE49-F238E27FC236}">
                <a16:creationId xmlns:a16="http://schemas.microsoft.com/office/drawing/2014/main" id="{E17605CB-0250-467F-A1CA-3245F8690313}"/>
              </a:ext>
            </a:extLst>
          </p:cNvPr>
          <p:cNvSpPr>
            <a:spLocks noChangeArrowheads="1"/>
          </p:cNvSpPr>
          <p:nvPr/>
        </p:nvSpPr>
        <p:spPr bwMode="auto">
          <a:xfrm>
            <a:off x="54102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5309" name="AutoShape 13">
            <a:extLst>
              <a:ext uri="{FF2B5EF4-FFF2-40B4-BE49-F238E27FC236}">
                <a16:creationId xmlns:a16="http://schemas.microsoft.com/office/drawing/2014/main" id="{D6D3A320-50F5-4AF6-8EBE-FE6CEDD5D37A}"/>
              </a:ext>
            </a:extLst>
          </p:cNvPr>
          <p:cNvSpPr>
            <a:spLocks noChangeArrowheads="1"/>
          </p:cNvSpPr>
          <p:nvPr/>
        </p:nvSpPr>
        <p:spPr bwMode="auto">
          <a:xfrm>
            <a:off x="38862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5310" name="AutoShape 14">
            <a:extLst>
              <a:ext uri="{FF2B5EF4-FFF2-40B4-BE49-F238E27FC236}">
                <a16:creationId xmlns:a16="http://schemas.microsoft.com/office/drawing/2014/main" id="{6A2AA401-8721-4D26-8E17-B5B1940B6DF6}"/>
              </a:ext>
            </a:extLst>
          </p:cNvPr>
          <p:cNvSpPr>
            <a:spLocks noChangeArrowheads="1"/>
          </p:cNvSpPr>
          <p:nvPr/>
        </p:nvSpPr>
        <p:spPr bwMode="auto">
          <a:xfrm>
            <a:off x="32004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5311" name="AutoShape 15">
            <a:extLst>
              <a:ext uri="{FF2B5EF4-FFF2-40B4-BE49-F238E27FC236}">
                <a16:creationId xmlns:a16="http://schemas.microsoft.com/office/drawing/2014/main" id="{E36F2DCE-A249-4590-BD47-B419AD8F70FC}"/>
              </a:ext>
            </a:extLst>
          </p:cNvPr>
          <p:cNvSpPr>
            <a:spLocks noChangeArrowheads="1"/>
          </p:cNvSpPr>
          <p:nvPr/>
        </p:nvSpPr>
        <p:spPr bwMode="auto">
          <a:xfrm>
            <a:off x="7239000" y="3657600"/>
            <a:ext cx="457200" cy="381000"/>
          </a:xfrm>
          <a:prstGeom prst="triangle">
            <a:avLst>
              <a:gd name="adj" fmla="val 50000"/>
            </a:avLst>
          </a:prstGeom>
          <a:solidFill>
            <a:schemeClr val="folHlink"/>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5312" name="Line 16">
            <a:extLst>
              <a:ext uri="{FF2B5EF4-FFF2-40B4-BE49-F238E27FC236}">
                <a16:creationId xmlns:a16="http://schemas.microsoft.com/office/drawing/2014/main" id="{29C257C2-3E5F-426B-AB92-DB88603C8627}"/>
              </a:ext>
            </a:extLst>
          </p:cNvPr>
          <p:cNvSpPr>
            <a:spLocks noChangeShapeType="1"/>
          </p:cNvSpPr>
          <p:nvPr/>
        </p:nvSpPr>
        <p:spPr bwMode="auto">
          <a:xfrm flipH="1">
            <a:off x="3810000" y="1981200"/>
            <a:ext cx="2667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5313" name="Line 17">
            <a:extLst>
              <a:ext uri="{FF2B5EF4-FFF2-40B4-BE49-F238E27FC236}">
                <a16:creationId xmlns:a16="http://schemas.microsoft.com/office/drawing/2014/main" id="{25F25A9F-4075-417C-8203-D0CF7B360BAC}"/>
              </a:ext>
            </a:extLst>
          </p:cNvPr>
          <p:cNvSpPr>
            <a:spLocks noChangeShapeType="1"/>
          </p:cNvSpPr>
          <p:nvPr/>
        </p:nvSpPr>
        <p:spPr bwMode="auto">
          <a:xfrm flipH="1">
            <a:off x="6477000" y="1981200"/>
            <a:ext cx="0" cy="609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5314" name="Line 18">
            <a:extLst>
              <a:ext uri="{FF2B5EF4-FFF2-40B4-BE49-F238E27FC236}">
                <a16:creationId xmlns:a16="http://schemas.microsoft.com/office/drawing/2014/main" id="{F70528C7-92C6-418F-A759-F4DC119D3BD6}"/>
              </a:ext>
            </a:extLst>
          </p:cNvPr>
          <p:cNvSpPr>
            <a:spLocks noChangeShapeType="1"/>
          </p:cNvSpPr>
          <p:nvPr/>
        </p:nvSpPr>
        <p:spPr bwMode="auto">
          <a:xfrm>
            <a:off x="6477000" y="1981200"/>
            <a:ext cx="2286000" cy="6096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5315" name="Line 19">
            <a:extLst>
              <a:ext uri="{FF2B5EF4-FFF2-40B4-BE49-F238E27FC236}">
                <a16:creationId xmlns:a16="http://schemas.microsoft.com/office/drawing/2014/main" id="{BCAF91A6-1730-4887-8AB7-EF6CDD5AF839}"/>
              </a:ext>
            </a:extLst>
          </p:cNvPr>
          <p:cNvSpPr>
            <a:spLocks noChangeShapeType="1"/>
          </p:cNvSpPr>
          <p:nvPr/>
        </p:nvSpPr>
        <p:spPr bwMode="auto">
          <a:xfrm flipH="1">
            <a:off x="3429000" y="2971800"/>
            <a:ext cx="381000" cy="685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5316" name="Line 20">
            <a:extLst>
              <a:ext uri="{FF2B5EF4-FFF2-40B4-BE49-F238E27FC236}">
                <a16:creationId xmlns:a16="http://schemas.microsoft.com/office/drawing/2014/main" id="{A9AD5615-6EC4-4475-95F1-15A2CACB0CF7}"/>
              </a:ext>
            </a:extLst>
          </p:cNvPr>
          <p:cNvSpPr>
            <a:spLocks noChangeShapeType="1"/>
          </p:cNvSpPr>
          <p:nvPr/>
        </p:nvSpPr>
        <p:spPr bwMode="auto">
          <a:xfrm>
            <a:off x="3810000" y="2971800"/>
            <a:ext cx="30480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5317" name="Line 21">
            <a:extLst>
              <a:ext uri="{FF2B5EF4-FFF2-40B4-BE49-F238E27FC236}">
                <a16:creationId xmlns:a16="http://schemas.microsoft.com/office/drawing/2014/main" id="{245D8CB6-0BB8-4C69-B215-891D977E689B}"/>
              </a:ext>
            </a:extLst>
          </p:cNvPr>
          <p:cNvSpPr>
            <a:spLocks noChangeShapeType="1"/>
          </p:cNvSpPr>
          <p:nvPr/>
        </p:nvSpPr>
        <p:spPr bwMode="auto">
          <a:xfrm flipH="1">
            <a:off x="5638800" y="2971800"/>
            <a:ext cx="838200" cy="685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5318" name="Line 22">
            <a:extLst>
              <a:ext uri="{FF2B5EF4-FFF2-40B4-BE49-F238E27FC236}">
                <a16:creationId xmlns:a16="http://schemas.microsoft.com/office/drawing/2014/main" id="{0B93EF25-E36F-45B1-8528-7164119E7FCD}"/>
              </a:ext>
            </a:extLst>
          </p:cNvPr>
          <p:cNvSpPr>
            <a:spLocks noChangeShapeType="1"/>
          </p:cNvSpPr>
          <p:nvPr/>
        </p:nvSpPr>
        <p:spPr bwMode="auto">
          <a:xfrm flipH="1">
            <a:off x="6248400" y="2971800"/>
            <a:ext cx="22860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5319" name="Line 23">
            <a:extLst>
              <a:ext uri="{FF2B5EF4-FFF2-40B4-BE49-F238E27FC236}">
                <a16:creationId xmlns:a16="http://schemas.microsoft.com/office/drawing/2014/main" id="{50277468-B340-4CEC-A9CE-9C4CC0B29E59}"/>
              </a:ext>
            </a:extLst>
          </p:cNvPr>
          <p:cNvSpPr>
            <a:spLocks noChangeShapeType="1"/>
          </p:cNvSpPr>
          <p:nvPr/>
        </p:nvSpPr>
        <p:spPr bwMode="auto">
          <a:xfrm>
            <a:off x="6477000" y="2971800"/>
            <a:ext cx="381000" cy="6858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5320" name="Line 24">
            <a:extLst>
              <a:ext uri="{FF2B5EF4-FFF2-40B4-BE49-F238E27FC236}">
                <a16:creationId xmlns:a16="http://schemas.microsoft.com/office/drawing/2014/main" id="{4A0D5039-F4D4-4451-B596-4E5A3DF1F47C}"/>
              </a:ext>
            </a:extLst>
          </p:cNvPr>
          <p:cNvSpPr>
            <a:spLocks noChangeShapeType="1"/>
          </p:cNvSpPr>
          <p:nvPr/>
        </p:nvSpPr>
        <p:spPr bwMode="auto">
          <a:xfrm>
            <a:off x="6477000" y="2971800"/>
            <a:ext cx="990600" cy="6858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5321" name="Line 25">
            <a:extLst>
              <a:ext uri="{FF2B5EF4-FFF2-40B4-BE49-F238E27FC236}">
                <a16:creationId xmlns:a16="http://schemas.microsoft.com/office/drawing/2014/main" id="{EC999148-DC29-4D7F-82B2-36CBA6DD88B9}"/>
              </a:ext>
            </a:extLst>
          </p:cNvPr>
          <p:cNvSpPr>
            <a:spLocks noChangeShapeType="1"/>
          </p:cNvSpPr>
          <p:nvPr/>
        </p:nvSpPr>
        <p:spPr bwMode="auto">
          <a:xfrm flipH="1">
            <a:off x="8534400" y="2971800"/>
            <a:ext cx="228600" cy="6858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5322" name="Line 26">
            <a:extLst>
              <a:ext uri="{FF2B5EF4-FFF2-40B4-BE49-F238E27FC236}">
                <a16:creationId xmlns:a16="http://schemas.microsoft.com/office/drawing/2014/main" id="{FDA284B8-113B-4178-9FFC-E021A260D130}"/>
              </a:ext>
            </a:extLst>
          </p:cNvPr>
          <p:cNvSpPr>
            <a:spLocks noChangeShapeType="1"/>
          </p:cNvSpPr>
          <p:nvPr/>
        </p:nvSpPr>
        <p:spPr bwMode="auto">
          <a:xfrm>
            <a:off x="8763000" y="2971800"/>
            <a:ext cx="381000" cy="6858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5323" name="Text Box 27">
            <a:extLst>
              <a:ext uri="{FF2B5EF4-FFF2-40B4-BE49-F238E27FC236}">
                <a16:creationId xmlns:a16="http://schemas.microsoft.com/office/drawing/2014/main" id="{B87FC65C-12A9-4370-BCC3-1DBEB77BF76A}"/>
              </a:ext>
            </a:extLst>
          </p:cNvPr>
          <p:cNvSpPr txBox="1">
            <a:spLocks noChangeArrowheads="1"/>
          </p:cNvSpPr>
          <p:nvPr/>
        </p:nvSpPr>
        <p:spPr bwMode="auto">
          <a:xfrm>
            <a:off x="7239000" y="4038601"/>
            <a:ext cx="565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100</a:t>
            </a:r>
          </a:p>
        </p:txBody>
      </p:sp>
      <p:sp>
        <p:nvSpPr>
          <p:cNvPr id="55324" name="Text Box 28">
            <a:extLst>
              <a:ext uri="{FF2B5EF4-FFF2-40B4-BE49-F238E27FC236}">
                <a16:creationId xmlns:a16="http://schemas.microsoft.com/office/drawing/2014/main" id="{55B677BD-3427-46A3-A4BD-9BAFFAE0DFD8}"/>
              </a:ext>
            </a:extLst>
          </p:cNvPr>
          <p:cNvSpPr txBox="1">
            <a:spLocks noChangeArrowheads="1"/>
          </p:cNvSpPr>
          <p:nvPr/>
        </p:nvSpPr>
        <p:spPr bwMode="auto">
          <a:xfrm>
            <a:off x="3200400" y="4038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21</a:t>
            </a:r>
          </a:p>
        </p:txBody>
      </p:sp>
      <p:sp>
        <p:nvSpPr>
          <p:cNvPr id="55325" name="Text Box 29">
            <a:extLst>
              <a:ext uri="{FF2B5EF4-FFF2-40B4-BE49-F238E27FC236}">
                <a16:creationId xmlns:a16="http://schemas.microsoft.com/office/drawing/2014/main" id="{1C67927C-231B-49EA-8B74-A320BE4F289F}"/>
              </a:ext>
            </a:extLst>
          </p:cNvPr>
          <p:cNvSpPr txBox="1">
            <a:spLocks noChangeArrowheads="1"/>
          </p:cNvSpPr>
          <p:nvPr/>
        </p:nvSpPr>
        <p:spPr bwMode="auto">
          <a:xfrm>
            <a:off x="3962400" y="40386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-3</a:t>
            </a:r>
          </a:p>
        </p:txBody>
      </p:sp>
      <p:sp>
        <p:nvSpPr>
          <p:cNvPr id="55326" name="Text Box 30">
            <a:extLst>
              <a:ext uri="{FF2B5EF4-FFF2-40B4-BE49-F238E27FC236}">
                <a16:creationId xmlns:a16="http://schemas.microsoft.com/office/drawing/2014/main" id="{4CE7BE6B-B458-4EA0-A7AC-6F4F18366085}"/>
              </a:ext>
            </a:extLst>
          </p:cNvPr>
          <p:cNvSpPr txBox="1">
            <a:spLocks noChangeArrowheads="1"/>
          </p:cNvSpPr>
          <p:nvPr/>
        </p:nvSpPr>
        <p:spPr bwMode="auto">
          <a:xfrm>
            <a:off x="5334000" y="4038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12</a:t>
            </a:r>
          </a:p>
        </p:txBody>
      </p:sp>
      <p:sp>
        <p:nvSpPr>
          <p:cNvPr id="55327" name="Text Box 31">
            <a:extLst>
              <a:ext uri="{FF2B5EF4-FFF2-40B4-BE49-F238E27FC236}">
                <a16:creationId xmlns:a16="http://schemas.microsoft.com/office/drawing/2014/main" id="{CDABB657-37DD-434D-8459-7393F60710CC}"/>
              </a:ext>
            </a:extLst>
          </p:cNvPr>
          <p:cNvSpPr txBox="1">
            <a:spLocks noChangeArrowheads="1"/>
          </p:cNvSpPr>
          <p:nvPr/>
        </p:nvSpPr>
        <p:spPr bwMode="auto">
          <a:xfrm>
            <a:off x="6019800" y="4038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-70</a:t>
            </a:r>
          </a:p>
        </p:txBody>
      </p:sp>
      <p:sp>
        <p:nvSpPr>
          <p:cNvPr id="55328" name="Text Box 32">
            <a:extLst>
              <a:ext uri="{FF2B5EF4-FFF2-40B4-BE49-F238E27FC236}">
                <a16:creationId xmlns:a16="http://schemas.microsoft.com/office/drawing/2014/main" id="{C7AEC49B-CF15-4AB0-8784-2C17DC16974A}"/>
              </a:ext>
            </a:extLst>
          </p:cNvPr>
          <p:cNvSpPr txBox="1">
            <a:spLocks noChangeArrowheads="1"/>
          </p:cNvSpPr>
          <p:nvPr/>
        </p:nvSpPr>
        <p:spPr bwMode="auto">
          <a:xfrm>
            <a:off x="6629400" y="40386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-4</a:t>
            </a:r>
          </a:p>
        </p:txBody>
      </p:sp>
      <p:sp>
        <p:nvSpPr>
          <p:cNvPr id="55329" name="Text Box 33">
            <a:extLst>
              <a:ext uri="{FF2B5EF4-FFF2-40B4-BE49-F238E27FC236}">
                <a16:creationId xmlns:a16="http://schemas.microsoft.com/office/drawing/2014/main" id="{89066F5A-4FB4-45F5-9637-490C694916AC}"/>
              </a:ext>
            </a:extLst>
          </p:cNvPr>
          <p:cNvSpPr txBox="1">
            <a:spLocks noChangeArrowheads="1"/>
          </p:cNvSpPr>
          <p:nvPr/>
        </p:nvSpPr>
        <p:spPr bwMode="auto">
          <a:xfrm>
            <a:off x="8229600" y="4038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-73</a:t>
            </a:r>
          </a:p>
        </p:txBody>
      </p:sp>
      <p:sp>
        <p:nvSpPr>
          <p:cNvPr id="55330" name="Text Box 34">
            <a:extLst>
              <a:ext uri="{FF2B5EF4-FFF2-40B4-BE49-F238E27FC236}">
                <a16:creationId xmlns:a16="http://schemas.microsoft.com/office/drawing/2014/main" id="{01E227FD-1C68-4920-BB49-AD3F21EB9B80}"/>
              </a:ext>
            </a:extLst>
          </p:cNvPr>
          <p:cNvSpPr txBox="1">
            <a:spLocks noChangeArrowheads="1"/>
          </p:cNvSpPr>
          <p:nvPr/>
        </p:nvSpPr>
        <p:spPr bwMode="auto">
          <a:xfrm>
            <a:off x="8839200" y="4038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-14</a:t>
            </a:r>
          </a:p>
        </p:txBody>
      </p:sp>
      <p:sp>
        <p:nvSpPr>
          <p:cNvPr id="55331" name="Text Box 35">
            <a:extLst>
              <a:ext uri="{FF2B5EF4-FFF2-40B4-BE49-F238E27FC236}">
                <a16:creationId xmlns:a16="http://schemas.microsoft.com/office/drawing/2014/main" id="{A538EB3E-E676-41C5-958F-5BDC345C3AD3}"/>
              </a:ext>
            </a:extLst>
          </p:cNvPr>
          <p:cNvSpPr txBox="1">
            <a:spLocks noChangeArrowheads="1"/>
          </p:cNvSpPr>
          <p:nvPr/>
        </p:nvSpPr>
        <p:spPr bwMode="auto">
          <a:xfrm>
            <a:off x="1736725" y="1560513"/>
            <a:ext cx="615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Max</a:t>
            </a:r>
          </a:p>
        </p:txBody>
      </p:sp>
      <p:sp>
        <p:nvSpPr>
          <p:cNvPr id="55332" name="Text Box 36">
            <a:extLst>
              <a:ext uri="{FF2B5EF4-FFF2-40B4-BE49-F238E27FC236}">
                <a16:creationId xmlns:a16="http://schemas.microsoft.com/office/drawing/2014/main" id="{297E1CFF-04B0-4D9D-910C-03067742800F}"/>
              </a:ext>
            </a:extLst>
          </p:cNvPr>
          <p:cNvSpPr txBox="1">
            <a:spLocks noChangeArrowheads="1"/>
          </p:cNvSpPr>
          <p:nvPr/>
        </p:nvSpPr>
        <p:spPr bwMode="auto">
          <a:xfrm>
            <a:off x="1752600" y="3810001"/>
            <a:ext cx="615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Max</a:t>
            </a:r>
          </a:p>
        </p:txBody>
      </p:sp>
      <p:sp>
        <p:nvSpPr>
          <p:cNvPr id="55333" name="Text Box 37">
            <a:extLst>
              <a:ext uri="{FF2B5EF4-FFF2-40B4-BE49-F238E27FC236}">
                <a16:creationId xmlns:a16="http://schemas.microsoft.com/office/drawing/2014/main" id="{AD59811E-798C-4A7D-AEDF-4E2E1B117DF4}"/>
              </a:ext>
            </a:extLst>
          </p:cNvPr>
          <p:cNvSpPr txBox="1">
            <a:spLocks noChangeArrowheads="1"/>
          </p:cNvSpPr>
          <p:nvPr/>
        </p:nvSpPr>
        <p:spPr bwMode="auto">
          <a:xfrm>
            <a:off x="1752600" y="2590801"/>
            <a:ext cx="552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Min</a:t>
            </a:r>
          </a:p>
        </p:txBody>
      </p:sp>
      <p:sp>
        <p:nvSpPr>
          <p:cNvPr id="55334" name="Text Box 38">
            <a:extLst>
              <a:ext uri="{FF2B5EF4-FFF2-40B4-BE49-F238E27FC236}">
                <a16:creationId xmlns:a16="http://schemas.microsoft.com/office/drawing/2014/main" id="{267F5A81-9A40-4D62-A745-7B9CB712B4BC}"/>
              </a:ext>
            </a:extLst>
          </p:cNvPr>
          <p:cNvSpPr txBox="1">
            <a:spLocks noChangeArrowheads="1"/>
          </p:cNvSpPr>
          <p:nvPr/>
        </p:nvSpPr>
        <p:spPr bwMode="auto">
          <a:xfrm>
            <a:off x="3200400" y="26670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-3</a:t>
            </a:r>
          </a:p>
        </p:txBody>
      </p:sp>
      <p:sp>
        <p:nvSpPr>
          <p:cNvPr id="55335" name="Text Box 39">
            <a:extLst>
              <a:ext uri="{FF2B5EF4-FFF2-40B4-BE49-F238E27FC236}">
                <a16:creationId xmlns:a16="http://schemas.microsoft.com/office/drawing/2014/main" id="{CF7768F9-3DE4-46F9-BB90-30817E3079FA}"/>
              </a:ext>
            </a:extLst>
          </p:cNvPr>
          <p:cNvSpPr txBox="1">
            <a:spLocks noChangeArrowheads="1"/>
          </p:cNvSpPr>
          <p:nvPr/>
        </p:nvSpPr>
        <p:spPr bwMode="auto">
          <a:xfrm>
            <a:off x="5638800" y="16002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-3</a:t>
            </a:r>
          </a:p>
        </p:txBody>
      </p:sp>
      <p:sp>
        <p:nvSpPr>
          <p:cNvPr id="55336" name="Text Box 40">
            <a:extLst>
              <a:ext uri="{FF2B5EF4-FFF2-40B4-BE49-F238E27FC236}">
                <a16:creationId xmlns:a16="http://schemas.microsoft.com/office/drawing/2014/main" id="{0CE51A5D-4714-43D6-A641-DED01680A741}"/>
              </a:ext>
            </a:extLst>
          </p:cNvPr>
          <p:cNvSpPr txBox="1">
            <a:spLocks noChangeArrowheads="1"/>
          </p:cNvSpPr>
          <p:nvPr/>
        </p:nvSpPr>
        <p:spPr bwMode="auto">
          <a:xfrm>
            <a:off x="5638800" y="25908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-70</a:t>
            </a:r>
          </a:p>
        </p:txBody>
      </p:sp>
    </p:spTree>
    <p:extLst>
      <p:ext uri="{BB962C8B-B14F-4D97-AF65-F5344CB8AC3E}">
        <p14:creationId xmlns:p14="http://schemas.microsoft.com/office/powerpoint/2010/main" val="178993529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Oval 41" descr="Wide upward diagonal">
            <a:extLst>
              <a:ext uri="{FF2B5EF4-FFF2-40B4-BE49-F238E27FC236}">
                <a16:creationId xmlns:a16="http://schemas.microsoft.com/office/drawing/2014/main" id="{62D8C5FF-0E54-449C-8C75-93941717EDAB}"/>
              </a:ext>
            </a:extLst>
          </p:cNvPr>
          <p:cNvSpPr>
            <a:spLocks noChangeArrowheads="1"/>
          </p:cNvSpPr>
          <p:nvPr/>
        </p:nvSpPr>
        <p:spPr bwMode="auto">
          <a:xfrm>
            <a:off x="4724400" y="2286000"/>
            <a:ext cx="3505200" cy="2362200"/>
          </a:xfrm>
          <a:prstGeom prst="ellipse">
            <a:avLst/>
          </a:prstGeom>
          <a:blipFill dpi="0" rotWithShape="0">
            <a:blip r:embed="rId3"/>
            <a:srcRect/>
            <a:tile tx="0" ty="0" sx="100000" sy="100000" flip="none" algn="tl"/>
          </a:blipFill>
          <a:ln w="9525">
            <a:solidFill>
              <a:schemeClr val="tx1"/>
            </a:solidFill>
            <a:round/>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7347" name="Rectangle 2">
            <a:extLst>
              <a:ext uri="{FF2B5EF4-FFF2-40B4-BE49-F238E27FC236}">
                <a16:creationId xmlns:a16="http://schemas.microsoft.com/office/drawing/2014/main" id="{D8AD1CAB-6A3D-46D9-805C-3C9DEAAA1B55}"/>
              </a:ext>
            </a:extLst>
          </p:cNvPr>
          <p:cNvSpPr>
            <a:spLocks noGrp="1" noChangeArrowheads="1"/>
          </p:cNvSpPr>
          <p:nvPr>
            <p:ph type="title"/>
          </p:nvPr>
        </p:nvSpPr>
        <p:spPr/>
        <p:txBody>
          <a:bodyPr/>
          <a:lstStyle/>
          <a:p>
            <a:pPr eaLnBrk="1" hangingPunct="1"/>
            <a:r>
              <a:rPr lang="en-US" altLang="en-US">
                <a:latin typeface="Symbol" panose="05050102010706020507" pitchFamily="18" charset="2"/>
              </a:rPr>
              <a:t>a</a:t>
            </a:r>
            <a:r>
              <a:rPr lang="en-US" altLang="en-US"/>
              <a:t> Cut example</a:t>
            </a:r>
          </a:p>
        </p:txBody>
      </p:sp>
      <p:sp>
        <p:nvSpPr>
          <p:cNvPr id="57348" name="Rectangle 3">
            <a:extLst>
              <a:ext uri="{FF2B5EF4-FFF2-40B4-BE49-F238E27FC236}">
                <a16:creationId xmlns:a16="http://schemas.microsoft.com/office/drawing/2014/main" id="{ECCAF3AF-291C-419B-A772-F648813F974B}"/>
              </a:ext>
            </a:extLst>
          </p:cNvPr>
          <p:cNvSpPr>
            <a:spLocks noGrp="1" noChangeArrowheads="1"/>
          </p:cNvSpPr>
          <p:nvPr>
            <p:ph type="body" idx="1"/>
          </p:nvPr>
        </p:nvSpPr>
        <p:spPr>
          <a:xfrm>
            <a:off x="1981200" y="4572001"/>
            <a:ext cx="8229600" cy="1558925"/>
          </a:xfrm>
        </p:spPr>
        <p:txBody>
          <a:bodyPr/>
          <a:lstStyle/>
          <a:p>
            <a:pPr eaLnBrk="1" hangingPunct="1"/>
            <a:r>
              <a:rPr lang="en-US" altLang="en-US"/>
              <a:t>Since second level node will never be &gt; -70, it will never be chosen by the previous level</a:t>
            </a:r>
          </a:p>
          <a:p>
            <a:pPr eaLnBrk="1" hangingPunct="1"/>
            <a:r>
              <a:rPr lang="en-US" altLang="en-US"/>
              <a:t>We can stop exploring that node</a:t>
            </a:r>
          </a:p>
        </p:txBody>
      </p:sp>
      <p:sp>
        <p:nvSpPr>
          <p:cNvPr id="57349" name="AutoShape 4">
            <a:extLst>
              <a:ext uri="{FF2B5EF4-FFF2-40B4-BE49-F238E27FC236}">
                <a16:creationId xmlns:a16="http://schemas.microsoft.com/office/drawing/2014/main" id="{31167D29-EB9E-4D36-80D3-CBD2600EFAA9}"/>
              </a:ext>
            </a:extLst>
          </p:cNvPr>
          <p:cNvSpPr>
            <a:spLocks noChangeArrowheads="1"/>
          </p:cNvSpPr>
          <p:nvPr/>
        </p:nvSpPr>
        <p:spPr bwMode="auto">
          <a:xfrm>
            <a:off x="6248400" y="16002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7350" name="AutoShape 5">
            <a:extLst>
              <a:ext uri="{FF2B5EF4-FFF2-40B4-BE49-F238E27FC236}">
                <a16:creationId xmlns:a16="http://schemas.microsoft.com/office/drawing/2014/main" id="{865E8F4E-2224-4636-86B7-F5E11923DE83}"/>
              </a:ext>
            </a:extLst>
          </p:cNvPr>
          <p:cNvSpPr>
            <a:spLocks noChangeArrowheads="1"/>
          </p:cNvSpPr>
          <p:nvPr/>
        </p:nvSpPr>
        <p:spPr bwMode="auto">
          <a:xfrm rot="10800000">
            <a:off x="3581400" y="25908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7351" name="AutoShape 6">
            <a:extLst>
              <a:ext uri="{FF2B5EF4-FFF2-40B4-BE49-F238E27FC236}">
                <a16:creationId xmlns:a16="http://schemas.microsoft.com/office/drawing/2014/main" id="{0092E178-BDF5-4852-A94E-22E089895871}"/>
              </a:ext>
            </a:extLst>
          </p:cNvPr>
          <p:cNvSpPr>
            <a:spLocks noChangeArrowheads="1"/>
          </p:cNvSpPr>
          <p:nvPr/>
        </p:nvSpPr>
        <p:spPr bwMode="auto">
          <a:xfrm rot="10800000">
            <a:off x="8534400" y="2590800"/>
            <a:ext cx="457200" cy="381000"/>
          </a:xfrm>
          <a:prstGeom prst="triangle">
            <a:avLst>
              <a:gd name="adj" fmla="val 50000"/>
            </a:avLst>
          </a:prstGeom>
          <a:solidFill>
            <a:schemeClr val="folHlink"/>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7352" name="AutoShape 7">
            <a:extLst>
              <a:ext uri="{FF2B5EF4-FFF2-40B4-BE49-F238E27FC236}">
                <a16:creationId xmlns:a16="http://schemas.microsoft.com/office/drawing/2014/main" id="{EA5BF08A-EF24-4F08-8C09-EF8D6DDF91A1}"/>
              </a:ext>
            </a:extLst>
          </p:cNvPr>
          <p:cNvSpPr>
            <a:spLocks noChangeArrowheads="1"/>
          </p:cNvSpPr>
          <p:nvPr/>
        </p:nvSpPr>
        <p:spPr bwMode="auto">
          <a:xfrm rot="10800000">
            <a:off x="6248400" y="25908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7353" name="AutoShape 8">
            <a:extLst>
              <a:ext uri="{FF2B5EF4-FFF2-40B4-BE49-F238E27FC236}">
                <a16:creationId xmlns:a16="http://schemas.microsoft.com/office/drawing/2014/main" id="{5F3F5589-6417-45A0-ADAE-1ED8CCB6B016}"/>
              </a:ext>
            </a:extLst>
          </p:cNvPr>
          <p:cNvSpPr>
            <a:spLocks noChangeArrowheads="1"/>
          </p:cNvSpPr>
          <p:nvPr/>
        </p:nvSpPr>
        <p:spPr bwMode="auto">
          <a:xfrm>
            <a:off x="8915400" y="3657600"/>
            <a:ext cx="457200" cy="381000"/>
          </a:xfrm>
          <a:prstGeom prst="triangle">
            <a:avLst>
              <a:gd name="adj" fmla="val 50000"/>
            </a:avLst>
          </a:prstGeom>
          <a:solidFill>
            <a:schemeClr val="folHlink"/>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7354" name="AutoShape 9">
            <a:extLst>
              <a:ext uri="{FF2B5EF4-FFF2-40B4-BE49-F238E27FC236}">
                <a16:creationId xmlns:a16="http://schemas.microsoft.com/office/drawing/2014/main" id="{75CEFE2F-36C4-43EA-8EE4-4D8904C73E41}"/>
              </a:ext>
            </a:extLst>
          </p:cNvPr>
          <p:cNvSpPr>
            <a:spLocks noChangeArrowheads="1"/>
          </p:cNvSpPr>
          <p:nvPr/>
        </p:nvSpPr>
        <p:spPr bwMode="auto">
          <a:xfrm>
            <a:off x="8305800" y="3657600"/>
            <a:ext cx="457200" cy="381000"/>
          </a:xfrm>
          <a:prstGeom prst="triangle">
            <a:avLst>
              <a:gd name="adj" fmla="val 50000"/>
            </a:avLst>
          </a:prstGeom>
          <a:solidFill>
            <a:schemeClr val="folHlink"/>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7355" name="AutoShape 10">
            <a:extLst>
              <a:ext uri="{FF2B5EF4-FFF2-40B4-BE49-F238E27FC236}">
                <a16:creationId xmlns:a16="http://schemas.microsoft.com/office/drawing/2014/main" id="{CB0B9034-98E4-48CA-881E-7B63A6822E5F}"/>
              </a:ext>
            </a:extLst>
          </p:cNvPr>
          <p:cNvSpPr>
            <a:spLocks noChangeArrowheads="1"/>
          </p:cNvSpPr>
          <p:nvPr/>
        </p:nvSpPr>
        <p:spPr bwMode="auto">
          <a:xfrm>
            <a:off x="6629400" y="3657600"/>
            <a:ext cx="457200" cy="381000"/>
          </a:xfrm>
          <a:prstGeom prst="triangle">
            <a:avLst>
              <a:gd name="adj" fmla="val 50000"/>
            </a:avLst>
          </a:prstGeom>
          <a:solidFill>
            <a:srgbClr val="FF0000"/>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7356" name="AutoShape 11">
            <a:extLst>
              <a:ext uri="{FF2B5EF4-FFF2-40B4-BE49-F238E27FC236}">
                <a16:creationId xmlns:a16="http://schemas.microsoft.com/office/drawing/2014/main" id="{B6ECFF92-E9A3-479D-BDA9-A81993715578}"/>
              </a:ext>
            </a:extLst>
          </p:cNvPr>
          <p:cNvSpPr>
            <a:spLocks noChangeArrowheads="1"/>
          </p:cNvSpPr>
          <p:nvPr/>
        </p:nvSpPr>
        <p:spPr bwMode="auto">
          <a:xfrm>
            <a:off x="60198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7357" name="AutoShape 12">
            <a:extLst>
              <a:ext uri="{FF2B5EF4-FFF2-40B4-BE49-F238E27FC236}">
                <a16:creationId xmlns:a16="http://schemas.microsoft.com/office/drawing/2014/main" id="{ECA28A2E-70C7-4CC4-89ED-7EA24118BE9D}"/>
              </a:ext>
            </a:extLst>
          </p:cNvPr>
          <p:cNvSpPr>
            <a:spLocks noChangeArrowheads="1"/>
          </p:cNvSpPr>
          <p:nvPr/>
        </p:nvSpPr>
        <p:spPr bwMode="auto">
          <a:xfrm>
            <a:off x="54102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7358" name="AutoShape 13">
            <a:extLst>
              <a:ext uri="{FF2B5EF4-FFF2-40B4-BE49-F238E27FC236}">
                <a16:creationId xmlns:a16="http://schemas.microsoft.com/office/drawing/2014/main" id="{AC7CC653-ECA6-4968-AE72-1D469DC0849D}"/>
              </a:ext>
            </a:extLst>
          </p:cNvPr>
          <p:cNvSpPr>
            <a:spLocks noChangeArrowheads="1"/>
          </p:cNvSpPr>
          <p:nvPr/>
        </p:nvSpPr>
        <p:spPr bwMode="auto">
          <a:xfrm>
            <a:off x="38862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7359" name="AutoShape 14">
            <a:extLst>
              <a:ext uri="{FF2B5EF4-FFF2-40B4-BE49-F238E27FC236}">
                <a16:creationId xmlns:a16="http://schemas.microsoft.com/office/drawing/2014/main" id="{4B364BCC-0A61-4F43-9767-37C4E34C1C1C}"/>
              </a:ext>
            </a:extLst>
          </p:cNvPr>
          <p:cNvSpPr>
            <a:spLocks noChangeArrowheads="1"/>
          </p:cNvSpPr>
          <p:nvPr/>
        </p:nvSpPr>
        <p:spPr bwMode="auto">
          <a:xfrm>
            <a:off x="32004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7360" name="AutoShape 15">
            <a:extLst>
              <a:ext uri="{FF2B5EF4-FFF2-40B4-BE49-F238E27FC236}">
                <a16:creationId xmlns:a16="http://schemas.microsoft.com/office/drawing/2014/main" id="{1625AC14-DA16-42E7-A702-0084E795E4AC}"/>
              </a:ext>
            </a:extLst>
          </p:cNvPr>
          <p:cNvSpPr>
            <a:spLocks noChangeArrowheads="1"/>
          </p:cNvSpPr>
          <p:nvPr/>
        </p:nvSpPr>
        <p:spPr bwMode="auto">
          <a:xfrm>
            <a:off x="7239000" y="3657600"/>
            <a:ext cx="457200" cy="381000"/>
          </a:xfrm>
          <a:prstGeom prst="triangle">
            <a:avLst>
              <a:gd name="adj" fmla="val 50000"/>
            </a:avLst>
          </a:prstGeom>
          <a:solidFill>
            <a:srgbClr val="FF0000"/>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7361" name="Line 16">
            <a:extLst>
              <a:ext uri="{FF2B5EF4-FFF2-40B4-BE49-F238E27FC236}">
                <a16:creationId xmlns:a16="http://schemas.microsoft.com/office/drawing/2014/main" id="{CC1E82B9-79C1-43C1-B91A-D3DD29ABDED9}"/>
              </a:ext>
            </a:extLst>
          </p:cNvPr>
          <p:cNvSpPr>
            <a:spLocks noChangeShapeType="1"/>
          </p:cNvSpPr>
          <p:nvPr/>
        </p:nvSpPr>
        <p:spPr bwMode="auto">
          <a:xfrm flipH="1">
            <a:off x="3810000" y="1981200"/>
            <a:ext cx="2667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7362" name="Line 17">
            <a:extLst>
              <a:ext uri="{FF2B5EF4-FFF2-40B4-BE49-F238E27FC236}">
                <a16:creationId xmlns:a16="http://schemas.microsoft.com/office/drawing/2014/main" id="{37937C8D-EB2D-47B0-B712-ABD89158A9C8}"/>
              </a:ext>
            </a:extLst>
          </p:cNvPr>
          <p:cNvSpPr>
            <a:spLocks noChangeShapeType="1"/>
          </p:cNvSpPr>
          <p:nvPr/>
        </p:nvSpPr>
        <p:spPr bwMode="auto">
          <a:xfrm flipH="1">
            <a:off x="6477000" y="1981200"/>
            <a:ext cx="0" cy="609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7363" name="Line 18">
            <a:extLst>
              <a:ext uri="{FF2B5EF4-FFF2-40B4-BE49-F238E27FC236}">
                <a16:creationId xmlns:a16="http://schemas.microsoft.com/office/drawing/2014/main" id="{92DCA182-C9FF-43E3-9204-6BC234A4348E}"/>
              </a:ext>
            </a:extLst>
          </p:cNvPr>
          <p:cNvSpPr>
            <a:spLocks noChangeShapeType="1"/>
          </p:cNvSpPr>
          <p:nvPr/>
        </p:nvSpPr>
        <p:spPr bwMode="auto">
          <a:xfrm>
            <a:off x="6477000" y="1981200"/>
            <a:ext cx="2286000" cy="6096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7364" name="Line 19">
            <a:extLst>
              <a:ext uri="{FF2B5EF4-FFF2-40B4-BE49-F238E27FC236}">
                <a16:creationId xmlns:a16="http://schemas.microsoft.com/office/drawing/2014/main" id="{14FF506A-9E3E-45F3-958C-9A9EE16E2F64}"/>
              </a:ext>
            </a:extLst>
          </p:cNvPr>
          <p:cNvSpPr>
            <a:spLocks noChangeShapeType="1"/>
          </p:cNvSpPr>
          <p:nvPr/>
        </p:nvSpPr>
        <p:spPr bwMode="auto">
          <a:xfrm flipH="1">
            <a:off x="3429000" y="2971800"/>
            <a:ext cx="381000" cy="685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7365" name="Line 20">
            <a:extLst>
              <a:ext uri="{FF2B5EF4-FFF2-40B4-BE49-F238E27FC236}">
                <a16:creationId xmlns:a16="http://schemas.microsoft.com/office/drawing/2014/main" id="{9D6D124F-28AD-4B5A-BE87-436BFA144AF7}"/>
              </a:ext>
            </a:extLst>
          </p:cNvPr>
          <p:cNvSpPr>
            <a:spLocks noChangeShapeType="1"/>
          </p:cNvSpPr>
          <p:nvPr/>
        </p:nvSpPr>
        <p:spPr bwMode="auto">
          <a:xfrm>
            <a:off x="3810000" y="2971800"/>
            <a:ext cx="30480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7366" name="Line 21">
            <a:extLst>
              <a:ext uri="{FF2B5EF4-FFF2-40B4-BE49-F238E27FC236}">
                <a16:creationId xmlns:a16="http://schemas.microsoft.com/office/drawing/2014/main" id="{1690B95B-DA99-41AD-A3E6-4DA2E8956E50}"/>
              </a:ext>
            </a:extLst>
          </p:cNvPr>
          <p:cNvSpPr>
            <a:spLocks noChangeShapeType="1"/>
          </p:cNvSpPr>
          <p:nvPr/>
        </p:nvSpPr>
        <p:spPr bwMode="auto">
          <a:xfrm flipH="1">
            <a:off x="5638800" y="2971800"/>
            <a:ext cx="838200" cy="685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7367" name="Line 22">
            <a:extLst>
              <a:ext uri="{FF2B5EF4-FFF2-40B4-BE49-F238E27FC236}">
                <a16:creationId xmlns:a16="http://schemas.microsoft.com/office/drawing/2014/main" id="{36884B11-A08C-47AF-9595-203659C629A8}"/>
              </a:ext>
            </a:extLst>
          </p:cNvPr>
          <p:cNvSpPr>
            <a:spLocks noChangeShapeType="1"/>
          </p:cNvSpPr>
          <p:nvPr/>
        </p:nvSpPr>
        <p:spPr bwMode="auto">
          <a:xfrm flipH="1">
            <a:off x="6248400" y="2971800"/>
            <a:ext cx="22860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7368" name="Line 23">
            <a:extLst>
              <a:ext uri="{FF2B5EF4-FFF2-40B4-BE49-F238E27FC236}">
                <a16:creationId xmlns:a16="http://schemas.microsoft.com/office/drawing/2014/main" id="{5819E297-708C-4C4E-AD98-FAB220BFF396}"/>
              </a:ext>
            </a:extLst>
          </p:cNvPr>
          <p:cNvSpPr>
            <a:spLocks noChangeShapeType="1"/>
          </p:cNvSpPr>
          <p:nvPr/>
        </p:nvSpPr>
        <p:spPr bwMode="auto">
          <a:xfrm>
            <a:off x="6477000" y="2971800"/>
            <a:ext cx="381000" cy="685800"/>
          </a:xfrm>
          <a:prstGeom prst="line">
            <a:avLst/>
          </a:prstGeom>
          <a:noFill/>
          <a:ln w="12700">
            <a:solidFill>
              <a:srgbClr val="FF0000"/>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7369" name="Line 24">
            <a:extLst>
              <a:ext uri="{FF2B5EF4-FFF2-40B4-BE49-F238E27FC236}">
                <a16:creationId xmlns:a16="http://schemas.microsoft.com/office/drawing/2014/main" id="{AE413768-6328-40C2-A9EC-7BE0EA841CD0}"/>
              </a:ext>
            </a:extLst>
          </p:cNvPr>
          <p:cNvSpPr>
            <a:spLocks noChangeShapeType="1"/>
          </p:cNvSpPr>
          <p:nvPr/>
        </p:nvSpPr>
        <p:spPr bwMode="auto">
          <a:xfrm>
            <a:off x="6477000" y="2971800"/>
            <a:ext cx="990600" cy="685800"/>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7370" name="Line 25">
            <a:extLst>
              <a:ext uri="{FF2B5EF4-FFF2-40B4-BE49-F238E27FC236}">
                <a16:creationId xmlns:a16="http://schemas.microsoft.com/office/drawing/2014/main" id="{C8605367-FCFD-454F-B18E-531B91BCD8A3}"/>
              </a:ext>
            </a:extLst>
          </p:cNvPr>
          <p:cNvSpPr>
            <a:spLocks noChangeShapeType="1"/>
          </p:cNvSpPr>
          <p:nvPr/>
        </p:nvSpPr>
        <p:spPr bwMode="auto">
          <a:xfrm flipH="1">
            <a:off x="8534400" y="2971800"/>
            <a:ext cx="228600" cy="6858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7371" name="Line 26">
            <a:extLst>
              <a:ext uri="{FF2B5EF4-FFF2-40B4-BE49-F238E27FC236}">
                <a16:creationId xmlns:a16="http://schemas.microsoft.com/office/drawing/2014/main" id="{726D8369-71AB-4F09-AA01-D753063A065B}"/>
              </a:ext>
            </a:extLst>
          </p:cNvPr>
          <p:cNvSpPr>
            <a:spLocks noChangeShapeType="1"/>
          </p:cNvSpPr>
          <p:nvPr/>
        </p:nvSpPr>
        <p:spPr bwMode="auto">
          <a:xfrm>
            <a:off x="8763000" y="2971800"/>
            <a:ext cx="381000" cy="6858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7372" name="Text Box 27">
            <a:extLst>
              <a:ext uri="{FF2B5EF4-FFF2-40B4-BE49-F238E27FC236}">
                <a16:creationId xmlns:a16="http://schemas.microsoft.com/office/drawing/2014/main" id="{31645B60-C054-4AEB-9FED-8ECC716C33C0}"/>
              </a:ext>
            </a:extLst>
          </p:cNvPr>
          <p:cNvSpPr txBox="1">
            <a:spLocks noChangeArrowheads="1"/>
          </p:cNvSpPr>
          <p:nvPr/>
        </p:nvSpPr>
        <p:spPr bwMode="auto">
          <a:xfrm>
            <a:off x="7239000" y="4038601"/>
            <a:ext cx="565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100</a:t>
            </a:r>
          </a:p>
        </p:txBody>
      </p:sp>
      <p:sp>
        <p:nvSpPr>
          <p:cNvPr id="57373" name="Text Box 28">
            <a:extLst>
              <a:ext uri="{FF2B5EF4-FFF2-40B4-BE49-F238E27FC236}">
                <a16:creationId xmlns:a16="http://schemas.microsoft.com/office/drawing/2014/main" id="{B6F5AFD0-A194-476E-837A-D06684A78BAD}"/>
              </a:ext>
            </a:extLst>
          </p:cNvPr>
          <p:cNvSpPr txBox="1">
            <a:spLocks noChangeArrowheads="1"/>
          </p:cNvSpPr>
          <p:nvPr/>
        </p:nvSpPr>
        <p:spPr bwMode="auto">
          <a:xfrm>
            <a:off x="3200400" y="4038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21</a:t>
            </a:r>
          </a:p>
        </p:txBody>
      </p:sp>
      <p:sp>
        <p:nvSpPr>
          <p:cNvPr id="57374" name="Text Box 29">
            <a:extLst>
              <a:ext uri="{FF2B5EF4-FFF2-40B4-BE49-F238E27FC236}">
                <a16:creationId xmlns:a16="http://schemas.microsoft.com/office/drawing/2014/main" id="{108D1054-F584-4D15-8C8A-7EF5C42EB285}"/>
              </a:ext>
            </a:extLst>
          </p:cNvPr>
          <p:cNvSpPr txBox="1">
            <a:spLocks noChangeArrowheads="1"/>
          </p:cNvSpPr>
          <p:nvPr/>
        </p:nvSpPr>
        <p:spPr bwMode="auto">
          <a:xfrm>
            <a:off x="3962400" y="40386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-3</a:t>
            </a:r>
          </a:p>
        </p:txBody>
      </p:sp>
      <p:sp>
        <p:nvSpPr>
          <p:cNvPr id="57375" name="Text Box 30">
            <a:extLst>
              <a:ext uri="{FF2B5EF4-FFF2-40B4-BE49-F238E27FC236}">
                <a16:creationId xmlns:a16="http://schemas.microsoft.com/office/drawing/2014/main" id="{DBBEB53A-B346-456C-8176-CF032EADDB3F}"/>
              </a:ext>
            </a:extLst>
          </p:cNvPr>
          <p:cNvSpPr txBox="1">
            <a:spLocks noChangeArrowheads="1"/>
          </p:cNvSpPr>
          <p:nvPr/>
        </p:nvSpPr>
        <p:spPr bwMode="auto">
          <a:xfrm>
            <a:off x="5334000" y="4038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12</a:t>
            </a:r>
          </a:p>
        </p:txBody>
      </p:sp>
      <p:sp>
        <p:nvSpPr>
          <p:cNvPr id="57376" name="Text Box 31">
            <a:extLst>
              <a:ext uri="{FF2B5EF4-FFF2-40B4-BE49-F238E27FC236}">
                <a16:creationId xmlns:a16="http://schemas.microsoft.com/office/drawing/2014/main" id="{C02F3EA1-8DCA-45EA-8B15-7F0D82A3B743}"/>
              </a:ext>
            </a:extLst>
          </p:cNvPr>
          <p:cNvSpPr txBox="1">
            <a:spLocks noChangeArrowheads="1"/>
          </p:cNvSpPr>
          <p:nvPr/>
        </p:nvSpPr>
        <p:spPr bwMode="auto">
          <a:xfrm>
            <a:off x="6019800" y="4038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-70</a:t>
            </a:r>
          </a:p>
        </p:txBody>
      </p:sp>
      <p:sp>
        <p:nvSpPr>
          <p:cNvPr id="57377" name="Text Box 32">
            <a:extLst>
              <a:ext uri="{FF2B5EF4-FFF2-40B4-BE49-F238E27FC236}">
                <a16:creationId xmlns:a16="http://schemas.microsoft.com/office/drawing/2014/main" id="{67688A02-E658-42BD-8E99-D8A6EE57DA00}"/>
              </a:ext>
            </a:extLst>
          </p:cNvPr>
          <p:cNvSpPr txBox="1">
            <a:spLocks noChangeArrowheads="1"/>
          </p:cNvSpPr>
          <p:nvPr/>
        </p:nvSpPr>
        <p:spPr bwMode="auto">
          <a:xfrm>
            <a:off x="6629400" y="40386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-4</a:t>
            </a:r>
          </a:p>
        </p:txBody>
      </p:sp>
      <p:sp>
        <p:nvSpPr>
          <p:cNvPr id="57378" name="Text Box 33">
            <a:extLst>
              <a:ext uri="{FF2B5EF4-FFF2-40B4-BE49-F238E27FC236}">
                <a16:creationId xmlns:a16="http://schemas.microsoft.com/office/drawing/2014/main" id="{7A431808-6723-4AAD-A886-75DA0B0B5CBA}"/>
              </a:ext>
            </a:extLst>
          </p:cNvPr>
          <p:cNvSpPr txBox="1">
            <a:spLocks noChangeArrowheads="1"/>
          </p:cNvSpPr>
          <p:nvPr/>
        </p:nvSpPr>
        <p:spPr bwMode="auto">
          <a:xfrm>
            <a:off x="8229600" y="4038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-73</a:t>
            </a:r>
          </a:p>
        </p:txBody>
      </p:sp>
      <p:sp>
        <p:nvSpPr>
          <p:cNvPr id="57379" name="Text Box 34">
            <a:extLst>
              <a:ext uri="{FF2B5EF4-FFF2-40B4-BE49-F238E27FC236}">
                <a16:creationId xmlns:a16="http://schemas.microsoft.com/office/drawing/2014/main" id="{16AAD82E-6CE6-426A-A678-DAA39E7FC0D9}"/>
              </a:ext>
            </a:extLst>
          </p:cNvPr>
          <p:cNvSpPr txBox="1">
            <a:spLocks noChangeArrowheads="1"/>
          </p:cNvSpPr>
          <p:nvPr/>
        </p:nvSpPr>
        <p:spPr bwMode="auto">
          <a:xfrm>
            <a:off x="8839200" y="4038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-14</a:t>
            </a:r>
          </a:p>
        </p:txBody>
      </p:sp>
      <p:sp>
        <p:nvSpPr>
          <p:cNvPr id="57380" name="Text Box 35">
            <a:extLst>
              <a:ext uri="{FF2B5EF4-FFF2-40B4-BE49-F238E27FC236}">
                <a16:creationId xmlns:a16="http://schemas.microsoft.com/office/drawing/2014/main" id="{979B1B2B-7AD2-40A6-AEA5-41D02F5DA238}"/>
              </a:ext>
            </a:extLst>
          </p:cNvPr>
          <p:cNvSpPr txBox="1">
            <a:spLocks noChangeArrowheads="1"/>
          </p:cNvSpPr>
          <p:nvPr/>
        </p:nvSpPr>
        <p:spPr bwMode="auto">
          <a:xfrm>
            <a:off x="1736725" y="1560513"/>
            <a:ext cx="615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Max</a:t>
            </a:r>
          </a:p>
        </p:txBody>
      </p:sp>
      <p:sp>
        <p:nvSpPr>
          <p:cNvPr id="57381" name="Text Box 36">
            <a:extLst>
              <a:ext uri="{FF2B5EF4-FFF2-40B4-BE49-F238E27FC236}">
                <a16:creationId xmlns:a16="http://schemas.microsoft.com/office/drawing/2014/main" id="{8E51B1F6-CB85-4643-A74B-04AF1EF20A16}"/>
              </a:ext>
            </a:extLst>
          </p:cNvPr>
          <p:cNvSpPr txBox="1">
            <a:spLocks noChangeArrowheads="1"/>
          </p:cNvSpPr>
          <p:nvPr/>
        </p:nvSpPr>
        <p:spPr bwMode="auto">
          <a:xfrm>
            <a:off x="1752600" y="3810001"/>
            <a:ext cx="615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Max</a:t>
            </a:r>
          </a:p>
        </p:txBody>
      </p:sp>
      <p:sp>
        <p:nvSpPr>
          <p:cNvPr id="57382" name="Text Box 37">
            <a:extLst>
              <a:ext uri="{FF2B5EF4-FFF2-40B4-BE49-F238E27FC236}">
                <a16:creationId xmlns:a16="http://schemas.microsoft.com/office/drawing/2014/main" id="{40106A89-9A42-453C-988A-FCCAB5B22D94}"/>
              </a:ext>
            </a:extLst>
          </p:cNvPr>
          <p:cNvSpPr txBox="1">
            <a:spLocks noChangeArrowheads="1"/>
          </p:cNvSpPr>
          <p:nvPr/>
        </p:nvSpPr>
        <p:spPr bwMode="auto">
          <a:xfrm>
            <a:off x="1752600" y="2590801"/>
            <a:ext cx="552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Min</a:t>
            </a:r>
          </a:p>
        </p:txBody>
      </p:sp>
      <p:sp>
        <p:nvSpPr>
          <p:cNvPr id="57383" name="Text Box 38">
            <a:extLst>
              <a:ext uri="{FF2B5EF4-FFF2-40B4-BE49-F238E27FC236}">
                <a16:creationId xmlns:a16="http://schemas.microsoft.com/office/drawing/2014/main" id="{F02C716D-389D-416B-A3A4-A4575E8B6AE3}"/>
              </a:ext>
            </a:extLst>
          </p:cNvPr>
          <p:cNvSpPr txBox="1">
            <a:spLocks noChangeArrowheads="1"/>
          </p:cNvSpPr>
          <p:nvPr/>
        </p:nvSpPr>
        <p:spPr bwMode="auto">
          <a:xfrm>
            <a:off x="3200400" y="26670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-3</a:t>
            </a:r>
          </a:p>
        </p:txBody>
      </p:sp>
      <p:sp>
        <p:nvSpPr>
          <p:cNvPr id="57384" name="Text Box 39">
            <a:extLst>
              <a:ext uri="{FF2B5EF4-FFF2-40B4-BE49-F238E27FC236}">
                <a16:creationId xmlns:a16="http://schemas.microsoft.com/office/drawing/2014/main" id="{40C27F5A-349B-40C0-8841-C2737C869B4D}"/>
              </a:ext>
            </a:extLst>
          </p:cNvPr>
          <p:cNvSpPr txBox="1">
            <a:spLocks noChangeArrowheads="1"/>
          </p:cNvSpPr>
          <p:nvPr/>
        </p:nvSpPr>
        <p:spPr bwMode="auto">
          <a:xfrm>
            <a:off x="5638800" y="16002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-3</a:t>
            </a:r>
          </a:p>
        </p:txBody>
      </p:sp>
      <p:sp>
        <p:nvSpPr>
          <p:cNvPr id="57385" name="Text Box 40">
            <a:extLst>
              <a:ext uri="{FF2B5EF4-FFF2-40B4-BE49-F238E27FC236}">
                <a16:creationId xmlns:a16="http://schemas.microsoft.com/office/drawing/2014/main" id="{F7C61C4B-234B-495C-A095-94F22F615CF6}"/>
              </a:ext>
            </a:extLst>
          </p:cNvPr>
          <p:cNvSpPr txBox="1">
            <a:spLocks noChangeArrowheads="1"/>
          </p:cNvSpPr>
          <p:nvPr/>
        </p:nvSpPr>
        <p:spPr bwMode="auto">
          <a:xfrm>
            <a:off x="5638800" y="25908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-70</a:t>
            </a:r>
          </a:p>
        </p:txBody>
      </p:sp>
    </p:spTree>
    <p:extLst>
      <p:ext uri="{BB962C8B-B14F-4D97-AF65-F5344CB8AC3E}">
        <p14:creationId xmlns:p14="http://schemas.microsoft.com/office/powerpoint/2010/main" val="108615094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3">
            <a:extLst>
              <a:ext uri="{FF2B5EF4-FFF2-40B4-BE49-F238E27FC236}">
                <a16:creationId xmlns:a16="http://schemas.microsoft.com/office/drawing/2014/main" id="{68E9407A-DFDE-44A0-A1C1-00088D7CF8FA}"/>
              </a:ext>
            </a:extLst>
          </p:cNvPr>
          <p:cNvSpPr>
            <a:spLocks noGrp="1" noChangeArrowheads="1"/>
          </p:cNvSpPr>
          <p:nvPr>
            <p:ph type="title"/>
          </p:nvPr>
        </p:nvSpPr>
        <p:spPr/>
        <p:txBody>
          <a:bodyPr/>
          <a:lstStyle/>
          <a:p>
            <a:pPr eaLnBrk="1" hangingPunct="1"/>
            <a:r>
              <a:rPr lang="en-US" altLang="en-US">
                <a:latin typeface="Symbol" panose="05050102010706020507" pitchFamily="18" charset="2"/>
              </a:rPr>
              <a:t>a</a:t>
            </a:r>
            <a:r>
              <a:rPr lang="en-US" altLang="en-US"/>
              <a:t> Cut example</a:t>
            </a:r>
          </a:p>
        </p:txBody>
      </p:sp>
      <p:sp>
        <p:nvSpPr>
          <p:cNvPr id="59395" name="Rectangle 4">
            <a:extLst>
              <a:ext uri="{FF2B5EF4-FFF2-40B4-BE49-F238E27FC236}">
                <a16:creationId xmlns:a16="http://schemas.microsoft.com/office/drawing/2014/main" id="{E2CEA9D1-508C-479F-9661-4E318DF91A69}"/>
              </a:ext>
            </a:extLst>
          </p:cNvPr>
          <p:cNvSpPr>
            <a:spLocks noGrp="1" noChangeArrowheads="1"/>
          </p:cNvSpPr>
          <p:nvPr>
            <p:ph type="body" idx="1"/>
          </p:nvPr>
        </p:nvSpPr>
        <p:spPr>
          <a:xfrm>
            <a:off x="1981200" y="4572001"/>
            <a:ext cx="8229600" cy="1558925"/>
          </a:xfrm>
        </p:spPr>
        <p:txBody>
          <a:bodyPr/>
          <a:lstStyle/>
          <a:p>
            <a:pPr eaLnBrk="1" hangingPunct="1"/>
            <a:r>
              <a:rPr lang="en-US" altLang="en-US"/>
              <a:t>Evaluation at second level is again -73</a:t>
            </a:r>
          </a:p>
        </p:txBody>
      </p:sp>
      <p:sp>
        <p:nvSpPr>
          <p:cNvPr id="59396" name="AutoShape 5">
            <a:extLst>
              <a:ext uri="{FF2B5EF4-FFF2-40B4-BE49-F238E27FC236}">
                <a16:creationId xmlns:a16="http://schemas.microsoft.com/office/drawing/2014/main" id="{90CFC587-7E2D-4F13-9A1C-4498243FD596}"/>
              </a:ext>
            </a:extLst>
          </p:cNvPr>
          <p:cNvSpPr>
            <a:spLocks noChangeArrowheads="1"/>
          </p:cNvSpPr>
          <p:nvPr/>
        </p:nvSpPr>
        <p:spPr bwMode="auto">
          <a:xfrm>
            <a:off x="6248400" y="16002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9397" name="AutoShape 6">
            <a:extLst>
              <a:ext uri="{FF2B5EF4-FFF2-40B4-BE49-F238E27FC236}">
                <a16:creationId xmlns:a16="http://schemas.microsoft.com/office/drawing/2014/main" id="{2E28BEF4-E8B3-4809-BC4C-DD4C4F896940}"/>
              </a:ext>
            </a:extLst>
          </p:cNvPr>
          <p:cNvSpPr>
            <a:spLocks noChangeArrowheads="1"/>
          </p:cNvSpPr>
          <p:nvPr/>
        </p:nvSpPr>
        <p:spPr bwMode="auto">
          <a:xfrm rot="10800000">
            <a:off x="3581400" y="25908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9398" name="AutoShape 7">
            <a:extLst>
              <a:ext uri="{FF2B5EF4-FFF2-40B4-BE49-F238E27FC236}">
                <a16:creationId xmlns:a16="http://schemas.microsoft.com/office/drawing/2014/main" id="{697C904C-3752-4CBE-87B5-6388F2998B66}"/>
              </a:ext>
            </a:extLst>
          </p:cNvPr>
          <p:cNvSpPr>
            <a:spLocks noChangeArrowheads="1"/>
          </p:cNvSpPr>
          <p:nvPr/>
        </p:nvSpPr>
        <p:spPr bwMode="auto">
          <a:xfrm rot="10800000">
            <a:off x="8534400" y="25908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9399" name="AutoShape 8">
            <a:extLst>
              <a:ext uri="{FF2B5EF4-FFF2-40B4-BE49-F238E27FC236}">
                <a16:creationId xmlns:a16="http://schemas.microsoft.com/office/drawing/2014/main" id="{B69D2D9B-23E4-42C2-8D66-2FAB5DDEF47B}"/>
              </a:ext>
            </a:extLst>
          </p:cNvPr>
          <p:cNvSpPr>
            <a:spLocks noChangeArrowheads="1"/>
          </p:cNvSpPr>
          <p:nvPr/>
        </p:nvSpPr>
        <p:spPr bwMode="auto">
          <a:xfrm rot="10800000">
            <a:off x="6248400" y="25908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9400" name="AutoShape 9">
            <a:extLst>
              <a:ext uri="{FF2B5EF4-FFF2-40B4-BE49-F238E27FC236}">
                <a16:creationId xmlns:a16="http://schemas.microsoft.com/office/drawing/2014/main" id="{7063D311-939F-4A0B-B710-29C9E02344F9}"/>
              </a:ext>
            </a:extLst>
          </p:cNvPr>
          <p:cNvSpPr>
            <a:spLocks noChangeArrowheads="1"/>
          </p:cNvSpPr>
          <p:nvPr/>
        </p:nvSpPr>
        <p:spPr bwMode="auto">
          <a:xfrm>
            <a:off x="8915400" y="3657600"/>
            <a:ext cx="457200" cy="381000"/>
          </a:xfrm>
          <a:prstGeom prst="triangle">
            <a:avLst>
              <a:gd name="adj" fmla="val 50000"/>
            </a:avLst>
          </a:prstGeom>
          <a:solidFill>
            <a:schemeClr val="folHlink"/>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9401" name="AutoShape 10">
            <a:extLst>
              <a:ext uri="{FF2B5EF4-FFF2-40B4-BE49-F238E27FC236}">
                <a16:creationId xmlns:a16="http://schemas.microsoft.com/office/drawing/2014/main" id="{D87F9334-746E-48FC-A24F-364046ADFB45}"/>
              </a:ext>
            </a:extLst>
          </p:cNvPr>
          <p:cNvSpPr>
            <a:spLocks noChangeArrowheads="1"/>
          </p:cNvSpPr>
          <p:nvPr/>
        </p:nvSpPr>
        <p:spPr bwMode="auto">
          <a:xfrm>
            <a:off x="83058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9402" name="AutoShape 11">
            <a:extLst>
              <a:ext uri="{FF2B5EF4-FFF2-40B4-BE49-F238E27FC236}">
                <a16:creationId xmlns:a16="http://schemas.microsoft.com/office/drawing/2014/main" id="{FAFF42D4-289C-48F2-A5CC-079A3A49C5D7}"/>
              </a:ext>
            </a:extLst>
          </p:cNvPr>
          <p:cNvSpPr>
            <a:spLocks noChangeArrowheads="1"/>
          </p:cNvSpPr>
          <p:nvPr/>
        </p:nvSpPr>
        <p:spPr bwMode="auto">
          <a:xfrm>
            <a:off x="6629400" y="3657600"/>
            <a:ext cx="457200" cy="381000"/>
          </a:xfrm>
          <a:prstGeom prst="triangle">
            <a:avLst>
              <a:gd name="adj" fmla="val 50000"/>
            </a:avLst>
          </a:prstGeom>
          <a:solidFill>
            <a:srgbClr val="FF0000"/>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9403" name="AutoShape 12">
            <a:extLst>
              <a:ext uri="{FF2B5EF4-FFF2-40B4-BE49-F238E27FC236}">
                <a16:creationId xmlns:a16="http://schemas.microsoft.com/office/drawing/2014/main" id="{ADE7C0CA-BBB5-4626-979B-C7D026D71970}"/>
              </a:ext>
            </a:extLst>
          </p:cNvPr>
          <p:cNvSpPr>
            <a:spLocks noChangeArrowheads="1"/>
          </p:cNvSpPr>
          <p:nvPr/>
        </p:nvSpPr>
        <p:spPr bwMode="auto">
          <a:xfrm>
            <a:off x="60198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9404" name="AutoShape 13">
            <a:extLst>
              <a:ext uri="{FF2B5EF4-FFF2-40B4-BE49-F238E27FC236}">
                <a16:creationId xmlns:a16="http://schemas.microsoft.com/office/drawing/2014/main" id="{7DF5E44A-73CB-4B3B-A71C-B5255B000984}"/>
              </a:ext>
            </a:extLst>
          </p:cNvPr>
          <p:cNvSpPr>
            <a:spLocks noChangeArrowheads="1"/>
          </p:cNvSpPr>
          <p:nvPr/>
        </p:nvSpPr>
        <p:spPr bwMode="auto">
          <a:xfrm>
            <a:off x="54102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9405" name="AutoShape 14">
            <a:extLst>
              <a:ext uri="{FF2B5EF4-FFF2-40B4-BE49-F238E27FC236}">
                <a16:creationId xmlns:a16="http://schemas.microsoft.com/office/drawing/2014/main" id="{543A8440-4F7B-4E88-9C79-B15CB2045F98}"/>
              </a:ext>
            </a:extLst>
          </p:cNvPr>
          <p:cNvSpPr>
            <a:spLocks noChangeArrowheads="1"/>
          </p:cNvSpPr>
          <p:nvPr/>
        </p:nvSpPr>
        <p:spPr bwMode="auto">
          <a:xfrm>
            <a:off x="38862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9406" name="AutoShape 15">
            <a:extLst>
              <a:ext uri="{FF2B5EF4-FFF2-40B4-BE49-F238E27FC236}">
                <a16:creationId xmlns:a16="http://schemas.microsoft.com/office/drawing/2014/main" id="{3B38A023-1AD7-46F6-9455-864FF2738F36}"/>
              </a:ext>
            </a:extLst>
          </p:cNvPr>
          <p:cNvSpPr>
            <a:spLocks noChangeArrowheads="1"/>
          </p:cNvSpPr>
          <p:nvPr/>
        </p:nvSpPr>
        <p:spPr bwMode="auto">
          <a:xfrm>
            <a:off x="32004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9407" name="AutoShape 16">
            <a:extLst>
              <a:ext uri="{FF2B5EF4-FFF2-40B4-BE49-F238E27FC236}">
                <a16:creationId xmlns:a16="http://schemas.microsoft.com/office/drawing/2014/main" id="{869848F2-1BB8-4561-9A1C-CF78F7236C9D}"/>
              </a:ext>
            </a:extLst>
          </p:cNvPr>
          <p:cNvSpPr>
            <a:spLocks noChangeArrowheads="1"/>
          </p:cNvSpPr>
          <p:nvPr/>
        </p:nvSpPr>
        <p:spPr bwMode="auto">
          <a:xfrm>
            <a:off x="7239000" y="3657600"/>
            <a:ext cx="457200" cy="381000"/>
          </a:xfrm>
          <a:prstGeom prst="triangle">
            <a:avLst>
              <a:gd name="adj" fmla="val 50000"/>
            </a:avLst>
          </a:prstGeom>
          <a:solidFill>
            <a:srgbClr val="FF0000"/>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9408" name="Line 17">
            <a:extLst>
              <a:ext uri="{FF2B5EF4-FFF2-40B4-BE49-F238E27FC236}">
                <a16:creationId xmlns:a16="http://schemas.microsoft.com/office/drawing/2014/main" id="{161DF0E6-F649-4B9D-86B8-EF0DFEB06029}"/>
              </a:ext>
            </a:extLst>
          </p:cNvPr>
          <p:cNvSpPr>
            <a:spLocks noChangeShapeType="1"/>
          </p:cNvSpPr>
          <p:nvPr/>
        </p:nvSpPr>
        <p:spPr bwMode="auto">
          <a:xfrm flipH="1">
            <a:off x="3810000" y="1981200"/>
            <a:ext cx="2667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9409" name="Line 18">
            <a:extLst>
              <a:ext uri="{FF2B5EF4-FFF2-40B4-BE49-F238E27FC236}">
                <a16:creationId xmlns:a16="http://schemas.microsoft.com/office/drawing/2014/main" id="{87C90003-FD3C-4B15-9B7F-57A64D1C1501}"/>
              </a:ext>
            </a:extLst>
          </p:cNvPr>
          <p:cNvSpPr>
            <a:spLocks noChangeShapeType="1"/>
          </p:cNvSpPr>
          <p:nvPr/>
        </p:nvSpPr>
        <p:spPr bwMode="auto">
          <a:xfrm flipH="1">
            <a:off x="6477000" y="1981200"/>
            <a:ext cx="0" cy="609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9410" name="Line 19">
            <a:extLst>
              <a:ext uri="{FF2B5EF4-FFF2-40B4-BE49-F238E27FC236}">
                <a16:creationId xmlns:a16="http://schemas.microsoft.com/office/drawing/2014/main" id="{11B2DF4B-9B07-4502-97D8-2A7615EB04F8}"/>
              </a:ext>
            </a:extLst>
          </p:cNvPr>
          <p:cNvSpPr>
            <a:spLocks noChangeShapeType="1"/>
          </p:cNvSpPr>
          <p:nvPr/>
        </p:nvSpPr>
        <p:spPr bwMode="auto">
          <a:xfrm>
            <a:off x="6477000" y="1981200"/>
            <a:ext cx="22860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9411" name="Line 20">
            <a:extLst>
              <a:ext uri="{FF2B5EF4-FFF2-40B4-BE49-F238E27FC236}">
                <a16:creationId xmlns:a16="http://schemas.microsoft.com/office/drawing/2014/main" id="{06A0B9B8-C259-4E7F-9DF7-49647A96768B}"/>
              </a:ext>
            </a:extLst>
          </p:cNvPr>
          <p:cNvSpPr>
            <a:spLocks noChangeShapeType="1"/>
          </p:cNvSpPr>
          <p:nvPr/>
        </p:nvSpPr>
        <p:spPr bwMode="auto">
          <a:xfrm flipH="1">
            <a:off x="3429000" y="2971800"/>
            <a:ext cx="381000" cy="685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9412" name="Line 21">
            <a:extLst>
              <a:ext uri="{FF2B5EF4-FFF2-40B4-BE49-F238E27FC236}">
                <a16:creationId xmlns:a16="http://schemas.microsoft.com/office/drawing/2014/main" id="{E1D4B3F1-4198-4931-B46C-EAC6A7235AA2}"/>
              </a:ext>
            </a:extLst>
          </p:cNvPr>
          <p:cNvSpPr>
            <a:spLocks noChangeShapeType="1"/>
          </p:cNvSpPr>
          <p:nvPr/>
        </p:nvSpPr>
        <p:spPr bwMode="auto">
          <a:xfrm>
            <a:off x="3810000" y="2971800"/>
            <a:ext cx="30480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9413" name="Line 22">
            <a:extLst>
              <a:ext uri="{FF2B5EF4-FFF2-40B4-BE49-F238E27FC236}">
                <a16:creationId xmlns:a16="http://schemas.microsoft.com/office/drawing/2014/main" id="{12BFD474-8CD0-4B9C-A982-3F49137095D3}"/>
              </a:ext>
            </a:extLst>
          </p:cNvPr>
          <p:cNvSpPr>
            <a:spLocks noChangeShapeType="1"/>
          </p:cNvSpPr>
          <p:nvPr/>
        </p:nvSpPr>
        <p:spPr bwMode="auto">
          <a:xfrm flipH="1">
            <a:off x="5638800" y="2971800"/>
            <a:ext cx="838200" cy="685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9414" name="Line 23">
            <a:extLst>
              <a:ext uri="{FF2B5EF4-FFF2-40B4-BE49-F238E27FC236}">
                <a16:creationId xmlns:a16="http://schemas.microsoft.com/office/drawing/2014/main" id="{679A3AA8-8374-4A42-9748-AB86F10F9072}"/>
              </a:ext>
            </a:extLst>
          </p:cNvPr>
          <p:cNvSpPr>
            <a:spLocks noChangeShapeType="1"/>
          </p:cNvSpPr>
          <p:nvPr/>
        </p:nvSpPr>
        <p:spPr bwMode="auto">
          <a:xfrm flipH="1">
            <a:off x="6248400" y="2971800"/>
            <a:ext cx="22860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9415" name="Line 24">
            <a:extLst>
              <a:ext uri="{FF2B5EF4-FFF2-40B4-BE49-F238E27FC236}">
                <a16:creationId xmlns:a16="http://schemas.microsoft.com/office/drawing/2014/main" id="{6E368A73-5E44-45EF-9FA2-CC593EF3AF9C}"/>
              </a:ext>
            </a:extLst>
          </p:cNvPr>
          <p:cNvSpPr>
            <a:spLocks noChangeShapeType="1"/>
          </p:cNvSpPr>
          <p:nvPr/>
        </p:nvSpPr>
        <p:spPr bwMode="auto">
          <a:xfrm>
            <a:off x="6477000" y="2971800"/>
            <a:ext cx="381000" cy="685800"/>
          </a:xfrm>
          <a:prstGeom prst="line">
            <a:avLst/>
          </a:prstGeom>
          <a:noFill/>
          <a:ln w="12700">
            <a:solidFill>
              <a:srgbClr val="FF0000"/>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9416" name="Line 25">
            <a:extLst>
              <a:ext uri="{FF2B5EF4-FFF2-40B4-BE49-F238E27FC236}">
                <a16:creationId xmlns:a16="http://schemas.microsoft.com/office/drawing/2014/main" id="{52E5E2F8-069C-41A3-B82C-E4C3DD2A87BA}"/>
              </a:ext>
            </a:extLst>
          </p:cNvPr>
          <p:cNvSpPr>
            <a:spLocks noChangeShapeType="1"/>
          </p:cNvSpPr>
          <p:nvPr/>
        </p:nvSpPr>
        <p:spPr bwMode="auto">
          <a:xfrm>
            <a:off x="6477000" y="2971800"/>
            <a:ext cx="990600" cy="685800"/>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9417" name="Line 26">
            <a:extLst>
              <a:ext uri="{FF2B5EF4-FFF2-40B4-BE49-F238E27FC236}">
                <a16:creationId xmlns:a16="http://schemas.microsoft.com/office/drawing/2014/main" id="{D5E41701-DF38-4237-9B3B-C1A4D4A61F6C}"/>
              </a:ext>
            </a:extLst>
          </p:cNvPr>
          <p:cNvSpPr>
            <a:spLocks noChangeShapeType="1"/>
          </p:cNvSpPr>
          <p:nvPr/>
        </p:nvSpPr>
        <p:spPr bwMode="auto">
          <a:xfrm flipH="1">
            <a:off x="8534400" y="2971800"/>
            <a:ext cx="228600" cy="685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9418" name="Line 27">
            <a:extLst>
              <a:ext uri="{FF2B5EF4-FFF2-40B4-BE49-F238E27FC236}">
                <a16:creationId xmlns:a16="http://schemas.microsoft.com/office/drawing/2014/main" id="{59A652E6-9845-401B-90EC-D5C78F915825}"/>
              </a:ext>
            </a:extLst>
          </p:cNvPr>
          <p:cNvSpPr>
            <a:spLocks noChangeShapeType="1"/>
          </p:cNvSpPr>
          <p:nvPr/>
        </p:nvSpPr>
        <p:spPr bwMode="auto">
          <a:xfrm>
            <a:off x="8763000" y="2971800"/>
            <a:ext cx="381000" cy="6858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59419" name="Text Box 28">
            <a:extLst>
              <a:ext uri="{FF2B5EF4-FFF2-40B4-BE49-F238E27FC236}">
                <a16:creationId xmlns:a16="http://schemas.microsoft.com/office/drawing/2014/main" id="{74D13C59-8AC4-4054-A98E-FBF273F7FDC3}"/>
              </a:ext>
            </a:extLst>
          </p:cNvPr>
          <p:cNvSpPr txBox="1">
            <a:spLocks noChangeArrowheads="1"/>
          </p:cNvSpPr>
          <p:nvPr/>
        </p:nvSpPr>
        <p:spPr bwMode="auto">
          <a:xfrm>
            <a:off x="7239000" y="4038601"/>
            <a:ext cx="565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100</a:t>
            </a:r>
          </a:p>
        </p:txBody>
      </p:sp>
      <p:sp>
        <p:nvSpPr>
          <p:cNvPr id="59420" name="Text Box 29">
            <a:extLst>
              <a:ext uri="{FF2B5EF4-FFF2-40B4-BE49-F238E27FC236}">
                <a16:creationId xmlns:a16="http://schemas.microsoft.com/office/drawing/2014/main" id="{0EFF1463-867A-441C-B17C-1F1D95F89622}"/>
              </a:ext>
            </a:extLst>
          </p:cNvPr>
          <p:cNvSpPr txBox="1">
            <a:spLocks noChangeArrowheads="1"/>
          </p:cNvSpPr>
          <p:nvPr/>
        </p:nvSpPr>
        <p:spPr bwMode="auto">
          <a:xfrm>
            <a:off x="3200400" y="4038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21</a:t>
            </a:r>
          </a:p>
        </p:txBody>
      </p:sp>
      <p:sp>
        <p:nvSpPr>
          <p:cNvPr id="59421" name="Text Box 30">
            <a:extLst>
              <a:ext uri="{FF2B5EF4-FFF2-40B4-BE49-F238E27FC236}">
                <a16:creationId xmlns:a16="http://schemas.microsoft.com/office/drawing/2014/main" id="{261A6A95-3561-4010-9F46-E50B31142EAE}"/>
              </a:ext>
            </a:extLst>
          </p:cNvPr>
          <p:cNvSpPr txBox="1">
            <a:spLocks noChangeArrowheads="1"/>
          </p:cNvSpPr>
          <p:nvPr/>
        </p:nvSpPr>
        <p:spPr bwMode="auto">
          <a:xfrm>
            <a:off x="3962400" y="40386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-3</a:t>
            </a:r>
          </a:p>
        </p:txBody>
      </p:sp>
      <p:sp>
        <p:nvSpPr>
          <p:cNvPr id="59422" name="Text Box 31">
            <a:extLst>
              <a:ext uri="{FF2B5EF4-FFF2-40B4-BE49-F238E27FC236}">
                <a16:creationId xmlns:a16="http://schemas.microsoft.com/office/drawing/2014/main" id="{93A14B4B-3561-47FA-918F-2F2B98C275F1}"/>
              </a:ext>
            </a:extLst>
          </p:cNvPr>
          <p:cNvSpPr txBox="1">
            <a:spLocks noChangeArrowheads="1"/>
          </p:cNvSpPr>
          <p:nvPr/>
        </p:nvSpPr>
        <p:spPr bwMode="auto">
          <a:xfrm>
            <a:off x="5334000" y="4038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12</a:t>
            </a:r>
          </a:p>
        </p:txBody>
      </p:sp>
      <p:sp>
        <p:nvSpPr>
          <p:cNvPr id="59423" name="Text Box 32">
            <a:extLst>
              <a:ext uri="{FF2B5EF4-FFF2-40B4-BE49-F238E27FC236}">
                <a16:creationId xmlns:a16="http://schemas.microsoft.com/office/drawing/2014/main" id="{3814E6D7-5246-43C6-A0CD-1A031877AFDC}"/>
              </a:ext>
            </a:extLst>
          </p:cNvPr>
          <p:cNvSpPr txBox="1">
            <a:spLocks noChangeArrowheads="1"/>
          </p:cNvSpPr>
          <p:nvPr/>
        </p:nvSpPr>
        <p:spPr bwMode="auto">
          <a:xfrm>
            <a:off x="6019800" y="4038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-70</a:t>
            </a:r>
          </a:p>
        </p:txBody>
      </p:sp>
      <p:sp>
        <p:nvSpPr>
          <p:cNvPr id="59424" name="Text Box 33">
            <a:extLst>
              <a:ext uri="{FF2B5EF4-FFF2-40B4-BE49-F238E27FC236}">
                <a16:creationId xmlns:a16="http://schemas.microsoft.com/office/drawing/2014/main" id="{3BB1AFF3-F799-455D-97CA-D0C2421F193B}"/>
              </a:ext>
            </a:extLst>
          </p:cNvPr>
          <p:cNvSpPr txBox="1">
            <a:spLocks noChangeArrowheads="1"/>
          </p:cNvSpPr>
          <p:nvPr/>
        </p:nvSpPr>
        <p:spPr bwMode="auto">
          <a:xfrm>
            <a:off x="6629400" y="40386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-4</a:t>
            </a:r>
          </a:p>
        </p:txBody>
      </p:sp>
      <p:sp>
        <p:nvSpPr>
          <p:cNvPr id="59425" name="Text Box 34">
            <a:extLst>
              <a:ext uri="{FF2B5EF4-FFF2-40B4-BE49-F238E27FC236}">
                <a16:creationId xmlns:a16="http://schemas.microsoft.com/office/drawing/2014/main" id="{244EAE88-D79A-4355-9D89-9E707B92A3FB}"/>
              </a:ext>
            </a:extLst>
          </p:cNvPr>
          <p:cNvSpPr txBox="1">
            <a:spLocks noChangeArrowheads="1"/>
          </p:cNvSpPr>
          <p:nvPr/>
        </p:nvSpPr>
        <p:spPr bwMode="auto">
          <a:xfrm>
            <a:off x="8229600" y="4038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-73</a:t>
            </a:r>
          </a:p>
        </p:txBody>
      </p:sp>
      <p:sp>
        <p:nvSpPr>
          <p:cNvPr id="59426" name="Text Box 35">
            <a:extLst>
              <a:ext uri="{FF2B5EF4-FFF2-40B4-BE49-F238E27FC236}">
                <a16:creationId xmlns:a16="http://schemas.microsoft.com/office/drawing/2014/main" id="{3FBFCCA2-7A4E-403B-B226-0BEC44835B83}"/>
              </a:ext>
            </a:extLst>
          </p:cNvPr>
          <p:cNvSpPr txBox="1">
            <a:spLocks noChangeArrowheads="1"/>
          </p:cNvSpPr>
          <p:nvPr/>
        </p:nvSpPr>
        <p:spPr bwMode="auto">
          <a:xfrm>
            <a:off x="8839200" y="4038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-14</a:t>
            </a:r>
          </a:p>
        </p:txBody>
      </p:sp>
      <p:sp>
        <p:nvSpPr>
          <p:cNvPr id="59427" name="Text Box 36">
            <a:extLst>
              <a:ext uri="{FF2B5EF4-FFF2-40B4-BE49-F238E27FC236}">
                <a16:creationId xmlns:a16="http://schemas.microsoft.com/office/drawing/2014/main" id="{51026B9F-7C3E-4481-B5CC-26B3DC11BCAB}"/>
              </a:ext>
            </a:extLst>
          </p:cNvPr>
          <p:cNvSpPr txBox="1">
            <a:spLocks noChangeArrowheads="1"/>
          </p:cNvSpPr>
          <p:nvPr/>
        </p:nvSpPr>
        <p:spPr bwMode="auto">
          <a:xfrm>
            <a:off x="1736725" y="1560513"/>
            <a:ext cx="615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Max</a:t>
            </a:r>
          </a:p>
        </p:txBody>
      </p:sp>
      <p:sp>
        <p:nvSpPr>
          <p:cNvPr id="59428" name="Text Box 37">
            <a:extLst>
              <a:ext uri="{FF2B5EF4-FFF2-40B4-BE49-F238E27FC236}">
                <a16:creationId xmlns:a16="http://schemas.microsoft.com/office/drawing/2014/main" id="{9E466829-DC21-4483-B496-650B28D7BF38}"/>
              </a:ext>
            </a:extLst>
          </p:cNvPr>
          <p:cNvSpPr txBox="1">
            <a:spLocks noChangeArrowheads="1"/>
          </p:cNvSpPr>
          <p:nvPr/>
        </p:nvSpPr>
        <p:spPr bwMode="auto">
          <a:xfrm>
            <a:off x="1752600" y="3810001"/>
            <a:ext cx="615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Max</a:t>
            </a:r>
          </a:p>
        </p:txBody>
      </p:sp>
      <p:sp>
        <p:nvSpPr>
          <p:cNvPr id="59429" name="Text Box 38">
            <a:extLst>
              <a:ext uri="{FF2B5EF4-FFF2-40B4-BE49-F238E27FC236}">
                <a16:creationId xmlns:a16="http://schemas.microsoft.com/office/drawing/2014/main" id="{ABC0072C-CC5C-4B8D-BA21-7D91978BDAD3}"/>
              </a:ext>
            </a:extLst>
          </p:cNvPr>
          <p:cNvSpPr txBox="1">
            <a:spLocks noChangeArrowheads="1"/>
          </p:cNvSpPr>
          <p:nvPr/>
        </p:nvSpPr>
        <p:spPr bwMode="auto">
          <a:xfrm>
            <a:off x="1752600" y="2590801"/>
            <a:ext cx="552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Min</a:t>
            </a:r>
          </a:p>
        </p:txBody>
      </p:sp>
      <p:sp>
        <p:nvSpPr>
          <p:cNvPr id="59430" name="Text Box 39">
            <a:extLst>
              <a:ext uri="{FF2B5EF4-FFF2-40B4-BE49-F238E27FC236}">
                <a16:creationId xmlns:a16="http://schemas.microsoft.com/office/drawing/2014/main" id="{A819CD59-DAFD-4CED-8E68-3554F8C90C7D}"/>
              </a:ext>
            </a:extLst>
          </p:cNvPr>
          <p:cNvSpPr txBox="1">
            <a:spLocks noChangeArrowheads="1"/>
          </p:cNvSpPr>
          <p:nvPr/>
        </p:nvSpPr>
        <p:spPr bwMode="auto">
          <a:xfrm>
            <a:off x="3200400" y="26670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-3</a:t>
            </a:r>
          </a:p>
        </p:txBody>
      </p:sp>
      <p:sp>
        <p:nvSpPr>
          <p:cNvPr id="59431" name="Text Box 40">
            <a:extLst>
              <a:ext uri="{FF2B5EF4-FFF2-40B4-BE49-F238E27FC236}">
                <a16:creationId xmlns:a16="http://schemas.microsoft.com/office/drawing/2014/main" id="{3E970D8D-099C-47F0-8E3A-920465A758D3}"/>
              </a:ext>
            </a:extLst>
          </p:cNvPr>
          <p:cNvSpPr txBox="1">
            <a:spLocks noChangeArrowheads="1"/>
          </p:cNvSpPr>
          <p:nvPr/>
        </p:nvSpPr>
        <p:spPr bwMode="auto">
          <a:xfrm>
            <a:off x="5638800" y="16002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-3</a:t>
            </a:r>
          </a:p>
        </p:txBody>
      </p:sp>
      <p:sp>
        <p:nvSpPr>
          <p:cNvPr id="59432" name="Text Box 41">
            <a:extLst>
              <a:ext uri="{FF2B5EF4-FFF2-40B4-BE49-F238E27FC236}">
                <a16:creationId xmlns:a16="http://schemas.microsoft.com/office/drawing/2014/main" id="{5770A58B-5E36-4B67-A1F0-3A0DEF5AE4BF}"/>
              </a:ext>
            </a:extLst>
          </p:cNvPr>
          <p:cNvSpPr txBox="1">
            <a:spLocks noChangeArrowheads="1"/>
          </p:cNvSpPr>
          <p:nvPr/>
        </p:nvSpPr>
        <p:spPr bwMode="auto">
          <a:xfrm>
            <a:off x="5638800" y="25908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-70</a:t>
            </a:r>
          </a:p>
        </p:txBody>
      </p:sp>
      <p:sp>
        <p:nvSpPr>
          <p:cNvPr id="59433" name="Text Box 42">
            <a:extLst>
              <a:ext uri="{FF2B5EF4-FFF2-40B4-BE49-F238E27FC236}">
                <a16:creationId xmlns:a16="http://schemas.microsoft.com/office/drawing/2014/main" id="{7430F132-8199-417F-9A4E-8689DD7605F3}"/>
              </a:ext>
            </a:extLst>
          </p:cNvPr>
          <p:cNvSpPr txBox="1">
            <a:spLocks noChangeArrowheads="1"/>
          </p:cNvSpPr>
          <p:nvPr/>
        </p:nvSpPr>
        <p:spPr bwMode="auto">
          <a:xfrm>
            <a:off x="8001000" y="26670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-73</a:t>
            </a:r>
          </a:p>
        </p:txBody>
      </p:sp>
    </p:spTree>
    <p:extLst>
      <p:ext uri="{BB962C8B-B14F-4D97-AF65-F5344CB8AC3E}">
        <p14:creationId xmlns:p14="http://schemas.microsoft.com/office/powerpoint/2010/main" val="11445458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Oval 42" descr="Wide upward diagonal">
            <a:extLst>
              <a:ext uri="{FF2B5EF4-FFF2-40B4-BE49-F238E27FC236}">
                <a16:creationId xmlns:a16="http://schemas.microsoft.com/office/drawing/2014/main" id="{38976ADA-C662-49E5-8700-7EF12C2573CB}"/>
              </a:ext>
            </a:extLst>
          </p:cNvPr>
          <p:cNvSpPr>
            <a:spLocks noChangeArrowheads="1"/>
          </p:cNvSpPr>
          <p:nvPr/>
        </p:nvSpPr>
        <p:spPr bwMode="auto">
          <a:xfrm>
            <a:off x="7696200" y="2209800"/>
            <a:ext cx="2133600" cy="2362200"/>
          </a:xfrm>
          <a:prstGeom prst="ellipse">
            <a:avLst/>
          </a:prstGeom>
          <a:blipFill dpi="0" rotWithShape="0">
            <a:blip r:embed="rId3"/>
            <a:srcRect/>
            <a:tile tx="0" ty="0" sx="100000" sy="100000" flip="none" algn="tl"/>
          </a:blipFill>
          <a:ln w="9525">
            <a:solidFill>
              <a:schemeClr val="tx1"/>
            </a:solidFill>
            <a:round/>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61443" name="Rectangle 2">
            <a:extLst>
              <a:ext uri="{FF2B5EF4-FFF2-40B4-BE49-F238E27FC236}">
                <a16:creationId xmlns:a16="http://schemas.microsoft.com/office/drawing/2014/main" id="{5AA0EA90-A9AA-4AF9-A6F8-4F90CB994CA4}"/>
              </a:ext>
            </a:extLst>
          </p:cNvPr>
          <p:cNvSpPr>
            <a:spLocks noGrp="1" noChangeArrowheads="1"/>
          </p:cNvSpPr>
          <p:nvPr>
            <p:ph type="title"/>
          </p:nvPr>
        </p:nvSpPr>
        <p:spPr/>
        <p:txBody>
          <a:bodyPr/>
          <a:lstStyle/>
          <a:p>
            <a:pPr eaLnBrk="1" hangingPunct="1"/>
            <a:r>
              <a:rPr lang="en-US" altLang="en-US">
                <a:latin typeface="Symbol" panose="05050102010706020507" pitchFamily="18" charset="2"/>
              </a:rPr>
              <a:t>a</a:t>
            </a:r>
            <a:r>
              <a:rPr lang="en-US" altLang="en-US"/>
              <a:t> Cut example</a:t>
            </a:r>
          </a:p>
        </p:txBody>
      </p:sp>
      <p:sp>
        <p:nvSpPr>
          <p:cNvPr id="61444" name="Rectangle 3">
            <a:extLst>
              <a:ext uri="{FF2B5EF4-FFF2-40B4-BE49-F238E27FC236}">
                <a16:creationId xmlns:a16="http://schemas.microsoft.com/office/drawing/2014/main" id="{FA6823EF-DA05-4DCA-BF14-755ED086A8CB}"/>
              </a:ext>
            </a:extLst>
          </p:cNvPr>
          <p:cNvSpPr>
            <a:spLocks noGrp="1" noChangeArrowheads="1"/>
          </p:cNvSpPr>
          <p:nvPr>
            <p:ph type="body" idx="1"/>
          </p:nvPr>
        </p:nvSpPr>
        <p:spPr>
          <a:xfrm>
            <a:off x="1981200" y="4572001"/>
            <a:ext cx="8229600" cy="1558925"/>
          </a:xfrm>
        </p:spPr>
        <p:txBody>
          <a:bodyPr/>
          <a:lstStyle/>
          <a:p>
            <a:pPr eaLnBrk="1" hangingPunct="1"/>
            <a:r>
              <a:rPr lang="en-US" altLang="en-US"/>
              <a:t>Again, can apply </a:t>
            </a:r>
            <a:r>
              <a:rPr lang="en-US" altLang="en-US">
                <a:latin typeface="Symbol" panose="05050102010706020507" pitchFamily="18" charset="2"/>
              </a:rPr>
              <a:t>a</a:t>
            </a:r>
            <a:r>
              <a:rPr lang="en-US" altLang="en-US"/>
              <a:t> cut since the second level node will never be &gt; -73, and thus will never be chosen by the previous level</a:t>
            </a:r>
          </a:p>
        </p:txBody>
      </p:sp>
      <p:sp>
        <p:nvSpPr>
          <p:cNvPr id="61445" name="AutoShape 4">
            <a:extLst>
              <a:ext uri="{FF2B5EF4-FFF2-40B4-BE49-F238E27FC236}">
                <a16:creationId xmlns:a16="http://schemas.microsoft.com/office/drawing/2014/main" id="{D72BC2B1-BD39-4F50-8E52-F8EC52D71AA7}"/>
              </a:ext>
            </a:extLst>
          </p:cNvPr>
          <p:cNvSpPr>
            <a:spLocks noChangeArrowheads="1"/>
          </p:cNvSpPr>
          <p:nvPr/>
        </p:nvSpPr>
        <p:spPr bwMode="auto">
          <a:xfrm>
            <a:off x="6248400" y="16002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61446" name="AutoShape 5">
            <a:extLst>
              <a:ext uri="{FF2B5EF4-FFF2-40B4-BE49-F238E27FC236}">
                <a16:creationId xmlns:a16="http://schemas.microsoft.com/office/drawing/2014/main" id="{B24D363C-546F-4692-A2A6-4634139DFE4C}"/>
              </a:ext>
            </a:extLst>
          </p:cNvPr>
          <p:cNvSpPr>
            <a:spLocks noChangeArrowheads="1"/>
          </p:cNvSpPr>
          <p:nvPr/>
        </p:nvSpPr>
        <p:spPr bwMode="auto">
          <a:xfrm rot="10800000">
            <a:off x="3581400" y="25908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61447" name="AutoShape 6">
            <a:extLst>
              <a:ext uri="{FF2B5EF4-FFF2-40B4-BE49-F238E27FC236}">
                <a16:creationId xmlns:a16="http://schemas.microsoft.com/office/drawing/2014/main" id="{C74A8AA8-9EE4-4ECD-9A2E-9F3EF14B1CAF}"/>
              </a:ext>
            </a:extLst>
          </p:cNvPr>
          <p:cNvSpPr>
            <a:spLocks noChangeArrowheads="1"/>
          </p:cNvSpPr>
          <p:nvPr/>
        </p:nvSpPr>
        <p:spPr bwMode="auto">
          <a:xfrm rot="10800000">
            <a:off x="8534400" y="25908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61448" name="AutoShape 7">
            <a:extLst>
              <a:ext uri="{FF2B5EF4-FFF2-40B4-BE49-F238E27FC236}">
                <a16:creationId xmlns:a16="http://schemas.microsoft.com/office/drawing/2014/main" id="{607346D4-F856-499A-90ED-860F41AF52B0}"/>
              </a:ext>
            </a:extLst>
          </p:cNvPr>
          <p:cNvSpPr>
            <a:spLocks noChangeArrowheads="1"/>
          </p:cNvSpPr>
          <p:nvPr/>
        </p:nvSpPr>
        <p:spPr bwMode="auto">
          <a:xfrm rot="10800000">
            <a:off x="6248400" y="25908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61449" name="AutoShape 8">
            <a:extLst>
              <a:ext uri="{FF2B5EF4-FFF2-40B4-BE49-F238E27FC236}">
                <a16:creationId xmlns:a16="http://schemas.microsoft.com/office/drawing/2014/main" id="{1A0762E5-BB04-4FA5-88C2-F8F20806A5B3}"/>
              </a:ext>
            </a:extLst>
          </p:cNvPr>
          <p:cNvSpPr>
            <a:spLocks noChangeArrowheads="1"/>
          </p:cNvSpPr>
          <p:nvPr/>
        </p:nvSpPr>
        <p:spPr bwMode="auto">
          <a:xfrm>
            <a:off x="8915400" y="3657600"/>
            <a:ext cx="457200" cy="381000"/>
          </a:xfrm>
          <a:prstGeom prst="triangle">
            <a:avLst>
              <a:gd name="adj" fmla="val 50000"/>
            </a:avLst>
          </a:prstGeom>
          <a:solidFill>
            <a:srgbClr val="FF0000"/>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61450" name="AutoShape 9">
            <a:extLst>
              <a:ext uri="{FF2B5EF4-FFF2-40B4-BE49-F238E27FC236}">
                <a16:creationId xmlns:a16="http://schemas.microsoft.com/office/drawing/2014/main" id="{3FDBE305-B81D-4130-9B20-E1CA7660B558}"/>
              </a:ext>
            </a:extLst>
          </p:cNvPr>
          <p:cNvSpPr>
            <a:spLocks noChangeArrowheads="1"/>
          </p:cNvSpPr>
          <p:nvPr/>
        </p:nvSpPr>
        <p:spPr bwMode="auto">
          <a:xfrm>
            <a:off x="83058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61451" name="AutoShape 10">
            <a:extLst>
              <a:ext uri="{FF2B5EF4-FFF2-40B4-BE49-F238E27FC236}">
                <a16:creationId xmlns:a16="http://schemas.microsoft.com/office/drawing/2014/main" id="{3F220F83-7B45-49A0-9E71-CD62A77C806B}"/>
              </a:ext>
            </a:extLst>
          </p:cNvPr>
          <p:cNvSpPr>
            <a:spLocks noChangeArrowheads="1"/>
          </p:cNvSpPr>
          <p:nvPr/>
        </p:nvSpPr>
        <p:spPr bwMode="auto">
          <a:xfrm>
            <a:off x="6629400" y="3657600"/>
            <a:ext cx="457200" cy="381000"/>
          </a:xfrm>
          <a:prstGeom prst="triangle">
            <a:avLst>
              <a:gd name="adj" fmla="val 50000"/>
            </a:avLst>
          </a:prstGeom>
          <a:solidFill>
            <a:srgbClr val="FF0000"/>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61452" name="AutoShape 11">
            <a:extLst>
              <a:ext uri="{FF2B5EF4-FFF2-40B4-BE49-F238E27FC236}">
                <a16:creationId xmlns:a16="http://schemas.microsoft.com/office/drawing/2014/main" id="{0370AB22-60D3-4440-90A4-D781DB28F7F0}"/>
              </a:ext>
            </a:extLst>
          </p:cNvPr>
          <p:cNvSpPr>
            <a:spLocks noChangeArrowheads="1"/>
          </p:cNvSpPr>
          <p:nvPr/>
        </p:nvSpPr>
        <p:spPr bwMode="auto">
          <a:xfrm>
            <a:off x="60198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61453" name="AutoShape 12">
            <a:extLst>
              <a:ext uri="{FF2B5EF4-FFF2-40B4-BE49-F238E27FC236}">
                <a16:creationId xmlns:a16="http://schemas.microsoft.com/office/drawing/2014/main" id="{7C1D97A6-F1DC-4F94-BDA0-4FF18D2F64F5}"/>
              </a:ext>
            </a:extLst>
          </p:cNvPr>
          <p:cNvSpPr>
            <a:spLocks noChangeArrowheads="1"/>
          </p:cNvSpPr>
          <p:nvPr/>
        </p:nvSpPr>
        <p:spPr bwMode="auto">
          <a:xfrm>
            <a:off x="54102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61454" name="AutoShape 13">
            <a:extLst>
              <a:ext uri="{FF2B5EF4-FFF2-40B4-BE49-F238E27FC236}">
                <a16:creationId xmlns:a16="http://schemas.microsoft.com/office/drawing/2014/main" id="{8CAAC615-C281-42E5-BBF7-00D06D4DF577}"/>
              </a:ext>
            </a:extLst>
          </p:cNvPr>
          <p:cNvSpPr>
            <a:spLocks noChangeArrowheads="1"/>
          </p:cNvSpPr>
          <p:nvPr/>
        </p:nvSpPr>
        <p:spPr bwMode="auto">
          <a:xfrm>
            <a:off x="38862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61455" name="AutoShape 14">
            <a:extLst>
              <a:ext uri="{FF2B5EF4-FFF2-40B4-BE49-F238E27FC236}">
                <a16:creationId xmlns:a16="http://schemas.microsoft.com/office/drawing/2014/main" id="{EF5D712C-7CB7-400F-862F-30E22F091B0D}"/>
              </a:ext>
            </a:extLst>
          </p:cNvPr>
          <p:cNvSpPr>
            <a:spLocks noChangeArrowheads="1"/>
          </p:cNvSpPr>
          <p:nvPr/>
        </p:nvSpPr>
        <p:spPr bwMode="auto">
          <a:xfrm>
            <a:off x="32004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61456" name="AutoShape 15">
            <a:extLst>
              <a:ext uri="{FF2B5EF4-FFF2-40B4-BE49-F238E27FC236}">
                <a16:creationId xmlns:a16="http://schemas.microsoft.com/office/drawing/2014/main" id="{3F83B0E1-9D3B-4AF4-8B39-D4B80619A662}"/>
              </a:ext>
            </a:extLst>
          </p:cNvPr>
          <p:cNvSpPr>
            <a:spLocks noChangeArrowheads="1"/>
          </p:cNvSpPr>
          <p:nvPr/>
        </p:nvSpPr>
        <p:spPr bwMode="auto">
          <a:xfrm>
            <a:off x="7239000" y="3657600"/>
            <a:ext cx="457200" cy="381000"/>
          </a:xfrm>
          <a:prstGeom prst="triangle">
            <a:avLst>
              <a:gd name="adj" fmla="val 50000"/>
            </a:avLst>
          </a:prstGeom>
          <a:solidFill>
            <a:srgbClr val="FF0000"/>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61457" name="Line 16">
            <a:extLst>
              <a:ext uri="{FF2B5EF4-FFF2-40B4-BE49-F238E27FC236}">
                <a16:creationId xmlns:a16="http://schemas.microsoft.com/office/drawing/2014/main" id="{D951BF30-E57F-4F41-B086-D402DFCD441E}"/>
              </a:ext>
            </a:extLst>
          </p:cNvPr>
          <p:cNvSpPr>
            <a:spLocks noChangeShapeType="1"/>
          </p:cNvSpPr>
          <p:nvPr/>
        </p:nvSpPr>
        <p:spPr bwMode="auto">
          <a:xfrm flipH="1">
            <a:off x="3810000" y="1981200"/>
            <a:ext cx="2667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1458" name="Line 17">
            <a:extLst>
              <a:ext uri="{FF2B5EF4-FFF2-40B4-BE49-F238E27FC236}">
                <a16:creationId xmlns:a16="http://schemas.microsoft.com/office/drawing/2014/main" id="{8E24FE13-F157-4473-A8AC-C5D00ADFF5E0}"/>
              </a:ext>
            </a:extLst>
          </p:cNvPr>
          <p:cNvSpPr>
            <a:spLocks noChangeShapeType="1"/>
          </p:cNvSpPr>
          <p:nvPr/>
        </p:nvSpPr>
        <p:spPr bwMode="auto">
          <a:xfrm flipH="1">
            <a:off x="6477000" y="1981200"/>
            <a:ext cx="0" cy="609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1459" name="Line 18">
            <a:extLst>
              <a:ext uri="{FF2B5EF4-FFF2-40B4-BE49-F238E27FC236}">
                <a16:creationId xmlns:a16="http://schemas.microsoft.com/office/drawing/2014/main" id="{4B49840F-1056-4AD3-91EB-89950622BDBD}"/>
              </a:ext>
            </a:extLst>
          </p:cNvPr>
          <p:cNvSpPr>
            <a:spLocks noChangeShapeType="1"/>
          </p:cNvSpPr>
          <p:nvPr/>
        </p:nvSpPr>
        <p:spPr bwMode="auto">
          <a:xfrm>
            <a:off x="6477000" y="1981200"/>
            <a:ext cx="22860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1460" name="Line 19">
            <a:extLst>
              <a:ext uri="{FF2B5EF4-FFF2-40B4-BE49-F238E27FC236}">
                <a16:creationId xmlns:a16="http://schemas.microsoft.com/office/drawing/2014/main" id="{F1F682DE-6F07-4F2D-8CDD-A9E29AA2EE34}"/>
              </a:ext>
            </a:extLst>
          </p:cNvPr>
          <p:cNvSpPr>
            <a:spLocks noChangeShapeType="1"/>
          </p:cNvSpPr>
          <p:nvPr/>
        </p:nvSpPr>
        <p:spPr bwMode="auto">
          <a:xfrm flipH="1">
            <a:off x="3429000" y="2971800"/>
            <a:ext cx="381000" cy="685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1461" name="Line 20">
            <a:extLst>
              <a:ext uri="{FF2B5EF4-FFF2-40B4-BE49-F238E27FC236}">
                <a16:creationId xmlns:a16="http://schemas.microsoft.com/office/drawing/2014/main" id="{0B0EAF9E-5AF8-4F9E-9005-503802E005C9}"/>
              </a:ext>
            </a:extLst>
          </p:cNvPr>
          <p:cNvSpPr>
            <a:spLocks noChangeShapeType="1"/>
          </p:cNvSpPr>
          <p:nvPr/>
        </p:nvSpPr>
        <p:spPr bwMode="auto">
          <a:xfrm>
            <a:off x="3810000" y="2971800"/>
            <a:ext cx="30480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1462" name="Line 21">
            <a:extLst>
              <a:ext uri="{FF2B5EF4-FFF2-40B4-BE49-F238E27FC236}">
                <a16:creationId xmlns:a16="http://schemas.microsoft.com/office/drawing/2014/main" id="{0104F8DF-1A3A-450D-9474-45C1400E7AD6}"/>
              </a:ext>
            </a:extLst>
          </p:cNvPr>
          <p:cNvSpPr>
            <a:spLocks noChangeShapeType="1"/>
          </p:cNvSpPr>
          <p:nvPr/>
        </p:nvSpPr>
        <p:spPr bwMode="auto">
          <a:xfrm flipH="1">
            <a:off x="5638800" y="2971800"/>
            <a:ext cx="838200" cy="685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1463" name="Line 22">
            <a:extLst>
              <a:ext uri="{FF2B5EF4-FFF2-40B4-BE49-F238E27FC236}">
                <a16:creationId xmlns:a16="http://schemas.microsoft.com/office/drawing/2014/main" id="{F9BCC790-4EA3-4E41-AA73-1998841F5250}"/>
              </a:ext>
            </a:extLst>
          </p:cNvPr>
          <p:cNvSpPr>
            <a:spLocks noChangeShapeType="1"/>
          </p:cNvSpPr>
          <p:nvPr/>
        </p:nvSpPr>
        <p:spPr bwMode="auto">
          <a:xfrm flipH="1">
            <a:off x="6248400" y="2971800"/>
            <a:ext cx="22860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1464" name="Line 23">
            <a:extLst>
              <a:ext uri="{FF2B5EF4-FFF2-40B4-BE49-F238E27FC236}">
                <a16:creationId xmlns:a16="http://schemas.microsoft.com/office/drawing/2014/main" id="{7EE4CC6A-20A9-4A4B-BFF3-6AFEB56D2886}"/>
              </a:ext>
            </a:extLst>
          </p:cNvPr>
          <p:cNvSpPr>
            <a:spLocks noChangeShapeType="1"/>
          </p:cNvSpPr>
          <p:nvPr/>
        </p:nvSpPr>
        <p:spPr bwMode="auto">
          <a:xfrm>
            <a:off x="6477000" y="2971800"/>
            <a:ext cx="381000" cy="685800"/>
          </a:xfrm>
          <a:prstGeom prst="line">
            <a:avLst/>
          </a:prstGeom>
          <a:noFill/>
          <a:ln w="12700">
            <a:solidFill>
              <a:srgbClr val="FF0000"/>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1465" name="Line 24">
            <a:extLst>
              <a:ext uri="{FF2B5EF4-FFF2-40B4-BE49-F238E27FC236}">
                <a16:creationId xmlns:a16="http://schemas.microsoft.com/office/drawing/2014/main" id="{C8F49959-4143-4A44-A24B-E7D1D765074B}"/>
              </a:ext>
            </a:extLst>
          </p:cNvPr>
          <p:cNvSpPr>
            <a:spLocks noChangeShapeType="1"/>
          </p:cNvSpPr>
          <p:nvPr/>
        </p:nvSpPr>
        <p:spPr bwMode="auto">
          <a:xfrm>
            <a:off x="6477000" y="2971800"/>
            <a:ext cx="990600" cy="685800"/>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1466" name="Line 25">
            <a:extLst>
              <a:ext uri="{FF2B5EF4-FFF2-40B4-BE49-F238E27FC236}">
                <a16:creationId xmlns:a16="http://schemas.microsoft.com/office/drawing/2014/main" id="{6D8DF3B0-EE8E-4BB0-A6B9-47B86846779F}"/>
              </a:ext>
            </a:extLst>
          </p:cNvPr>
          <p:cNvSpPr>
            <a:spLocks noChangeShapeType="1"/>
          </p:cNvSpPr>
          <p:nvPr/>
        </p:nvSpPr>
        <p:spPr bwMode="auto">
          <a:xfrm flipH="1">
            <a:off x="8534400" y="2971800"/>
            <a:ext cx="228600" cy="685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1467" name="Line 26">
            <a:extLst>
              <a:ext uri="{FF2B5EF4-FFF2-40B4-BE49-F238E27FC236}">
                <a16:creationId xmlns:a16="http://schemas.microsoft.com/office/drawing/2014/main" id="{00BB9B66-FCF5-49EF-B9AA-E208375AAC55}"/>
              </a:ext>
            </a:extLst>
          </p:cNvPr>
          <p:cNvSpPr>
            <a:spLocks noChangeShapeType="1"/>
          </p:cNvSpPr>
          <p:nvPr/>
        </p:nvSpPr>
        <p:spPr bwMode="auto">
          <a:xfrm>
            <a:off x="8763000" y="2971800"/>
            <a:ext cx="381000" cy="685800"/>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1468" name="Text Box 27">
            <a:extLst>
              <a:ext uri="{FF2B5EF4-FFF2-40B4-BE49-F238E27FC236}">
                <a16:creationId xmlns:a16="http://schemas.microsoft.com/office/drawing/2014/main" id="{53003806-475B-4C2B-9C9E-AF9A74264EBA}"/>
              </a:ext>
            </a:extLst>
          </p:cNvPr>
          <p:cNvSpPr txBox="1">
            <a:spLocks noChangeArrowheads="1"/>
          </p:cNvSpPr>
          <p:nvPr/>
        </p:nvSpPr>
        <p:spPr bwMode="auto">
          <a:xfrm>
            <a:off x="7239000" y="4038601"/>
            <a:ext cx="565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100</a:t>
            </a:r>
          </a:p>
        </p:txBody>
      </p:sp>
      <p:sp>
        <p:nvSpPr>
          <p:cNvPr id="61469" name="Text Box 28">
            <a:extLst>
              <a:ext uri="{FF2B5EF4-FFF2-40B4-BE49-F238E27FC236}">
                <a16:creationId xmlns:a16="http://schemas.microsoft.com/office/drawing/2014/main" id="{EE0FCEFA-182C-45F6-8B17-D435788267F3}"/>
              </a:ext>
            </a:extLst>
          </p:cNvPr>
          <p:cNvSpPr txBox="1">
            <a:spLocks noChangeArrowheads="1"/>
          </p:cNvSpPr>
          <p:nvPr/>
        </p:nvSpPr>
        <p:spPr bwMode="auto">
          <a:xfrm>
            <a:off x="3200400" y="4038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21</a:t>
            </a:r>
          </a:p>
        </p:txBody>
      </p:sp>
      <p:sp>
        <p:nvSpPr>
          <p:cNvPr id="61470" name="Text Box 29">
            <a:extLst>
              <a:ext uri="{FF2B5EF4-FFF2-40B4-BE49-F238E27FC236}">
                <a16:creationId xmlns:a16="http://schemas.microsoft.com/office/drawing/2014/main" id="{A27217AD-913D-4F82-BAF1-36D66F17967A}"/>
              </a:ext>
            </a:extLst>
          </p:cNvPr>
          <p:cNvSpPr txBox="1">
            <a:spLocks noChangeArrowheads="1"/>
          </p:cNvSpPr>
          <p:nvPr/>
        </p:nvSpPr>
        <p:spPr bwMode="auto">
          <a:xfrm>
            <a:off x="3962400" y="40386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-3</a:t>
            </a:r>
          </a:p>
        </p:txBody>
      </p:sp>
      <p:sp>
        <p:nvSpPr>
          <p:cNvPr id="61471" name="Text Box 30">
            <a:extLst>
              <a:ext uri="{FF2B5EF4-FFF2-40B4-BE49-F238E27FC236}">
                <a16:creationId xmlns:a16="http://schemas.microsoft.com/office/drawing/2014/main" id="{0A853DA8-555A-4FDE-8166-3882D0AF7502}"/>
              </a:ext>
            </a:extLst>
          </p:cNvPr>
          <p:cNvSpPr txBox="1">
            <a:spLocks noChangeArrowheads="1"/>
          </p:cNvSpPr>
          <p:nvPr/>
        </p:nvSpPr>
        <p:spPr bwMode="auto">
          <a:xfrm>
            <a:off x="5334000" y="4038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12</a:t>
            </a:r>
          </a:p>
        </p:txBody>
      </p:sp>
      <p:sp>
        <p:nvSpPr>
          <p:cNvPr id="61472" name="Text Box 31">
            <a:extLst>
              <a:ext uri="{FF2B5EF4-FFF2-40B4-BE49-F238E27FC236}">
                <a16:creationId xmlns:a16="http://schemas.microsoft.com/office/drawing/2014/main" id="{E2FE3E6B-DCD0-449C-983C-8E58E9DAED3D}"/>
              </a:ext>
            </a:extLst>
          </p:cNvPr>
          <p:cNvSpPr txBox="1">
            <a:spLocks noChangeArrowheads="1"/>
          </p:cNvSpPr>
          <p:nvPr/>
        </p:nvSpPr>
        <p:spPr bwMode="auto">
          <a:xfrm>
            <a:off x="6019800" y="4038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-70</a:t>
            </a:r>
          </a:p>
        </p:txBody>
      </p:sp>
      <p:sp>
        <p:nvSpPr>
          <p:cNvPr id="61473" name="Text Box 32">
            <a:extLst>
              <a:ext uri="{FF2B5EF4-FFF2-40B4-BE49-F238E27FC236}">
                <a16:creationId xmlns:a16="http://schemas.microsoft.com/office/drawing/2014/main" id="{8F87A29A-9811-4659-8093-CA485FA64A38}"/>
              </a:ext>
            </a:extLst>
          </p:cNvPr>
          <p:cNvSpPr txBox="1">
            <a:spLocks noChangeArrowheads="1"/>
          </p:cNvSpPr>
          <p:nvPr/>
        </p:nvSpPr>
        <p:spPr bwMode="auto">
          <a:xfrm>
            <a:off x="6629400" y="40386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-4</a:t>
            </a:r>
          </a:p>
        </p:txBody>
      </p:sp>
      <p:sp>
        <p:nvSpPr>
          <p:cNvPr id="61474" name="Text Box 33">
            <a:extLst>
              <a:ext uri="{FF2B5EF4-FFF2-40B4-BE49-F238E27FC236}">
                <a16:creationId xmlns:a16="http://schemas.microsoft.com/office/drawing/2014/main" id="{B203BECB-113B-4965-B2F5-1422571CDE38}"/>
              </a:ext>
            </a:extLst>
          </p:cNvPr>
          <p:cNvSpPr txBox="1">
            <a:spLocks noChangeArrowheads="1"/>
          </p:cNvSpPr>
          <p:nvPr/>
        </p:nvSpPr>
        <p:spPr bwMode="auto">
          <a:xfrm>
            <a:off x="8229600" y="4038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-73</a:t>
            </a:r>
          </a:p>
        </p:txBody>
      </p:sp>
      <p:sp>
        <p:nvSpPr>
          <p:cNvPr id="61475" name="Text Box 34">
            <a:extLst>
              <a:ext uri="{FF2B5EF4-FFF2-40B4-BE49-F238E27FC236}">
                <a16:creationId xmlns:a16="http://schemas.microsoft.com/office/drawing/2014/main" id="{5D54CF10-94F2-492A-B87F-1BF3B0F8D0D8}"/>
              </a:ext>
            </a:extLst>
          </p:cNvPr>
          <p:cNvSpPr txBox="1">
            <a:spLocks noChangeArrowheads="1"/>
          </p:cNvSpPr>
          <p:nvPr/>
        </p:nvSpPr>
        <p:spPr bwMode="auto">
          <a:xfrm>
            <a:off x="8839200" y="4038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-14</a:t>
            </a:r>
          </a:p>
        </p:txBody>
      </p:sp>
      <p:sp>
        <p:nvSpPr>
          <p:cNvPr id="61476" name="Text Box 35">
            <a:extLst>
              <a:ext uri="{FF2B5EF4-FFF2-40B4-BE49-F238E27FC236}">
                <a16:creationId xmlns:a16="http://schemas.microsoft.com/office/drawing/2014/main" id="{442A54B4-2B18-4FAD-A314-912D5BB924CB}"/>
              </a:ext>
            </a:extLst>
          </p:cNvPr>
          <p:cNvSpPr txBox="1">
            <a:spLocks noChangeArrowheads="1"/>
          </p:cNvSpPr>
          <p:nvPr/>
        </p:nvSpPr>
        <p:spPr bwMode="auto">
          <a:xfrm>
            <a:off x="1736725" y="1560513"/>
            <a:ext cx="615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Max</a:t>
            </a:r>
          </a:p>
        </p:txBody>
      </p:sp>
      <p:sp>
        <p:nvSpPr>
          <p:cNvPr id="61477" name="Text Box 36">
            <a:extLst>
              <a:ext uri="{FF2B5EF4-FFF2-40B4-BE49-F238E27FC236}">
                <a16:creationId xmlns:a16="http://schemas.microsoft.com/office/drawing/2014/main" id="{F9E17645-9B30-4D8D-AFE1-E3604C359917}"/>
              </a:ext>
            </a:extLst>
          </p:cNvPr>
          <p:cNvSpPr txBox="1">
            <a:spLocks noChangeArrowheads="1"/>
          </p:cNvSpPr>
          <p:nvPr/>
        </p:nvSpPr>
        <p:spPr bwMode="auto">
          <a:xfrm>
            <a:off x="1752600" y="3810001"/>
            <a:ext cx="615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Max</a:t>
            </a:r>
          </a:p>
        </p:txBody>
      </p:sp>
      <p:sp>
        <p:nvSpPr>
          <p:cNvPr id="61478" name="Text Box 37">
            <a:extLst>
              <a:ext uri="{FF2B5EF4-FFF2-40B4-BE49-F238E27FC236}">
                <a16:creationId xmlns:a16="http://schemas.microsoft.com/office/drawing/2014/main" id="{AC81E03A-5D0D-4F8C-ABA2-A1616B8502F4}"/>
              </a:ext>
            </a:extLst>
          </p:cNvPr>
          <p:cNvSpPr txBox="1">
            <a:spLocks noChangeArrowheads="1"/>
          </p:cNvSpPr>
          <p:nvPr/>
        </p:nvSpPr>
        <p:spPr bwMode="auto">
          <a:xfrm>
            <a:off x="1752600" y="2590801"/>
            <a:ext cx="552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Min</a:t>
            </a:r>
          </a:p>
        </p:txBody>
      </p:sp>
      <p:sp>
        <p:nvSpPr>
          <p:cNvPr id="61479" name="Text Box 38">
            <a:extLst>
              <a:ext uri="{FF2B5EF4-FFF2-40B4-BE49-F238E27FC236}">
                <a16:creationId xmlns:a16="http://schemas.microsoft.com/office/drawing/2014/main" id="{CD66E6CF-3F89-4F8F-A166-9698F28C5456}"/>
              </a:ext>
            </a:extLst>
          </p:cNvPr>
          <p:cNvSpPr txBox="1">
            <a:spLocks noChangeArrowheads="1"/>
          </p:cNvSpPr>
          <p:nvPr/>
        </p:nvSpPr>
        <p:spPr bwMode="auto">
          <a:xfrm>
            <a:off x="3200400" y="26670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-3</a:t>
            </a:r>
          </a:p>
        </p:txBody>
      </p:sp>
      <p:sp>
        <p:nvSpPr>
          <p:cNvPr id="61480" name="Text Box 39">
            <a:extLst>
              <a:ext uri="{FF2B5EF4-FFF2-40B4-BE49-F238E27FC236}">
                <a16:creationId xmlns:a16="http://schemas.microsoft.com/office/drawing/2014/main" id="{8FE38F00-1635-4D04-B3F3-F209A284C1C5}"/>
              </a:ext>
            </a:extLst>
          </p:cNvPr>
          <p:cNvSpPr txBox="1">
            <a:spLocks noChangeArrowheads="1"/>
          </p:cNvSpPr>
          <p:nvPr/>
        </p:nvSpPr>
        <p:spPr bwMode="auto">
          <a:xfrm>
            <a:off x="5638800" y="16002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-3</a:t>
            </a:r>
          </a:p>
        </p:txBody>
      </p:sp>
      <p:sp>
        <p:nvSpPr>
          <p:cNvPr id="61481" name="Text Box 40">
            <a:extLst>
              <a:ext uri="{FF2B5EF4-FFF2-40B4-BE49-F238E27FC236}">
                <a16:creationId xmlns:a16="http://schemas.microsoft.com/office/drawing/2014/main" id="{BAE5AAA1-B745-4A8F-AB14-FAD98B768806}"/>
              </a:ext>
            </a:extLst>
          </p:cNvPr>
          <p:cNvSpPr txBox="1">
            <a:spLocks noChangeArrowheads="1"/>
          </p:cNvSpPr>
          <p:nvPr/>
        </p:nvSpPr>
        <p:spPr bwMode="auto">
          <a:xfrm>
            <a:off x="5638800" y="25908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-70</a:t>
            </a:r>
          </a:p>
        </p:txBody>
      </p:sp>
      <p:sp>
        <p:nvSpPr>
          <p:cNvPr id="61482" name="Text Box 41">
            <a:extLst>
              <a:ext uri="{FF2B5EF4-FFF2-40B4-BE49-F238E27FC236}">
                <a16:creationId xmlns:a16="http://schemas.microsoft.com/office/drawing/2014/main" id="{78BA4CD9-6082-49E6-8A1D-7D67CF14645B}"/>
              </a:ext>
            </a:extLst>
          </p:cNvPr>
          <p:cNvSpPr txBox="1">
            <a:spLocks noChangeArrowheads="1"/>
          </p:cNvSpPr>
          <p:nvPr/>
        </p:nvSpPr>
        <p:spPr bwMode="auto">
          <a:xfrm>
            <a:off x="8001000" y="26670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-73</a:t>
            </a:r>
          </a:p>
        </p:txBody>
      </p:sp>
    </p:spTree>
    <p:extLst>
      <p:ext uri="{BB962C8B-B14F-4D97-AF65-F5344CB8AC3E}">
        <p14:creationId xmlns:p14="http://schemas.microsoft.com/office/powerpoint/2010/main" val="300325410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3">
            <a:extLst>
              <a:ext uri="{FF2B5EF4-FFF2-40B4-BE49-F238E27FC236}">
                <a16:creationId xmlns:a16="http://schemas.microsoft.com/office/drawing/2014/main" id="{FE1BA2A1-136D-49F5-98F3-C0F958653DF3}"/>
              </a:ext>
            </a:extLst>
          </p:cNvPr>
          <p:cNvSpPr>
            <a:spLocks noGrp="1" noChangeArrowheads="1"/>
          </p:cNvSpPr>
          <p:nvPr>
            <p:ph type="title"/>
          </p:nvPr>
        </p:nvSpPr>
        <p:spPr/>
        <p:txBody>
          <a:bodyPr/>
          <a:lstStyle/>
          <a:p>
            <a:pPr eaLnBrk="1" hangingPunct="1"/>
            <a:r>
              <a:rPr lang="en-US" altLang="en-US">
                <a:latin typeface="Symbol" panose="05050102010706020507" pitchFamily="18" charset="2"/>
              </a:rPr>
              <a:t>a</a:t>
            </a:r>
            <a:r>
              <a:rPr lang="en-US" altLang="en-US"/>
              <a:t> Cut example</a:t>
            </a:r>
          </a:p>
        </p:txBody>
      </p:sp>
      <p:sp>
        <p:nvSpPr>
          <p:cNvPr id="63491" name="Rectangle 4">
            <a:extLst>
              <a:ext uri="{FF2B5EF4-FFF2-40B4-BE49-F238E27FC236}">
                <a16:creationId xmlns:a16="http://schemas.microsoft.com/office/drawing/2014/main" id="{584857B8-55E3-42AC-A173-00B0955BDF30}"/>
              </a:ext>
            </a:extLst>
          </p:cNvPr>
          <p:cNvSpPr>
            <a:spLocks noGrp="1" noChangeArrowheads="1"/>
          </p:cNvSpPr>
          <p:nvPr>
            <p:ph type="body" idx="1"/>
          </p:nvPr>
        </p:nvSpPr>
        <p:spPr>
          <a:xfrm>
            <a:off x="1981200" y="4572001"/>
            <a:ext cx="8229600" cy="1558925"/>
          </a:xfrm>
        </p:spPr>
        <p:txBody>
          <a:bodyPr/>
          <a:lstStyle/>
          <a:p>
            <a:pPr eaLnBrk="1" hangingPunct="1"/>
            <a:r>
              <a:rPr lang="en-US" altLang="en-US"/>
              <a:t>As a result, we evaluated the Max node without evaluating several of the possible paths</a:t>
            </a:r>
          </a:p>
        </p:txBody>
      </p:sp>
      <p:sp>
        <p:nvSpPr>
          <p:cNvPr id="63492" name="AutoShape 5">
            <a:extLst>
              <a:ext uri="{FF2B5EF4-FFF2-40B4-BE49-F238E27FC236}">
                <a16:creationId xmlns:a16="http://schemas.microsoft.com/office/drawing/2014/main" id="{684F8A2D-5EE2-4DDE-8B22-64364BCABCBD}"/>
              </a:ext>
            </a:extLst>
          </p:cNvPr>
          <p:cNvSpPr>
            <a:spLocks noChangeArrowheads="1"/>
          </p:cNvSpPr>
          <p:nvPr/>
        </p:nvSpPr>
        <p:spPr bwMode="auto">
          <a:xfrm>
            <a:off x="6248400" y="16002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63493" name="AutoShape 6">
            <a:extLst>
              <a:ext uri="{FF2B5EF4-FFF2-40B4-BE49-F238E27FC236}">
                <a16:creationId xmlns:a16="http://schemas.microsoft.com/office/drawing/2014/main" id="{46A01172-D23B-4238-A997-1E2F14FA77EB}"/>
              </a:ext>
            </a:extLst>
          </p:cNvPr>
          <p:cNvSpPr>
            <a:spLocks noChangeArrowheads="1"/>
          </p:cNvSpPr>
          <p:nvPr/>
        </p:nvSpPr>
        <p:spPr bwMode="auto">
          <a:xfrm rot="10800000">
            <a:off x="3581400" y="25908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63494" name="AutoShape 7">
            <a:extLst>
              <a:ext uri="{FF2B5EF4-FFF2-40B4-BE49-F238E27FC236}">
                <a16:creationId xmlns:a16="http://schemas.microsoft.com/office/drawing/2014/main" id="{A0645A80-7A04-466E-B541-F6495B6EE4A0}"/>
              </a:ext>
            </a:extLst>
          </p:cNvPr>
          <p:cNvSpPr>
            <a:spLocks noChangeArrowheads="1"/>
          </p:cNvSpPr>
          <p:nvPr/>
        </p:nvSpPr>
        <p:spPr bwMode="auto">
          <a:xfrm rot="10800000">
            <a:off x="8534400" y="25908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63495" name="AutoShape 8">
            <a:extLst>
              <a:ext uri="{FF2B5EF4-FFF2-40B4-BE49-F238E27FC236}">
                <a16:creationId xmlns:a16="http://schemas.microsoft.com/office/drawing/2014/main" id="{38CE414E-4A5F-4241-AB1B-C85FA9C88DBB}"/>
              </a:ext>
            </a:extLst>
          </p:cNvPr>
          <p:cNvSpPr>
            <a:spLocks noChangeArrowheads="1"/>
          </p:cNvSpPr>
          <p:nvPr/>
        </p:nvSpPr>
        <p:spPr bwMode="auto">
          <a:xfrm rot="10800000">
            <a:off x="6248400" y="25908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63496" name="AutoShape 9">
            <a:extLst>
              <a:ext uri="{FF2B5EF4-FFF2-40B4-BE49-F238E27FC236}">
                <a16:creationId xmlns:a16="http://schemas.microsoft.com/office/drawing/2014/main" id="{139D6943-798B-443F-BCEC-1DE0E7BF319D}"/>
              </a:ext>
            </a:extLst>
          </p:cNvPr>
          <p:cNvSpPr>
            <a:spLocks noChangeArrowheads="1"/>
          </p:cNvSpPr>
          <p:nvPr/>
        </p:nvSpPr>
        <p:spPr bwMode="auto">
          <a:xfrm>
            <a:off x="8915400" y="3657600"/>
            <a:ext cx="457200" cy="381000"/>
          </a:xfrm>
          <a:prstGeom prst="triangle">
            <a:avLst>
              <a:gd name="adj" fmla="val 50000"/>
            </a:avLst>
          </a:prstGeom>
          <a:solidFill>
            <a:srgbClr val="FF0000"/>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63497" name="AutoShape 10">
            <a:extLst>
              <a:ext uri="{FF2B5EF4-FFF2-40B4-BE49-F238E27FC236}">
                <a16:creationId xmlns:a16="http://schemas.microsoft.com/office/drawing/2014/main" id="{C05225B1-C2FC-4CF8-9054-C4001F4AD3AE}"/>
              </a:ext>
            </a:extLst>
          </p:cNvPr>
          <p:cNvSpPr>
            <a:spLocks noChangeArrowheads="1"/>
          </p:cNvSpPr>
          <p:nvPr/>
        </p:nvSpPr>
        <p:spPr bwMode="auto">
          <a:xfrm>
            <a:off x="83058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63498" name="AutoShape 11">
            <a:extLst>
              <a:ext uri="{FF2B5EF4-FFF2-40B4-BE49-F238E27FC236}">
                <a16:creationId xmlns:a16="http://schemas.microsoft.com/office/drawing/2014/main" id="{F22DBE6D-B041-4475-BBB7-33A715B9C475}"/>
              </a:ext>
            </a:extLst>
          </p:cNvPr>
          <p:cNvSpPr>
            <a:spLocks noChangeArrowheads="1"/>
          </p:cNvSpPr>
          <p:nvPr/>
        </p:nvSpPr>
        <p:spPr bwMode="auto">
          <a:xfrm>
            <a:off x="6629400" y="3657600"/>
            <a:ext cx="457200" cy="381000"/>
          </a:xfrm>
          <a:prstGeom prst="triangle">
            <a:avLst>
              <a:gd name="adj" fmla="val 50000"/>
            </a:avLst>
          </a:prstGeom>
          <a:solidFill>
            <a:srgbClr val="FF0000"/>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63499" name="AutoShape 12">
            <a:extLst>
              <a:ext uri="{FF2B5EF4-FFF2-40B4-BE49-F238E27FC236}">
                <a16:creationId xmlns:a16="http://schemas.microsoft.com/office/drawing/2014/main" id="{AEDADED3-EEC9-4936-8561-AADA9BD7BF18}"/>
              </a:ext>
            </a:extLst>
          </p:cNvPr>
          <p:cNvSpPr>
            <a:spLocks noChangeArrowheads="1"/>
          </p:cNvSpPr>
          <p:nvPr/>
        </p:nvSpPr>
        <p:spPr bwMode="auto">
          <a:xfrm>
            <a:off x="60198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63500" name="AutoShape 13">
            <a:extLst>
              <a:ext uri="{FF2B5EF4-FFF2-40B4-BE49-F238E27FC236}">
                <a16:creationId xmlns:a16="http://schemas.microsoft.com/office/drawing/2014/main" id="{5C37D3AC-8DF9-4858-9714-82D5CB28B865}"/>
              </a:ext>
            </a:extLst>
          </p:cNvPr>
          <p:cNvSpPr>
            <a:spLocks noChangeArrowheads="1"/>
          </p:cNvSpPr>
          <p:nvPr/>
        </p:nvSpPr>
        <p:spPr bwMode="auto">
          <a:xfrm>
            <a:off x="54102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63501" name="AutoShape 14">
            <a:extLst>
              <a:ext uri="{FF2B5EF4-FFF2-40B4-BE49-F238E27FC236}">
                <a16:creationId xmlns:a16="http://schemas.microsoft.com/office/drawing/2014/main" id="{2C980EC2-54D8-47B5-A941-D9A069A189A4}"/>
              </a:ext>
            </a:extLst>
          </p:cNvPr>
          <p:cNvSpPr>
            <a:spLocks noChangeArrowheads="1"/>
          </p:cNvSpPr>
          <p:nvPr/>
        </p:nvSpPr>
        <p:spPr bwMode="auto">
          <a:xfrm>
            <a:off x="38862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63502" name="AutoShape 15">
            <a:extLst>
              <a:ext uri="{FF2B5EF4-FFF2-40B4-BE49-F238E27FC236}">
                <a16:creationId xmlns:a16="http://schemas.microsoft.com/office/drawing/2014/main" id="{9E062274-A313-4A85-9DC1-2DF5835047FA}"/>
              </a:ext>
            </a:extLst>
          </p:cNvPr>
          <p:cNvSpPr>
            <a:spLocks noChangeArrowheads="1"/>
          </p:cNvSpPr>
          <p:nvPr/>
        </p:nvSpPr>
        <p:spPr bwMode="auto">
          <a:xfrm>
            <a:off x="32004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63503" name="AutoShape 16">
            <a:extLst>
              <a:ext uri="{FF2B5EF4-FFF2-40B4-BE49-F238E27FC236}">
                <a16:creationId xmlns:a16="http://schemas.microsoft.com/office/drawing/2014/main" id="{919FE5D0-FFFA-4815-BFDC-F3D985152289}"/>
              </a:ext>
            </a:extLst>
          </p:cNvPr>
          <p:cNvSpPr>
            <a:spLocks noChangeArrowheads="1"/>
          </p:cNvSpPr>
          <p:nvPr/>
        </p:nvSpPr>
        <p:spPr bwMode="auto">
          <a:xfrm>
            <a:off x="7239000" y="3657600"/>
            <a:ext cx="457200" cy="381000"/>
          </a:xfrm>
          <a:prstGeom prst="triangle">
            <a:avLst>
              <a:gd name="adj" fmla="val 50000"/>
            </a:avLst>
          </a:prstGeom>
          <a:solidFill>
            <a:srgbClr val="FF0000"/>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63504" name="Line 17">
            <a:extLst>
              <a:ext uri="{FF2B5EF4-FFF2-40B4-BE49-F238E27FC236}">
                <a16:creationId xmlns:a16="http://schemas.microsoft.com/office/drawing/2014/main" id="{ABED2776-B45B-4D37-95DE-BAC5927EB363}"/>
              </a:ext>
            </a:extLst>
          </p:cNvPr>
          <p:cNvSpPr>
            <a:spLocks noChangeShapeType="1"/>
          </p:cNvSpPr>
          <p:nvPr/>
        </p:nvSpPr>
        <p:spPr bwMode="auto">
          <a:xfrm flipH="1">
            <a:off x="3810000" y="1981200"/>
            <a:ext cx="2667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3505" name="Line 18">
            <a:extLst>
              <a:ext uri="{FF2B5EF4-FFF2-40B4-BE49-F238E27FC236}">
                <a16:creationId xmlns:a16="http://schemas.microsoft.com/office/drawing/2014/main" id="{FA0B11B5-8ECD-4996-8572-8E5718AD1581}"/>
              </a:ext>
            </a:extLst>
          </p:cNvPr>
          <p:cNvSpPr>
            <a:spLocks noChangeShapeType="1"/>
          </p:cNvSpPr>
          <p:nvPr/>
        </p:nvSpPr>
        <p:spPr bwMode="auto">
          <a:xfrm flipH="1">
            <a:off x="6477000" y="1981200"/>
            <a:ext cx="0" cy="609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3506" name="Line 19">
            <a:extLst>
              <a:ext uri="{FF2B5EF4-FFF2-40B4-BE49-F238E27FC236}">
                <a16:creationId xmlns:a16="http://schemas.microsoft.com/office/drawing/2014/main" id="{B14E88FC-7FAD-454F-98C2-922BB6717513}"/>
              </a:ext>
            </a:extLst>
          </p:cNvPr>
          <p:cNvSpPr>
            <a:spLocks noChangeShapeType="1"/>
          </p:cNvSpPr>
          <p:nvPr/>
        </p:nvSpPr>
        <p:spPr bwMode="auto">
          <a:xfrm>
            <a:off x="6477000" y="1981200"/>
            <a:ext cx="22860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3507" name="Line 20">
            <a:extLst>
              <a:ext uri="{FF2B5EF4-FFF2-40B4-BE49-F238E27FC236}">
                <a16:creationId xmlns:a16="http://schemas.microsoft.com/office/drawing/2014/main" id="{01F5ABE3-2C1D-47AB-A7CE-1A8D5BC19B19}"/>
              </a:ext>
            </a:extLst>
          </p:cNvPr>
          <p:cNvSpPr>
            <a:spLocks noChangeShapeType="1"/>
          </p:cNvSpPr>
          <p:nvPr/>
        </p:nvSpPr>
        <p:spPr bwMode="auto">
          <a:xfrm flipH="1">
            <a:off x="3429000" y="2971800"/>
            <a:ext cx="381000" cy="685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3508" name="Line 21">
            <a:extLst>
              <a:ext uri="{FF2B5EF4-FFF2-40B4-BE49-F238E27FC236}">
                <a16:creationId xmlns:a16="http://schemas.microsoft.com/office/drawing/2014/main" id="{35695CA6-D02A-4873-BE5E-DC7A1730FC15}"/>
              </a:ext>
            </a:extLst>
          </p:cNvPr>
          <p:cNvSpPr>
            <a:spLocks noChangeShapeType="1"/>
          </p:cNvSpPr>
          <p:nvPr/>
        </p:nvSpPr>
        <p:spPr bwMode="auto">
          <a:xfrm>
            <a:off x="3810000" y="2971800"/>
            <a:ext cx="30480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3509" name="Line 22">
            <a:extLst>
              <a:ext uri="{FF2B5EF4-FFF2-40B4-BE49-F238E27FC236}">
                <a16:creationId xmlns:a16="http://schemas.microsoft.com/office/drawing/2014/main" id="{64092C4E-E25E-4624-97D5-ED393FDAD282}"/>
              </a:ext>
            </a:extLst>
          </p:cNvPr>
          <p:cNvSpPr>
            <a:spLocks noChangeShapeType="1"/>
          </p:cNvSpPr>
          <p:nvPr/>
        </p:nvSpPr>
        <p:spPr bwMode="auto">
          <a:xfrm flipH="1">
            <a:off x="5638800" y="2971800"/>
            <a:ext cx="838200" cy="685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3510" name="Line 23">
            <a:extLst>
              <a:ext uri="{FF2B5EF4-FFF2-40B4-BE49-F238E27FC236}">
                <a16:creationId xmlns:a16="http://schemas.microsoft.com/office/drawing/2014/main" id="{38FA0EF2-390E-4A7F-8028-5538A12227BB}"/>
              </a:ext>
            </a:extLst>
          </p:cNvPr>
          <p:cNvSpPr>
            <a:spLocks noChangeShapeType="1"/>
          </p:cNvSpPr>
          <p:nvPr/>
        </p:nvSpPr>
        <p:spPr bwMode="auto">
          <a:xfrm flipH="1">
            <a:off x="6248400" y="2971800"/>
            <a:ext cx="22860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3511" name="Line 24">
            <a:extLst>
              <a:ext uri="{FF2B5EF4-FFF2-40B4-BE49-F238E27FC236}">
                <a16:creationId xmlns:a16="http://schemas.microsoft.com/office/drawing/2014/main" id="{7615AA17-BF0D-42D5-9BEA-06F2F5990D48}"/>
              </a:ext>
            </a:extLst>
          </p:cNvPr>
          <p:cNvSpPr>
            <a:spLocks noChangeShapeType="1"/>
          </p:cNvSpPr>
          <p:nvPr/>
        </p:nvSpPr>
        <p:spPr bwMode="auto">
          <a:xfrm>
            <a:off x="6477000" y="2971800"/>
            <a:ext cx="381000" cy="685800"/>
          </a:xfrm>
          <a:prstGeom prst="line">
            <a:avLst/>
          </a:prstGeom>
          <a:noFill/>
          <a:ln w="12700">
            <a:solidFill>
              <a:srgbClr val="FF0000"/>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3512" name="Line 25">
            <a:extLst>
              <a:ext uri="{FF2B5EF4-FFF2-40B4-BE49-F238E27FC236}">
                <a16:creationId xmlns:a16="http://schemas.microsoft.com/office/drawing/2014/main" id="{DE521944-758B-422B-9A68-2E757E3CC9F1}"/>
              </a:ext>
            </a:extLst>
          </p:cNvPr>
          <p:cNvSpPr>
            <a:spLocks noChangeShapeType="1"/>
          </p:cNvSpPr>
          <p:nvPr/>
        </p:nvSpPr>
        <p:spPr bwMode="auto">
          <a:xfrm>
            <a:off x="6477000" y="2971800"/>
            <a:ext cx="990600" cy="685800"/>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3513" name="Line 26">
            <a:extLst>
              <a:ext uri="{FF2B5EF4-FFF2-40B4-BE49-F238E27FC236}">
                <a16:creationId xmlns:a16="http://schemas.microsoft.com/office/drawing/2014/main" id="{C6DBDAD9-2CAF-4EFB-AEF6-87BA5D589D85}"/>
              </a:ext>
            </a:extLst>
          </p:cNvPr>
          <p:cNvSpPr>
            <a:spLocks noChangeShapeType="1"/>
          </p:cNvSpPr>
          <p:nvPr/>
        </p:nvSpPr>
        <p:spPr bwMode="auto">
          <a:xfrm flipH="1">
            <a:off x="8534400" y="2971800"/>
            <a:ext cx="228600" cy="685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3514" name="Line 27">
            <a:extLst>
              <a:ext uri="{FF2B5EF4-FFF2-40B4-BE49-F238E27FC236}">
                <a16:creationId xmlns:a16="http://schemas.microsoft.com/office/drawing/2014/main" id="{A2FDF49B-22E8-4DCB-9342-5F2253252906}"/>
              </a:ext>
            </a:extLst>
          </p:cNvPr>
          <p:cNvSpPr>
            <a:spLocks noChangeShapeType="1"/>
          </p:cNvSpPr>
          <p:nvPr/>
        </p:nvSpPr>
        <p:spPr bwMode="auto">
          <a:xfrm>
            <a:off x="8763000" y="2971800"/>
            <a:ext cx="381000" cy="685800"/>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3515" name="Text Box 28">
            <a:extLst>
              <a:ext uri="{FF2B5EF4-FFF2-40B4-BE49-F238E27FC236}">
                <a16:creationId xmlns:a16="http://schemas.microsoft.com/office/drawing/2014/main" id="{44996D8A-145F-4C0C-889F-0800B99B4C88}"/>
              </a:ext>
            </a:extLst>
          </p:cNvPr>
          <p:cNvSpPr txBox="1">
            <a:spLocks noChangeArrowheads="1"/>
          </p:cNvSpPr>
          <p:nvPr/>
        </p:nvSpPr>
        <p:spPr bwMode="auto">
          <a:xfrm>
            <a:off x="7239000" y="4038601"/>
            <a:ext cx="565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100</a:t>
            </a:r>
          </a:p>
        </p:txBody>
      </p:sp>
      <p:sp>
        <p:nvSpPr>
          <p:cNvPr id="63516" name="Text Box 29">
            <a:extLst>
              <a:ext uri="{FF2B5EF4-FFF2-40B4-BE49-F238E27FC236}">
                <a16:creationId xmlns:a16="http://schemas.microsoft.com/office/drawing/2014/main" id="{CCBAF256-C44D-438F-9AD9-95AC22C01AE6}"/>
              </a:ext>
            </a:extLst>
          </p:cNvPr>
          <p:cNvSpPr txBox="1">
            <a:spLocks noChangeArrowheads="1"/>
          </p:cNvSpPr>
          <p:nvPr/>
        </p:nvSpPr>
        <p:spPr bwMode="auto">
          <a:xfrm>
            <a:off x="3200400" y="4038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21</a:t>
            </a:r>
          </a:p>
        </p:txBody>
      </p:sp>
      <p:sp>
        <p:nvSpPr>
          <p:cNvPr id="63517" name="Text Box 30">
            <a:extLst>
              <a:ext uri="{FF2B5EF4-FFF2-40B4-BE49-F238E27FC236}">
                <a16:creationId xmlns:a16="http://schemas.microsoft.com/office/drawing/2014/main" id="{ECED1F2B-BC38-4125-A818-034E6E57AC99}"/>
              </a:ext>
            </a:extLst>
          </p:cNvPr>
          <p:cNvSpPr txBox="1">
            <a:spLocks noChangeArrowheads="1"/>
          </p:cNvSpPr>
          <p:nvPr/>
        </p:nvSpPr>
        <p:spPr bwMode="auto">
          <a:xfrm>
            <a:off x="3962400" y="40386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-3</a:t>
            </a:r>
          </a:p>
        </p:txBody>
      </p:sp>
      <p:sp>
        <p:nvSpPr>
          <p:cNvPr id="63518" name="Text Box 31">
            <a:extLst>
              <a:ext uri="{FF2B5EF4-FFF2-40B4-BE49-F238E27FC236}">
                <a16:creationId xmlns:a16="http://schemas.microsoft.com/office/drawing/2014/main" id="{21A8C377-5FCF-49E1-9057-17B1D10D3C2A}"/>
              </a:ext>
            </a:extLst>
          </p:cNvPr>
          <p:cNvSpPr txBox="1">
            <a:spLocks noChangeArrowheads="1"/>
          </p:cNvSpPr>
          <p:nvPr/>
        </p:nvSpPr>
        <p:spPr bwMode="auto">
          <a:xfrm>
            <a:off x="5334000" y="4038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12</a:t>
            </a:r>
          </a:p>
        </p:txBody>
      </p:sp>
      <p:sp>
        <p:nvSpPr>
          <p:cNvPr id="63519" name="Text Box 32">
            <a:extLst>
              <a:ext uri="{FF2B5EF4-FFF2-40B4-BE49-F238E27FC236}">
                <a16:creationId xmlns:a16="http://schemas.microsoft.com/office/drawing/2014/main" id="{BE10E545-C892-4BD0-B505-9FBBDD977759}"/>
              </a:ext>
            </a:extLst>
          </p:cNvPr>
          <p:cNvSpPr txBox="1">
            <a:spLocks noChangeArrowheads="1"/>
          </p:cNvSpPr>
          <p:nvPr/>
        </p:nvSpPr>
        <p:spPr bwMode="auto">
          <a:xfrm>
            <a:off x="6019800" y="4038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-70</a:t>
            </a:r>
          </a:p>
        </p:txBody>
      </p:sp>
      <p:sp>
        <p:nvSpPr>
          <p:cNvPr id="63520" name="Text Box 33">
            <a:extLst>
              <a:ext uri="{FF2B5EF4-FFF2-40B4-BE49-F238E27FC236}">
                <a16:creationId xmlns:a16="http://schemas.microsoft.com/office/drawing/2014/main" id="{DEB005DC-3375-40AD-AE0D-428618A2803F}"/>
              </a:ext>
            </a:extLst>
          </p:cNvPr>
          <p:cNvSpPr txBox="1">
            <a:spLocks noChangeArrowheads="1"/>
          </p:cNvSpPr>
          <p:nvPr/>
        </p:nvSpPr>
        <p:spPr bwMode="auto">
          <a:xfrm>
            <a:off x="6629400" y="40386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-4</a:t>
            </a:r>
          </a:p>
        </p:txBody>
      </p:sp>
      <p:sp>
        <p:nvSpPr>
          <p:cNvPr id="63521" name="Text Box 34">
            <a:extLst>
              <a:ext uri="{FF2B5EF4-FFF2-40B4-BE49-F238E27FC236}">
                <a16:creationId xmlns:a16="http://schemas.microsoft.com/office/drawing/2014/main" id="{4F5F591D-7A9A-4A00-84C7-92C5143D1BA9}"/>
              </a:ext>
            </a:extLst>
          </p:cNvPr>
          <p:cNvSpPr txBox="1">
            <a:spLocks noChangeArrowheads="1"/>
          </p:cNvSpPr>
          <p:nvPr/>
        </p:nvSpPr>
        <p:spPr bwMode="auto">
          <a:xfrm>
            <a:off x="8229600" y="4038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-73</a:t>
            </a:r>
          </a:p>
        </p:txBody>
      </p:sp>
      <p:sp>
        <p:nvSpPr>
          <p:cNvPr id="63522" name="Text Box 35">
            <a:extLst>
              <a:ext uri="{FF2B5EF4-FFF2-40B4-BE49-F238E27FC236}">
                <a16:creationId xmlns:a16="http://schemas.microsoft.com/office/drawing/2014/main" id="{4A180C2E-50A8-424C-944E-B825D3D9C46F}"/>
              </a:ext>
            </a:extLst>
          </p:cNvPr>
          <p:cNvSpPr txBox="1">
            <a:spLocks noChangeArrowheads="1"/>
          </p:cNvSpPr>
          <p:nvPr/>
        </p:nvSpPr>
        <p:spPr bwMode="auto">
          <a:xfrm>
            <a:off x="8839200" y="4038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-14</a:t>
            </a:r>
          </a:p>
        </p:txBody>
      </p:sp>
      <p:sp>
        <p:nvSpPr>
          <p:cNvPr id="63523" name="Text Box 36">
            <a:extLst>
              <a:ext uri="{FF2B5EF4-FFF2-40B4-BE49-F238E27FC236}">
                <a16:creationId xmlns:a16="http://schemas.microsoft.com/office/drawing/2014/main" id="{1AD21655-18C4-4110-9DE6-DE615A1DE637}"/>
              </a:ext>
            </a:extLst>
          </p:cNvPr>
          <p:cNvSpPr txBox="1">
            <a:spLocks noChangeArrowheads="1"/>
          </p:cNvSpPr>
          <p:nvPr/>
        </p:nvSpPr>
        <p:spPr bwMode="auto">
          <a:xfrm>
            <a:off x="1736725" y="1560513"/>
            <a:ext cx="615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Max</a:t>
            </a:r>
          </a:p>
        </p:txBody>
      </p:sp>
      <p:sp>
        <p:nvSpPr>
          <p:cNvPr id="63524" name="Text Box 37">
            <a:extLst>
              <a:ext uri="{FF2B5EF4-FFF2-40B4-BE49-F238E27FC236}">
                <a16:creationId xmlns:a16="http://schemas.microsoft.com/office/drawing/2014/main" id="{7C1FBB75-052A-495B-AFCA-5E5FC4DD9D8A}"/>
              </a:ext>
            </a:extLst>
          </p:cNvPr>
          <p:cNvSpPr txBox="1">
            <a:spLocks noChangeArrowheads="1"/>
          </p:cNvSpPr>
          <p:nvPr/>
        </p:nvSpPr>
        <p:spPr bwMode="auto">
          <a:xfrm>
            <a:off x="1752600" y="3810001"/>
            <a:ext cx="615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Max</a:t>
            </a:r>
          </a:p>
        </p:txBody>
      </p:sp>
      <p:sp>
        <p:nvSpPr>
          <p:cNvPr id="63525" name="Text Box 38">
            <a:extLst>
              <a:ext uri="{FF2B5EF4-FFF2-40B4-BE49-F238E27FC236}">
                <a16:creationId xmlns:a16="http://schemas.microsoft.com/office/drawing/2014/main" id="{9552FE82-D85B-42F6-B1F3-38ABA6741031}"/>
              </a:ext>
            </a:extLst>
          </p:cNvPr>
          <p:cNvSpPr txBox="1">
            <a:spLocks noChangeArrowheads="1"/>
          </p:cNvSpPr>
          <p:nvPr/>
        </p:nvSpPr>
        <p:spPr bwMode="auto">
          <a:xfrm>
            <a:off x="1752600" y="2590801"/>
            <a:ext cx="552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Min</a:t>
            </a:r>
          </a:p>
        </p:txBody>
      </p:sp>
      <p:sp>
        <p:nvSpPr>
          <p:cNvPr id="63526" name="Text Box 39">
            <a:extLst>
              <a:ext uri="{FF2B5EF4-FFF2-40B4-BE49-F238E27FC236}">
                <a16:creationId xmlns:a16="http://schemas.microsoft.com/office/drawing/2014/main" id="{95DEF6F1-87A5-4667-BD05-6AB56AB4F8A8}"/>
              </a:ext>
            </a:extLst>
          </p:cNvPr>
          <p:cNvSpPr txBox="1">
            <a:spLocks noChangeArrowheads="1"/>
          </p:cNvSpPr>
          <p:nvPr/>
        </p:nvSpPr>
        <p:spPr bwMode="auto">
          <a:xfrm>
            <a:off x="3200400" y="26670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-3</a:t>
            </a:r>
          </a:p>
        </p:txBody>
      </p:sp>
      <p:sp>
        <p:nvSpPr>
          <p:cNvPr id="63527" name="Text Box 40">
            <a:extLst>
              <a:ext uri="{FF2B5EF4-FFF2-40B4-BE49-F238E27FC236}">
                <a16:creationId xmlns:a16="http://schemas.microsoft.com/office/drawing/2014/main" id="{563C85DA-E579-4E3E-85D3-BA7B2B45B2AA}"/>
              </a:ext>
            </a:extLst>
          </p:cNvPr>
          <p:cNvSpPr txBox="1">
            <a:spLocks noChangeArrowheads="1"/>
          </p:cNvSpPr>
          <p:nvPr/>
        </p:nvSpPr>
        <p:spPr bwMode="auto">
          <a:xfrm>
            <a:off x="5638800" y="16002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-3</a:t>
            </a:r>
          </a:p>
        </p:txBody>
      </p:sp>
      <p:sp>
        <p:nvSpPr>
          <p:cNvPr id="63528" name="Text Box 41">
            <a:extLst>
              <a:ext uri="{FF2B5EF4-FFF2-40B4-BE49-F238E27FC236}">
                <a16:creationId xmlns:a16="http://schemas.microsoft.com/office/drawing/2014/main" id="{2BBF3810-9AB7-4324-A640-39C4C22B78AA}"/>
              </a:ext>
            </a:extLst>
          </p:cNvPr>
          <p:cNvSpPr txBox="1">
            <a:spLocks noChangeArrowheads="1"/>
          </p:cNvSpPr>
          <p:nvPr/>
        </p:nvSpPr>
        <p:spPr bwMode="auto">
          <a:xfrm>
            <a:off x="5638800" y="25908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-70</a:t>
            </a:r>
          </a:p>
        </p:txBody>
      </p:sp>
      <p:sp>
        <p:nvSpPr>
          <p:cNvPr id="63529" name="Text Box 42">
            <a:extLst>
              <a:ext uri="{FF2B5EF4-FFF2-40B4-BE49-F238E27FC236}">
                <a16:creationId xmlns:a16="http://schemas.microsoft.com/office/drawing/2014/main" id="{E78D48E9-024F-4874-895D-5E4B83788EFC}"/>
              </a:ext>
            </a:extLst>
          </p:cNvPr>
          <p:cNvSpPr txBox="1">
            <a:spLocks noChangeArrowheads="1"/>
          </p:cNvSpPr>
          <p:nvPr/>
        </p:nvSpPr>
        <p:spPr bwMode="auto">
          <a:xfrm>
            <a:off x="8001000" y="26670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-73</a:t>
            </a:r>
          </a:p>
        </p:txBody>
      </p:sp>
    </p:spTree>
    <p:extLst>
      <p:ext uri="{BB962C8B-B14F-4D97-AF65-F5344CB8AC3E}">
        <p14:creationId xmlns:p14="http://schemas.microsoft.com/office/powerpoint/2010/main" val="47509528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66B90CFF-FAA3-4271-9B5D-4F091BC278C7}"/>
              </a:ext>
            </a:extLst>
          </p:cNvPr>
          <p:cNvSpPr>
            <a:spLocks noGrp="1" noChangeArrowheads="1"/>
          </p:cNvSpPr>
          <p:nvPr>
            <p:ph type="title"/>
          </p:nvPr>
        </p:nvSpPr>
        <p:spPr/>
        <p:txBody>
          <a:bodyPr/>
          <a:lstStyle/>
          <a:p>
            <a:pPr eaLnBrk="1" hangingPunct="1"/>
            <a:r>
              <a:rPr lang="en-US" altLang="en-US">
                <a:latin typeface="Symbol" panose="05050102010706020507" pitchFamily="18" charset="2"/>
              </a:rPr>
              <a:t>b</a:t>
            </a:r>
            <a:r>
              <a:rPr lang="en-US" altLang="en-US"/>
              <a:t> cuts</a:t>
            </a:r>
          </a:p>
        </p:txBody>
      </p:sp>
      <p:sp>
        <p:nvSpPr>
          <p:cNvPr id="65539" name="Rectangle 3">
            <a:extLst>
              <a:ext uri="{FF2B5EF4-FFF2-40B4-BE49-F238E27FC236}">
                <a16:creationId xmlns:a16="http://schemas.microsoft.com/office/drawing/2014/main" id="{9E5D6AB5-78FB-458A-9747-9D73397F7AA0}"/>
              </a:ext>
            </a:extLst>
          </p:cNvPr>
          <p:cNvSpPr>
            <a:spLocks noGrp="1" noChangeArrowheads="1"/>
          </p:cNvSpPr>
          <p:nvPr>
            <p:ph type="body" idx="1"/>
          </p:nvPr>
        </p:nvSpPr>
        <p:spPr/>
        <p:txBody>
          <a:bodyPr/>
          <a:lstStyle/>
          <a:p>
            <a:pPr eaLnBrk="1" hangingPunct="1"/>
            <a:r>
              <a:rPr lang="en-US" altLang="en-US"/>
              <a:t>Similar idea to </a:t>
            </a:r>
            <a:r>
              <a:rPr lang="en-US" altLang="en-US">
                <a:latin typeface="Symbol" panose="05050102010706020507" pitchFamily="18" charset="2"/>
              </a:rPr>
              <a:t>a</a:t>
            </a:r>
            <a:r>
              <a:rPr lang="en-US" altLang="en-US"/>
              <a:t> cuts, but the other way around</a:t>
            </a:r>
          </a:p>
          <a:p>
            <a:pPr eaLnBrk="1" hangingPunct="1"/>
            <a:r>
              <a:rPr lang="en-US" altLang="en-US"/>
              <a:t>If the current minimum is less than the successor’s max value, don’t look down that max tree any more</a:t>
            </a:r>
          </a:p>
        </p:txBody>
      </p:sp>
    </p:spTree>
    <p:extLst>
      <p:ext uri="{BB962C8B-B14F-4D97-AF65-F5344CB8AC3E}">
        <p14:creationId xmlns:p14="http://schemas.microsoft.com/office/powerpoint/2010/main" val="71988690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14359FD6-EF1F-4881-A7EE-F9BB05229205}"/>
              </a:ext>
            </a:extLst>
          </p:cNvPr>
          <p:cNvSpPr>
            <a:spLocks noGrp="1" noChangeArrowheads="1"/>
          </p:cNvSpPr>
          <p:nvPr>
            <p:ph type="title"/>
          </p:nvPr>
        </p:nvSpPr>
        <p:spPr/>
        <p:txBody>
          <a:bodyPr/>
          <a:lstStyle/>
          <a:p>
            <a:pPr eaLnBrk="1" hangingPunct="1"/>
            <a:r>
              <a:rPr lang="en-US" altLang="en-US">
                <a:latin typeface="Symbol" panose="05050102010706020507" pitchFamily="18" charset="2"/>
              </a:rPr>
              <a:t>b</a:t>
            </a:r>
            <a:r>
              <a:rPr lang="en-US" altLang="en-US"/>
              <a:t> Cut example</a:t>
            </a:r>
          </a:p>
        </p:txBody>
      </p:sp>
      <p:sp>
        <p:nvSpPr>
          <p:cNvPr id="67587" name="Rectangle 3">
            <a:extLst>
              <a:ext uri="{FF2B5EF4-FFF2-40B4-BE49-F238E27FC236}">
                <a16:creationId xmlns:a16="http://schemas.microsoft.com/office/drawing/2014/main" id="{3C991596-C773-4376-96F3-9D5B374D2D2A}"/>
              </a:ext>
            </a:extLst>
          </p:cNvPr>
          <p:cNvSpPr>
            <a:spLocks noGrp="1" noChangeArrowheads="1"/>
          </p:cNvSpPr>
          <p:nvPr>
            <p:ph type="body" idx="1"/>
          </p:nvPr>
        </p:nvSpPr>
        <p:spPr>
          <a:xfrm>
            <a:off x="1981200" y="4572001"/>
            <a:ext cx="8229600" cy="1558925"/>
          </a:xfrm>
        </p:spPr>
        <p:txBody>
          <a:bodyPr/>
          <a:lstStyle/>
          <a:p>
            <a:pPr eaLnBrk="1" hangingPunct="1"/>
            <a:r>
              <a:rPr lang="en-US" altLang="en-US"/>
              <a:t>Some subtrees at second level already have values &gt; min from previous, so we can stop evaluating them.</a:t>
            </a:r>
          </a:p>
        </p:txBody>
      </p:sp>
      <p:sp>
        <p:nvSpPr>
          <p:cNvPr id="67588" name="AutoShape 11">
            <a:extLst>
              <a:ext uri="{FF2B5EF4-FFF2-40B4-BE49-F238E27FC236}">
                <a16:creationId xmlns:a16="http://schemas.microsoft.com/office/drawing/2014/main" id="{665099DB-4599-4061-9C35-2037EB6B8270}"/>
              </a:ext>
            </a:extLst>
          </p:cNvPr>
          <p:cNvSpPr>
            <a:spLocks noChangeArrowheads="1"/>
          </p:cNvSpPr>
          <p:nvPr/>
        </p:nvSpPr>
        <p:spPr bwMode="auto">
          <a:xfrm>
            <a:off x="6248400" y="25908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67589" name="AutoShape 12">
            <a:extLst>
              <a:ext uri="{FF2B5EF4-FFF2-40B4-BE49-F238E27FC236}">
                <a16:creationId xmlns:a16="http://schemas.microsoft.com/office/drawing/2014/main" id="{EF6FAC25-AE0F-4AC1-BDED-F9CF26C88418}"/>
              </a:ext>
            </a:extLst>
          </p:cNvPr>
          <p:cNvSpPr>
            <a:spLocks noChangeArrowheads="1"/>
          </p:cNvSpPr>
          <p:nvPr/>
        </p:nvSpPr>
        <p:spPr bwMode="auto">
          <a:xfrm>
            <a:off x="3581400" y="25908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67590" name="AutoShape 13">
            <a:extLst>
              <a:ext uri="{FF2B5EF4-FFF2-40B4-BE49-F238E27FC236}">
                <a16:creationId xmlns:a16="http://schemas.microsoft.com/office/drawing/2014/main" id="{3ECD6A25-E86C-4CBB-820C-A0191B6AF209}"/>
              </a:ext>
            </a:extLst>
          </p:cNvPr>
          <p:cNvSpPr>
            <a:spLocks noChangeArrowheads="1"/>
          </p:cNvSpPr>
          <p:nvPr/>
        </p:nvSpPr>
        <p:spPr bwMode="auto">
          <a:xfrm>
            <a:off x="8534400" y="25908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67591" name="Line 16">
            <a:extLst>
              <a:ext uri="{FF2B5EF4-FFF2-40B4-BE49-F238E27FC236}">
                <a16:creationId xmlns:a16="http://schemas.microsoft.com/office/drawing/2014/main" id="{299583F7-0F32-45BB-8B26-39D5B8882CE5}"/>
              </a:ext>
            </a:extLst>
          </p:cNvPr>
          <p:cNvSpPr>
            <a:spLocks noChangeShapeType="1"/>
          </p:cNvSpPr>
          <p:nvPr/>
        </p:nvSpPr>
        <p:spPr bwMode="auto">
          <a:xfrm flipH="1">
            <a:off x="3810000" y="1981200"/>
            <a:ext cx="2667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7592" name="Line 17">
            <a:extLst>
              <a:ext uri="{FF2B5EF4-FFF2-40B4-BE49-F238E27FC236}">
                <a16:creationId xmlns:a16="http://schemas.microsoft.com/office/drawing/2014/main" id="{56AA7F8B-4296-40BC-B90D-11098CE8E6CE}"/>
              </a:ext>
            </a:extLst>
          </p:cNvPr>
          <p:cNvSpPr>
            <a:spLocks noChangeShapeType="1"/>
          </p:cNvSpPr>
          <p:nvPr/>
        </p:nvSpPr>
        <p:spPr bwMode="auto">
          <a:xfrm flipH="1">
            <a:off x="6477000" y="1981200"/>
            <a:ext cx="0" cy="609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7593" name="Line 18">
            <a:extLst>
              <a:ext uri="{FF2B5EF4-FFF2-40B4-BE49-F238E27FC236}">
                <a16:creationId xmlns:a16="http://schemas.microsoft.com/office/drawing/2014/main" id="{A517204C-4BF4-4EFF-8A4B-AACE22292D74}"/>
              </a:ext>
            </a:extLst>
          </p:cNvPr>
          <p:cNvSpPr>
            <a:spLocks noChangeShapeType="1"/>
          </p:cNvSpPr>
          <p:nvPr/>
        </p:nvSpPr>
        <p:spPr bwMode="auto">
          <a:xfrm>
            <a:off x="6477000" y="1981200"/>
            <a:ext cx="22860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7594" name="Line 19">
            <a:extLst>
              <a:ext uri="{FF2B5EF4-FFF2-40B4-BE49-F238E27FC236}">
                <a16:creationId xmlns:a16="http://schemas.microsoft.com/office/drawing/2014/main" id="{23ED8B6F-27AD-4001-B684-1B07DF94C559}"/>
              </a:ext>
            </a:extLst>
          </p:cNvPr>
          <p:cNvSpPr>
            <a:spLocks noChangeShapeType="1"/>
          </p:cNvSpPr>
          <p:nvPr/>
        </p:nvSpPr>
        <p:spPr bwMode="auto">
          <a:xfrm flipH="1">
            <a:off x="3429000" y="2971800"/>
            <a:ext cx="38100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7595" name="Line 20">
            <a:extLst>
              <a:ext uri="{FF2B5EF4-FFF2-40B4-BE49-F238E27FC236}">
                <a16:creationId xmlns:a16="http://schemas.microsoft.com/office/drawing/2014/main" id="{D43E1FE3-910D-474F-B1E7-BA437B41FB8F}"/>
              </a:ext>
            </a:extLst>
          </p:cNvPr>
          <p:cNvSpPr>
            <a:spLocks noChangeShapeType="1"/>
          </p:cNvSpPr>
          <p:nvPr/>
        </p:nvSpPr>
        <p:spPr bwMode="auto">
          <a:xfrm>
            <a:off x="3810000" y="2971800"/>
            <a:ext cx="304800" cy="685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7596" name="Line 21">
            <a:extLst>
              <a:ext uri="{FF2B5EF4-FFF2-40B4-BE49-F238E27FC236}">
                <a16:creationId xmlns:a16="http://schemas.microsoft.com/office/drawing/2014/main" id="{23D7CF9B-0498-405F-A366-7E8C91E1235D}"/>
              </a:ext>
            </a:extLst>
          </p:cNvPr>
          <p:cNvSpPr>
            <a:spLocks noChangeShapeType="1"/>
          </p:cNvSpPr>
          <p:nvPr/>
        </p:nvSpPr>
        <p:spPr bwMode="auto">
          <a:xfrm flipH="1">
            <a:off x="5638800" y="2971800"/>
            <a:ext cx="838200" cy="685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7597" name="Line 22">
            <a:extLst>
              <a:ext uri="{FF2B5EF4-FFF2-40B4-BE49-F238E27FC236}">
                <a16:creationId xmlns:a16="http://schemas.microsoft.com/office/drawing/2014/main" id="{8C0D6997-F651-42A5-967C-6D64E93927AE}"/>
              </a:ext>
            </a:extLst>
          </p:cNvPr>
          <p:cNvSpPr>
            <a:spLocks noChangeShapeType="1"/>
          </p:cNvSpPr>
          <p:nvPr/>
        </p:nvSpPr>
        <p:spPr bwMode="auto">
          <a:xfrm flipH="1">
            <a:off x="6248400" y="2971800"/>
            <a:ext cx="22860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7598" name="Line 23">
            <a:extLst>
              <a:ext uri="{FF2B5EF4-FFF2-40B4-BE49-F238E27FC236}">
                <a16:creationId xmlns:a16="http://schemas.microsoft.com/office/drawing/2014/main" id="{CAD95072-2780-43CB-9144-8770B764A53E}"/>
              </a:ext>
            </a:extLst>
          </p:cNvPr>
          <p:cNvSpPr>
            <a:spLocks noChangeShapeType="1"/>
          </p:cNvSpPr>
          <p:nvPr/>
        </p:nvSpPr>
        <p:spPr bwMode="auto">
          <a:xfrm>
            <a:off x="6477000" y="2971800"/>
            <a:ext cx="381000" cy="685800"/>
          </a:xfrm>
          <a:prstGeom prst="line">
            <a:avLst/>
          </a:prstGeom>
          <a:noFill/>
          <a:ln w="12700">
            <a:solidFill>
              <a:srgbClr val="FF0000"/>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7599" name="Line 24">
            <a:extLst>
              <a:ext uri="{FF2B5EF4-FFF2-40B4-BE49-F238E27FC236}">
                <a16:creationId xmlns:a16="http://schemas.microsoft.com/office/drawing/2014/main" id="{0E38E1C6-D0B0-4C5A-97BF-664A6097D472}"/>
              </a:ext>
            </a:extLst>
          </p:cNvPr>
          <p:cNvSpPr>
            <a:spLocks noChangeShapeType="1"/>
          </p:cNvSpPr>
          <p:nvPr/>
        </p:nvSpPr>
        <p:spPr bwMode="auto">
          <a:xfrm>
            <a:off x="6477000" y="2971800"/>
            <a:ext cx="990600" cy="685800"/>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7600" name="Line 25">
            <a:extLst>
              <a:ext uri="{FF2B5EF4-FFF2-40B4-BE49-F238E27FC236}">
                <a16:creationId xmlns:a16="http://schemas.microsoft.com/office/drawing/2014/main" id="{1E7B50BC-DC6D-4751-90A7-6112525ECA00}"/>
              </a:ext>
            </a:extLst>
          </p:cNvPr>
          <p:cNvSpPr>
            <a:spLocks noChangeShapeType="1"/>
          </p:cNvSpPr>
          <p:nvPr/>
        </p:nvSpPr>
        <p:spPr bwMode="auto">
          <a:xfrm flipH="1">
            <a:off x="8534400" y="2971800"/>
            <a:ext cx="22860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7601" name="Line 26">
            <a:extLst>
              <a:ext uri="{FF2B5EF4-FFF2-40B4-BE49-F238E27FC236}">
                <a16:creationId xmlns:a16="http://schemas.microsoft.com/office/drawing/2014/main" id="{6AE18C30-8866-42FE-8579-76CADA35CDA3}"/>
              </a:ext>
            </a:extLst>
          </p:cNvPr>
          <p:cNvSpPr>
            <a:spLocks noChangeShapeType="1"/>
          </p:cNvSpPr>
          <p:nvPr/>
        </p:nvSpPr>
        <p:spPr bwMode="auto">
          <a:xfrm>
            <a:off x="8763000" y="2971800"/>
            <a:ext cx="381000" cy="685800"/>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67602" name="Text Box 27">
            <a:extLst>
              <a:ext uri="{FF2B5EF4-FFF2-40B4-BE49-F238E27FC236}">
                <a16:creationId xmlns:a16="http://schemas.microsoft.com/office/drawing/2014/main" id="{1EF52F20-170C-409E-9352-EB375AFA5A3B}"/>
              </a:ext>
            </a:extLst>
          </p:cNvPr>
          <p:cNvSpPr txBox="1">
            <a:spLocks noChangeArrowheads="1"/>
          </p:cNvSpPr>
          <p:nvPr/>
        </p:nvSpPr>
        <p:spPr bwMode="auto">
          <a:xfrm>
            <a:off x="7239000" y="4038601"/>
            <a:ext cx="565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100</a:t>
            </a:r>
          </a:p>
        </p:txBody>
      </p:sp>
      <p:sp>
        <p:nvSpPr>
          <p:cNvPr id="67603" name="Text Box 28">
            <a:extLst>
              <a:ext uri="{FF2B5EF4-FFF2-40B4-BE49-F238E27FC236}">
                <a16:creationId xmlns:a16="http://schemas.microsoft.com/office/drawing/2014/main" id="{A8755629-B9C2-4274-8D8D-5EE00F9EF8D4}"/>
              </a:ext>
            </a:extLst>
          </p:cNvPr>
          <p:cNvSpPr txBox="1">
            <a:spLocks noChangeArrowheads="1"/>
          </p:cNvSpPr>
          <p:nvPr/>
        </p:nvSpPr>
        <p:spPr bwMode="auto">
          <a:xfrm>
            <a:off x="3200400" y="4038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21</a:t>
            </a:r>
          </a:p>
        </p:txBody>
      </p:sp>
      <p:sp>
        <p:nvSpPr>
          <p:cNvPr id="67604" name="Text Box 29">
            <a:extLst>
              <a:ext uri="{FF2B5EF4-FFF2-40B4-BE49-F238E27FC236}">
                <a16:creationId xmlns:a16="http://schemas.microsoft.com/office/drawing/2014/main" id="{5CDC12F3-9E02-42F2-8133-2FCC653C3373}"/>
              </a:ext>
            </a:extLst>
          </p:cNvPr>
          <p:cNvSpPr txBox="1">
            <a:spLocks noChangeArrowheads="1"/>
          </p:cNvSpPr>
          <p:nvPr/>
        </p:nvSpPr>
        <p:spPr bwMode="auto">
          <a:xfrm>
            <a:off x="3962400" y="40386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-3</a:t>
            </a:r>
          </a:p>
        </p:txBody>
      </p:sp>
      <p:sp>
        <p:nvSpPr>
          <p:cNvPr id="67605" name="Text Box 30">
            <a:extLst>
              <a:ext uri="{FF2B5EF4-FFF2-40B4-BE49-F238E27FC236}">
                <a16:creationId xmlns:a16="http://schemas.microsoft.com/office/drawing/2014/main" id="{03F39205-1C76-4F30-A8C9-1A168D6D4D31}"/>
              </a:ext>
            </a:extLst>
          </p:cNvPr>
          <p:cNvSpPr txBox="1">
            <a:spLocks noChangeArrowheads="1"/>
          </p:cNvSpPr>
          <p:nvPr/>
        </p:nvSpPr>
        <p:spPr bwMode="auto">
          <a:xfrm>
            <a:off x="5334000" y="4038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12</a:t>
            </a:r>
          </a:p>
        </p:txBody>
      </p:sp>
      <p:sp>
        <p:nvSpPr>
          <p:cNvPr id="67606" name="Text Box 31">
            <a:extLst>
              <a:ext uri="{FF2B5EF4-FFF2-40B4-BE49-F238E27FC236}">
                <a16:creationId xmlns:a16="http://schemas.microsoft.com/office/drawing/2014/main" id="{76A8FCF7-AA65-442A-AACB-F1C1ED2BFCDF}"/>
              </a:ext>
            </a:extLst>
          </p:cNvPr>
          <p:cNvSpPr txBox="1">
            <a:spLocks noChangeArrowheads="1"/>
          </p:cNvSpPr>
          <p:nvPr/>
        </p:nvSpPr>
        <p:spPr bwMode="auto">
          <a:xfrm>
            <a:off x="6019800" y="4038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70</a:t>
            </a:r>
          </a:p>
        </p:txBody>
      </p:sp>
      <p:sp>
        <p:nvSpPr>
          <p:cNvPr id="67607" name="Text Box 32">
            <a:extLst>
              <a:ext uri="{FF2B5EF4-FFF2-40B4-BE49-F238E27FC236}">
                <a16:creationId xmlns:a16="http://schemas.microsoft.com/office/drawing/2014/main" id="{5B175843-55CA-4D9A-AEDF-3D6CC9CE4C32}"/>
              </a:ext>
            </a:extLst>
          </p:cNvPr>
          <p:cNvSpPr txBox="1">
            <a:spLocks noChangeArrowheads="1"/>
          </p:cNvSpPr>
          <p:nvPr/>
        </p:nvSpPr>
        <p:spPr bwMode="auto">
          <a:xfrm>
            <a:off x="6629400" y="40386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-4</a:t>
            </a:r>
          </a:p>
        </p:txBody>
      </p:sp>
      <p:sp>
        <p:nvSpPr>
          <p:cNvPr id="67608" name="Text Box 33">
            <a:extLst>
              <a:ext uri="{FF2B5EF4-FFF2-40B4-BE49-F238E27FC236}">
                <a16:creationId xmlns:a16="http://schemas.microsoft.com/office/drawing/2014/main" id="{876615DA-D5C8-4754-814F-53CE9B40A542}"/>
              </a:ext>
            </a:extLst>
          </p:cNvPr>
          <p:cNvSpPr txBox="1">
            <a:spLocks noChangeArrowheads="1"/>
          </p:cNvSpPr>
          <p:nvPr/>
        </p:nvSpPr>
        <p:spPr bwMode="auto">
          <a:xfrm>
            <a:off x="8229600" y="4038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73</a:t>
            </a:r>
          </a:p>
        </p:txBody>
      </p:sp>
      <p:sp>
        <p:nvSpPr>
          <p:cNvPr id="67609" name="Text Box 34">
            <a:extLst>
              <a:ext uri="{FF2B5EF4-FFF2-40B4-BE49-F238E27FC236}">
                <a16:creationId xmlns:a16="http://schemas.microsoft.com/office/drawing/2014/main" id="{C3C893C8-C033-4879-9F86-3FD50B44078D}"/>
              </a:ext>
            </a:extLst>
          </p:cNvPr>
          <p:cNvSpPr txBox="1">
            <a:spLocks noChangeArrowheads="1"/>
          </p:cNvSpPr>
          <p:nvPr/>
        </p:nvSpPr>
        <p:spPr bwMode="auto">
          <a:xfrm>
            <a:off x="8839200" y="40386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-14</a:t>
            </a:r>
          </a:p>
        </p:txBody>
      </p:sp>
      <p:sp>
        <p:nvSpPr>
          <p:cNvPr id="67610" name="Text Box 35">
            <a:extLst>
              <a:ext uri="{FF2B5EF4-FFF2-40B4-BE49-F238E27FC236}">
                <a16:creationId xmlns:a16="http://schemas.microsoft.com/office/drawing/2014/main" id="{A2FA2B4D-A3CD-44E6-87DE-F382F0CFBAA7}"/>
              </a:ext>
            </a:extLst>
          </p:cNvPr>
          <p:cNvSpPr txBox="1">
            <a:spLocks noChangeArrowheads="1"/>
          </p:cNvSpPr>
          <p:nvPr/>
        </p:nvSpPr>
        <p:spPr bwMode="auto">
          <a:xfrm>
            <a:off x="1736725" y="1560513"/>
            <a:ext cx="552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Min</a:t>
            </a:r>
          </a:p>
        </p:txBody>
      </p:sp>
      <p:sp>
        <p:nvSpPr>
          <p:cNvPr id="67611" name="Text Box 36">
            <a:extLst>
              <a:ext uri="{FF2B5EF4-FFF2-40B4-BE49-F238E27FC236}">
                <a16:creationId xmlns:a16="http://schemas.microsoft.com/office/drawing/2014/main" id="{9986FA95-1B3F-47DC-9825-53A84EB4110E}"/>
              </a:ext>
            </a:extLst>
          </p:cNvPr>
          <p:cNvSpPr txBox="1">
            <a:spLocks noChangeArrowheads="1"/>
          </p:cNvSpPr>
          <p:nvPr/>
        </p:nvSpPr>
        <p:spPr bwMode="auto">
          <a:xfrm>
            <a:off x="1752600" y="3810001"/>
            <a:ext cx="552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Min</a:t>
            </a:r>
          </a:p>
        </p:txBody>
      </p:sp>
      <p:sp>
        <p:nvSpPr>
          <p:cNvPr id="67612" name="Text Box 37">
            <a:extLst>
              <a:ext uri="{FF2B5EF4-FFF2-40B4-BE49-F238E27FC236}">
                <a16:creationId xmlns:a16="http://schemas.microsoft.com/office/drawing/2014/main" id="{2EECB489-E016-494E-8BD2-2E8FE778883A}"/>
              </a:ext>
            </a:extLst>
          </p:cNvPr>
          <p:cNvSpPr txBox="1">
            <a:spLocks noChangeArrowheads="1"/>
          </p:cNvSpPr>
          <p:nvPr/>
        </p:nvSpPr>
        <p:spPr bwMode="auto">
          <a:xfrm>
            <a:off x="1752600" y="2590801"/>
            <a:ext cx="615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Max</a:t>
            </a:r>
          </a:p>
        </p:txBody>
      </p:sp>
      <p:sp>
        <p:nvSpPr>
          <p:cNvPr id="67613" name="Text Box 38">
            <a:extLst>
              <a:ext uri="{FF2B5EF4-FFF2-40B4-BE49-F238E27FC236}">
                <a16:creationId xmlns:a16="http://schemas.microsoft.com/office/drawing/2014/main" id="{8BA31EE2-C279-4CA0-BF24-0C7E2C623E60}"/>
              </a:ext>
            </a:extLst>
          </p:cNvPr>
          <p:cNvSpPr txBox="1">
            <a:spLocks noChangeArrowheads="1"/>
          </p:cNvSpPr>
          <p:nvPr/>
        </p:nvSpPr>
        <p:spPr bwMode="auto">
          <a:xfrm>
            <a:off x="3200400" y="26670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21</a:t>
            </a:r>
          </a:p>
        </p:txBody>
      </p:sp>
      <p:sp>
        <p:nvSpPr>
          <p:cNvPr id="67614" name="Text Box 39">
            <a:extLst>
              <a:ext uri="{FF2B5EF4-FFF2-40B4-BE49-F238E27FC236}">
                <a16:creationId xmlns:a16="http://schemas.microsoft.com/office/drawing/2014/main" id="{1A131093-9164-4532-85DD-B3A7E45728B0}"/>
              </a:ext>
            </a:extLst>
          </p:cNvPr>
          <p:cNvSpPr txBox="1">
            <a:spLocks noChangeArrowheads="1"/>
          </p:cNvSpPr>
          <p:nvPr/>
        </p:nvSpPr>
        <p:spPr bwMode="auto">
          <a:xfrm>
            <a:off x="5638800" y="16002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21</a:t>
            </a:r>
          </a:p>
        </p:txBody>
      </p:sp>
      <p:sp>
        <p:nvSpPr>
          <p:cNvPr id="67615" name="Text Box 40">
            <a:extLst>
              <a:ext uri="{FF2B5EF4-FFF2-40B4-BE49-F238E27FC236}">
                <a16:creationId xmlns:a16="http://schemas.microsoft.com/office/drawing/2014/main" id="{D704533D-7B36-4381-84BC-12A1238385B8}"/>
              </a:ext>
            </a:extLst>
          </p:cNvPr>
          <p:cNvSpPr txBox="1">
            <a:spLocks noChangeArrowheads="1"/>
          </p:cNvSpPr>
          <p:nvPr/>
        </p:nvSpPr>
        <p:spPr bwMode="auto">
          <a:xfrm>
            <a:off x="5638800" y="26670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70</a:t>
            </a:r>
          </a:p>
        </p:txBody>
      </p:sp>
      <p:sp>
        <p:nvSpPr>
          <p:cNvPr id="67616" name="Text Box 41">
            <a:extLst>
              <a:ext uri="{FF2B5EF4-FFF2-40B4-BE49-F238E27FC236}">
                <a16:creationId xmlns:a16="http://schemas.microsoft.com/office/drawing/2014/main" id="{781D9DBD-B9AE-41E8-9095-14084B85B5BF}"/>
              </a:ext>
            </a:extLst>
          </p:cNvPr>
          <p:cNvSpPr txBox="1">
            <a:spLocks noChangeArrowheads="1"/>
          </p:cNvSpPr>
          <p:nvPr/>
        </p:nvSpPr>
        <p:spPr bwMode="auto">
          <a:xfrm>
            <a:off x="8001000" y="26670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73</a:t>
            </a:r>
          </a:p>
        </p:txBody>
      </p:sp>
      <p:sp>
        <p:nvSpPr>
          <p:cNvPr id="67617" name="AutoShape 42">
            <a:extLst>
              <a:ext uri="{FF2B5EF4-FFF2-40B4-BE49-F238E27FC236}">
                <a16:creationId xmlns:a16="http://schemas.microsoft.com/office/drawing/2014/main" id="{EA13A4D3-6C73-441F-99FE-E38F844BE045}"/>
              </a:ext>
            </a:extLst>
          </p:cNvPr>
          <p:cNvSpPr>
            <a:spLocks noChangeArrowheads="1"/>
          </p:cNvSpPr>
          <p:nvPr/>
        </p:nvSpPr>
        <p:spPr bwMode="auto">
          <a:xfrm rot="10800000">
            <a:off x="6248400" y="16002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67618" name="AutoShape 43">
            <a:extLst>
              <a:ext uri="{FF2B5EF4-FFF2-40B4-BE49-F238E27FC236}">
                <a16:creationId xmlns:a16="http://schemas.microsoft.com/office/drawing/2014/main" id="{02EFE428-6BA3-4F5F-A545-E4ED0C2AB5A6}"/>
              </a:ext>
            </a:extLst>
          </p:cNvPr>
          <p:cNvSpPr>
            <a:spLocks noChangeArrowheads="1"/>
          </p:cNvSpPr>
          <p:nvPr/>
        </p:nvSpPr>
        <p:spPr bwMode="auto">
          <a:xfrm rot="10800000">
            <a:off x="7239000" y="3657600"/>
            <a:ext cx="457200" cy="381000"/>
          </a:xfrm>
          <a:prstGeom prst="triangle">
            <a:avLst>
              <a:gd name="adj" fmla="val 50000"/>
            </a:avLst>
          </a:prstGeom>
          <a:solidFill>
            <a:srgbClr val="FF0000"/>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67619" name="AutoShape 44">
            <a:extLst>
              <a:ext uri="{FF2B5EF4-FFF2-40B4-BE49-F238E27FC236}">
                <a16:creationId xmlns:a16="http://schemas.microsoft.com/office/drawing/2014/main" id="{284C936F-0273-4090-8DB0-4F72A2E92BB2}"/>
              </a:ext>
            </a:extLst>
          </p:cNvPr>
          <p:cNvSpPr>
            <a:spLocks noChangeArrowheads="1"/>
          </p:cNvSpPr>
          <p:nvPr/>
        </p:nvSpPr>
        <p:spPr bwMode="auto">
          <a:xfrm rot="10800000">
            <a:off x="6629400" y="3657600"/>
            <a:ext cx="457200" cy="381000"/>
          </a:xfrm>
          <a:prstGeom prst="triangle">
            <a:avLst>
              <a:gd name="adj" fmla="val 50000"/>
            </a:avLst>
          </a:prstGeom>
          <a:solidFill>
            <a:srgbClr val="FF0000"/>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67620" name="AutoShape 45">
            <a:extLst>
              <a:ext uri="{FF2B5EF4-FFF2-40B4-BE49-F238E27FC236}">
                <a16:creationId xmlns:a16="http://schemas.microsoft.com/office/drawing/2014/main" id="{3B0226B5-7082-47FA-9343-505119FF3C5A}"/>
              </a:ext>
            </a:extLst>
          </p:cNvPr>
          <p:cNvSpPr>
            <a:spLocks noChangeArrowheads="1"/>
          </p:cNvSpPr>
          <p:nvPr/>
        </p:nvSpPr>
        <p:spPr bwMode="auto">
          <a:xfrm rot="10800000">
            <a:off x="32004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67621" name="AutoShape 46">
            <a:extLst>
              <a:ext uri="{FF2B5EF4-FFF2-40B4-BE49-F238E27FC236}">
                <a16:creationId xmlns:a16="http://schemas.microsoft.com/office/drawing/2014/main" id="{5C12E034-FC00-458E-AFEE-C01DC2E93D6C}"/>
              </a:ext>
            </a:extLst>
          </p:cNvPr>
          <p:cNvSpPr>
            <a:spLocks noChangeArrowheads="1"/>
          </p:cNvSpPr>
          <p:nvPr/>
        </p:nvSpPr>
        <p:spPr bwMode="auto">
          <a:xfrm rot="10800000">
            <a:off x="38862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67622" name="AutoShape 47">
            <a:extLst>
              <a:ext uri="{FF2B5EF4-FFF2-40B4-BE49-F238E27FC236}">
                <a16:creationId xmlns:a16="http://schemas.microsoft.com/office/drawing/2014/main" id="{5B88D9D2-D152-4C69-A3D2-6BE7D6C59A12}"/>
              </a:ext>
            </a:extLst>
          </p:cNvPr>
          <p:cNvSpPr>
            <a:spLocks noChangeArrowheads="1"/>
          </p:cNvSpPr>
          <p:nvPr/>
        </p:nvSpPr>
        <p:spPr bwMode="auto">
          <a:xfrm rot="10800000">
            <a:off x="60198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67623" name="AutoShape 48">
            <a:extLst>
              <a:ext uri="{FF2B5EF4-FFF2-40B4-BE49-F238E27FC236}">
                <a16:creationId xmlns:a16="http://schemas.microsoft.com/office/drawing/2014/main" id="{A09FA0B4-00B1-407A-82D6-A88B72925321}"/>
              </a:ext>
            </a:extLst>
          </p:cNvPr>
          <p:cNvSpPr>
            <a:spLocks noChangeArrowheads="1"/>
          </p:cNvSpPr>
          <p:nvPr/>
        </p:nvSpPr>
        <p:spPr bwMode="auto">
          <a:xfrm rot="10800000">
            <a:off x="53340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67624" name="AutoShape 49">
            <a:extLst>
              <a:ext uri="{FF2B5EF4-FFF2-40B4-BE49-F238E27FC236}">
                <a16:creationId xmlns:a16="http://schemas.microsoft.com/office/drawing/2014/main" id="{FFFF4B4D-48B7-47C0-9D48-632407250382}"/>
              </a:ext>
            </a:extLst>
          </p:cNvPr>
          <p:cNvSpPr>
            <a:spLocks noChangeArrowheads="1"/>
          </p:cNvSpPr>
          <p:nvPr/>
        </p:nvSpPr>
        <p:spPr bwMode="auto">
          <a:xfrm rot="10800000">
            <a:off x="8915400" y="3657600"/>
            <a:ext cx="457200" cy="381000"/>
          </a:xfrm>
          <a:prstGeom prst="triangle">
            <a:avLst>
              <a:gd name="adj" fmla="val 50000"/>
            </a:avLst>
          </a:prstGeom>
          <a:solidFill>
            <a:srgbClr val="FF0000"/>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67625" name="AutoShape 50">
            <a:extLst>
              <a:ext uri="{FF2B5EF4-FFF2-40B4-BE49-F238E27FC236}">
                <a16:creationId xmlns:a16="http://schemas.microsoft.com/office/drawing/2014/main" id="{2E85DFA6-8EEB-4691-A288-A959111E33A8}"/>
              </a:ext>
            </a:extLst>
          </p:cNvPr>
          <p:cNvSpPr>
            <a:spLocks noChangeArrowheads="1"/>
          </p:cNvSpPr>
          <p:nvPr/>
        </p:nvSpPr>
        <p:spPr bwMode="auto">
          <a:xfrm rot="10800000">
            <a:off x="83058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Tree>
    <p:extLst>
      <p:ext uri="{BB962C8B-B14F-4D97-AF65-F5344CB8AC3E}">
        <p14:creationId xmlns:p14="http://schemas.microsoft.com/office/powerpoint/2010/main" val="242339680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itle 1">
            <a:extLst>
              <a:ext uri="{FF2B5EF4-FFF2-40B4-BE49-F238E27FC236}">
                <a16:creationId xmlns:a16="http://schemas.microsoft.com/office/drawing/2014/main" id="{B4201BB9-227B-43FD-8E15-894EF4D8332A}"/>
              </a:ext>
            </a:extLst>
          </p:cNvPr>
          <p:cNvSpPr>
            <a:spLocks noGrp="1" noChangeArrowheads="1"/>
          </p:cNvSpPr>
          <p:nvPr>
            <p:ph type="title"/>
          </p:nvPr>
        </p:nvSpPr>
        <p:spPr/>
        <p:txBody>
          <a:bodyPr/>
          <a:lstStyle/>
          <a:p>
            <a:r>
              <a:rPr lang="en-IN" altLang="en-US"/>
              <a:t>Move Ordering in Pruning</a:t>
            </a:r>
            <a:br>
              <a:rPr lang="en-IN" altLang="en-US"/>
            </a:br>
            <a:endParaRPr lang="en-IN" altLang="en-US"/>
          </a:p>
        </p:txBody>
      </p:sp>
      <p:sp>
        <p:nvSpPr>
          <p:cNvPr id="106499" name="Content Placeholder 2">
            <a:extLst>
              <a:ext uri="{FF2B5EF4-FFF2-40B4-BE49-F238E27FC236}">
                <a16:creationId xmlns:a16="http://schemas.microsoft.com/office/drawing/2014/main" id="{310C1588-0986-4197-ACB9-74A3E0CBEC02}"/>
              </a:ext>
            </a:extLst>
          </p:cNvPr>
          <p:cNvSpPr>
            <a:spLocks noGrp="1" noChangeArrowheads="1"/>
          </p:cNvSpPr>
          <p:nvPr>
            <p:ph idx="1"/>
          </p:nvPr>
        </p:nvSpPr>
        <p:spPr>
          <a:xfrm>
            <a:off x="1638300" y="1417638"/>
            <a:ext cx="8229600" cy="4411662"/>
          </a:xfrm>
        </p:spPr>
        <p:txBody>
          <a:bodyPr/>
          <a:lstStyle/>
          <a:p>
            <a:pPr algn="just"/>
            <a:r>
              <a:rPr lang="en-US" altLang="en-US" sz="2400" b="1"/>
              <a:t>Worst Ordering</a:t>
            </a:r>
            <a:r>
              <a:rPr lang="en-US" altLang="en-US" sz="2400"/>
              <a:t>:  In some cases of alpha beta pruning none of the node pruned by the algorithm and works like standard minimax algorithm. This consumes a lot of time as because of alpha and beta factors and also not gives any effective results. This is called Worst ordering in pruning. In this case, the best move occurs on the right side of the tree.</a:t>
            </a:r>
          </a:p>
          <a:p>
            <a:pPr algn="just"/>
            <a:r>
              <a:rPr lang="en-US" altLang="en-US" sz="2400" b="1"/>
              <a:t>Ideal Ordering</a:t>
            </a:r>
            <a:r>
              <a:rPr lang="en-US" altLang="en-US" sz="2400"/>
              <a:t>: In some cases of alpha beta pruning lot of the nodes pruned by the algorithm. This is called Ideal ordering in pruning. In this case, the best move occurs on the left side of the tree. We apply DFS hence it first search left of the tree and go deep twice as minimax algorithm in the same amount of time.</a:t>
            </a:r>
          </a:p>
          <a:p>
            <a:pPr algn="just"/>
            <a:endParaRPr lang="en-IN" altLang="en-US" sz="2400"/>
          </a:p>
        </p:txBody>
      </p:sp>
    </p:spTree>
    <p:extLst>
      <p:ext uri="{BB962C8B-B14F-4D97-AF65-F5344CB8AC3E}">
        <p14:creationId xmlns:p14="http://schemas.microsoft.com/office/powerpoint/2010/main" val="211871298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itle 1">
            <a:extLst>
              <a:ext uri="{FF2B5EF4-FFF2-40B4-BE49-F238E27FC236}">
                <a16:creationId xmlns:a16="http://schemas.microsoft.com/office/drawing/2014/main" id="{1661B624-B8A9-47AC-92EC-F78D2CF75A96}"/>
              </a:ext>
            </a:extLst>
          </p:cNvPr>
          <p:cNvSpPr>
            <a:spLocks noGrp="1" noChangeArrowheads="1"/>
          </p:cNvSpPr>
          <p:nvPr>
            <p:ph type="title"/>
          </p:nvPr>
        </p:nvSpPr>
        <p:spPr/>
        <p:txBody>
          <a:bodyPr/>
          <a:lstStyle/>
          <a:p>
            <a:r>
              <a:rPr lang="en-US" altLang="en-US"/>
              <a:t>Rules to find Good ordering</a:t>
            </a:r>
            <a:br>
              <a:rPr lang="en-US" altLang="en-US"/>
            </a:br>
            <a:endParaRPr lang="en-IN" altLang="en-US"/>
          </a:p>
        </p:txBody>
      </p:sp>
      <p:sp>
        <p:nvSpPr>
          <p:cNvPr id="107523" name="Content Placeholder 2">
            <a:extLst>
              <a:ext uri="{FF2B5EF4-FFF2-40B4-BE49-F238E27FC236}">
                <a16:creationId xmlns:a16="http://schemas.microsoft.com/office/drawing/2014/main" id="{10E96FDA-11DA-4E96-AE76-2BF01037D89F}"/>
              </a:ext>
            </a:extLst>
          </p:cNvPr>
          <p:cNvSpPr>
            <a:spLocks noGrp="1" noChangeArrowheads="1"/>
          </p:cNvSpPr>
          <p:nvPr>
            <p:ph idx="1"/>
          </p:nvPr>
        </p:nvSpPr>
        <p:spPr/>
        <p:txBody>
          <a:bodyPr/>
          <a:lstStyle/>
          <a:p>
            <a:r>
              <a:rPr lang="en-US" altLang="en-US"/>
              <a:t>The best move happens from the lowest node</a:t>
            </a:r>
          </a:p>
          <a:p>
            <a:r>
              <a:rPr lang="en-US" altLang="en-US"/>
              <a:t>Use domain knowledge while finding the best move</a:t>
            </a:r>
          </a:p>
          <a:p>
            <a:r>
              <a:rPr lang="en-US" altLang="en-US"/>
              <a:t>Order of nodes should be in such a way that the best nodes will be computed first</a:t>
            </a:r>
          </a:p>
          <a:p>
            <a:endParaRPr lang="en-IN" altLang="en-US"/>
          </a:p>
        </p:txBody>
      </p:sp>
    </p:spTree>
    <p:extLst>
      <p:ext uri="{BB962C8B-B14F-4D97-AF65-F5344CB8AC3E}">
        <p14:creationId xmlns:p14="http://schemas.microsoft.com/office/powerpoint/2010/main" val="300297608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E1F6854D-8874-431F-9874-D8D21F49E5EB}"/>
              </a:ext>
            </a:extLst>
          </p:cNvPr>
          <p:cNvSpPr>
            <a:spLocks noGrp="1" noChangeArrowheads="1"/>
          </p:cNvSpPr>
          <p:nvPr>
            <p:ph type="title"/>
          </p:nvPr>
        </p:nvSpPr>
        <p:spPr/>
        <p:txBody>
          <a:bodyPr/>
          <a:lstStyle/>
          <a:p>
            <a:pPr eaLnBrk="1" hangingPunct="1"/>
            <a:r>
              <a:rPr lang="en-US" altLang="en-US">
                <a:latin typeface="Symbol" panose="05050102010706020507" pitchFamily="18" charset="2"/>
              </a:rPr>
              <a:t>a</a:t>
            </a:r>
            <a:r>
              <a:rPr lang="en-US" altLang="en-US"/>
              <a:t>-</a:t>
            </a:r>
            <a:r>
              <a:rPr lang="en-US" altLang="en-US">
                <a:latin typeface="Symbol" panose="05050102010706020507" pitchFamily="18" charset="2"/>
              </a:rPr>
              <a:t>b</a:t>
            </a:r>
            <a:r>
              <a:rPr lang="en-US" altLang="en-US"/>
              <a:t> Pruning</a:t>
            </a:r>
          </a:p>
        </p:txBody>
      </p:sp>
      <p:sp>
        <p:nvSpPr>
          <p:cNvPr id="69635" name="Rectangle 3">
            <a:extLst>
              <a:ext uri="{FF2B5EF4-FFF2-40B4-BE49-F238E27FC236}">
                <a16:creationId xmlns:a16="http://schemas.microsoft.com/office/drawing/2014/main" id="{53D1ECD2-9E29-40D2-A7D7-C797682043CD}"/>
              </a:ext>
            </a:extLst>
          </p:cNvPr>
          <p:cNvSpPr>
            <a:spLocks noGrp="1" noChangeArrowheads="1"/>
          </p:cNvSpPr>
          <p:nvPr>
            <p:ph type="body" idx="1"/>
          </p:nvPr>
        </p:nvSpPr>
        <p:spPr/>
        <p:txBody>
          <a:bodyPr/>
          <a:lstStyle/>
          <a:p>
            <a:pPr eaLnBrk="1" hangingPunct="1"/>
            <a:r>
              <a:rPr lang="en-US" altLang="en-US"/>
              <a:t>Pruning by these cuts does not affect final result</a:t>
            </a:r>
          </a:p>
          <a:p>
            <a:pPr lvl="1" eaLnBrk="1" hangingPunct="1"/>
            <a:r>
              <a:rPr lang="en-US" altLang="en-US"/>
              <a:t>May allow you to go much deeper in tree</a:t>
            </a:r>
          </a:p>
          <a:p>
            <a:pPr eaLnBrk="1" hangingPunct="1"/>
            <a:r>
              <a:rPr lang="en-US" altLang="en-US"/>
              <a:t>“Good” ordering of moves can make this pruning much more efficient</a:t>
            </a:r>
          </a:p>
          <a:p>
            <a:pPr lvl="1" eaLnBrk="1" hangingPunct="1"/>
            <a:r>
              <a:rPr lang="en-US" altLang="en-US"/>
              <a:t>Evaluating “best” branch first yields better likelihood of pruning later branches</a:t>
            </a:r>
          </a:p>
          <a:p>
            <a:pPr lvl="1" eaLnBrk="1" hangingPunct="1"/>
            <a:r>
              <a:rPr lang="en-US" altLang="en-US"/>
              <a:t>Perfect ordering reduces time to </a:t>
            </a:r>
            <a:r>
              <a:rPr lang="en-US" altLang="en-US" i="1"/>
              <a:t>b</a:t>
            </a:r>
            <a:r>
              <a:rPr lang="en-US" altLang="en-US" i="1" baseline="30000"/>
              <a:t>m</a:t>
            </a:r>
            <a:r>
              <a:rPr lang="en-US" altLang="en-US" baseline="30000"/>
              <a:t>/2</a:t>
            </a:r>
          </a:p>
          <a:p>
            <a:pPr marL="1143000" lvl="2" indent="-228600" eaLnBrk="1" hangingPunct="1"/>
            <a:r>
              <a:rPr lang="en-US" altLang="en-US"/>
              <a:t>i.e., doubles the depth you can search to!</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B88E0CE8-6037-4C4C-8BD3-28F658417708}"/>
              </a:ext>
            </a:extLst>
          </p:cNvPr>
          <p:cNvSpPr>
            <a:spLocks noGrp="1" noChangeArrowheads="1"/>
          </p:cNvSpPr>
          <p:nvPr>
            <p:ph type="title"/>
          </p:nvPr>
        </p:nvSpPr>
        <p:spPr/>
        <p:txBody>
          <a:bodyPr/>
          <a:lstStyle/>
          <a:p>
            <a:pPr eaLnBrk="1" hangingPunct="1"/>
            <a:r>
              <a:rPr lang="en-US" altLang="en-US">
                <a:latin typeface="Symbol" panose="05050102010706020507" pitchFamily="18" charset="2"/>
              </a:rPr>
              <a:t>a</a:t>
            </a:r>
            <a:r>
              <a:rPr lang="en-US" altLang="en-US"/>
              <a:t>-</a:t>
            </a:r>
            <a:r>
              <a:rPr lang="en-US" altLang="en-US">
                <a:latin typeface="Symbol" panose="05050102010706020507" pitchFamily="18" charset="2"/>
              </a:rPr>
              <a:t>b</a:t>
            </a:r>
            <a:r>
              <a:rPr lang="en-US" altLang="en-US"/>
              <a:t> Pruning</a:t>
            </a:r>
          </a:p>
        </p:txBody>
      </p:sp>
      <p:sp>
        <p:nvSpPr>
          <p:cNvPr id="71683" name="Rectangle 3">
            <a:extLst>
              <a:ext uri="{FF2B5EF4-FFF2-40B4-BE49-F238E27FC236}">
                <a16:creationId xmlns:a16="http://schemas.microsoft.com/office/drawing/2014/main" id="{7323792A-B15C-4C3A-8AA2-E7CEBE046152}"/>
              </a:ext>
            </a:extLst>
          </p:cNvPr>
          <p:cNvSpPr>
            <a:spLocks noGrp="1" noChangeArrowheads="1"/>
          </p:cNvSpPr>
          <p:nvPr>
            <p:ph type="body" idx="1"/>
          </p:nvPr>
        </p:nvSpPr>
        <p:spPr/>
        <p:txBody>
          <a:bodyPr/>
          <a:lstStyle/>
          <a:p>
            <a:pPr eaLnBrk="1" hangingPunct="1"/>
            <a:r>
              <a:rPr lang="en-US" altLang="en-US"/>
              <a:t>Can store information along an entire </a:t>
            </a:r>
            <a:r>
              <a:rPr lang="en-US" altLang="en-US" i="1"/>
              <a:t>path</a:t>
            </a:r>
            <a:r>
              <a:rPr lang="en-US" altLang="en-US"/>
              <a:t>, not just at most recent levels!</a:t>
            </a:r>
          </a:p>
          <a:p>
            <a:pPr eaLnBrk="1" hangingPunct="1"/>
            <a:r>
              <a:rPr lang="en-US" altLang="en-US"/>
              <a:t>Keep along the path:</a:t>
            </a:r>
          </a:p>
          <a:p>
            <a:pPr lvl="1" eaLnBrk="1" hangingPunct="1"/>
            <a:r>
              <a:rPr lang="en-US" altLang="en-US">
                <a:latin typeface="Symbol" panose="05050102010706020507" pitchFamily="18" charset="2"/>
              </a:rPr>
              <a:t>a</a:t>
            </a:r>
            <a:r>
              <a:rPr lang="en-US" altLang="en-US"/>
              <a:t>: best MAX value found on this path </a:t>
            </a:r>
          </a:p>
          <a:p>
            <a:pPr lvl="1" eaLnBrk="1" hangingPunct="1">
              <a:buFont typeface="Wingdings" panose="05000000000000000000" pitchFamily="2" charset="2"/>
              <a:buNone/>
            </a:pPr>
            <a:r>
              <a:rPr lang="en-US" altLang="en-US"/>
              <a:t>	(initialize to most negative utility value)</a:t>
            </a:r>
          </a:p>
          <a:p>
            <a:pPr lvl="1" eaLnBrk="1" hangingPunct="1"/>
            <a:r>
              <a:rPr lang="en-US" altLang="en-US">
                <a:latin typeface="Symbol" panose="05050102010706020507" pitchFamily="18" charset="2"/>
              </a:rPr>
              <a:t>b</a:t>
            </a:r>
            <a:r>
              <a:rPr lang="en-US" altLang="en-US"/>
              <a:t>: best MIN value found on this path </a:t>
            </a:r>
          </a:p>
          <a:p>
            <a:pPr lvl="1" eaLnBrk="1" hangingPunct="1">
              <a:buFont typeface="Wingdings" panose="05000000000000000000" pitchFamily="2" charset="2"/>
              <a:buNone/>
            </a:pPr>
            <a:r>
              <a:rPr lang="en-US" altLang="en-US"/>
              <a:t>	(initialize to most positive utility value)</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FB6A1BEC-7449-4695-8756-3088CA5B9625}"/>
              </a:ext>
            </a:extLst>
          </p:cNvPr>
          <p:cNvSpPr>
            <a:spLocks noGrp="1" noChangeArrowheads="1"/>
          </p:cNvSpPr>
          <p:nvPr>
            <p:ph type="title"/>
          </p:nvPr>
        </p:nvSpPr>
        <p:spPr/>
        <p:txBody>
          <a:bodyPr/>
          <a:lstStyle/>
          <a:p>
            <a:pPr eaLnBrk="1" hangingPunct="1"/>
            <a:r>
              <a:rPr lang="en-US" altLang="en-US"/>
              <a:t>Pruning at MAX node</a:t>
            </a:r>
          </a:p>
        </p:txBody>
      </p:sp>
      <p:sp>
        <p:nvSpPr>
          <p:cNvPr id="73731" name="Rectangle 3">
            <a:extLst>
              <a:ext uri="{FF2B5EF4-FFF2-40B4-BE49-F238E27FC236}">
                <a16:creationId xmlns:a16="http://schemas.microsoft.com/office/drawing/2014/main" id="{001A921E-0CED-4127-9DAB-0AF89D20A8E3}"/>
              </a:ext>
            </a:extLst>
          </p:cNvPr>
          <p:cNvSpPr>
            <a:spLocks noGrp="1" noChangeArrowheads="1"/>
          </p:cNvSpPr>
          <p:nvPr>
            <p:ph type="body" idx="1"/>
          </p:nvPr>
        </p:nvSpPr>
        <p:spPr/>
        <p:txBody>
          <a:bodyPr/>
          <a:lstStyle/>
          <a:p>
            <a:pPr eaLnBrk="1" hangingPunct="1"/>
            <a:r>
              <a:rPr lang="en-US" altLang="en-US">
                <a:latin typeface="Symbol" panose="05050102010706020507" pitchFamily="18" charset="2"/>
              </a:rPr>
              <a:t>a</a:t>
            </a:r>
            <a:r>
              <a:rPr lang="en-US" altLang="en-US"/>
              <a:t> is possibly updated by the MAX of successors evaluated so far</a:t>
            </a:r>
          </a:p>
          <a:p>
            <a:pPr eaLnBrk="1" hangingPunct="1"/>
            <a:r>
              <a:rPr lang="en-US" altLang="en-US"/>
              <a:t>If the value that would be returned is ever &gt; </a:t>
            </a:r>
            <a:r>
              <a:rPr lang="en-US" altLang="en-US">
                <a:latin typeface="Symbol" panose="05050102010706020507" pitchFamily="18" charset="2"/>
              </a:rPr>
              <a:t>b</a:t>
            </a:r>
            <a:r>
              <a:rPr lang="en-US" altLang="en-US"/>
              <a:t>, then stop work on this branch</a:t>
            </a:r>
          </a:p>
          <a:p>
            <a:pPr eaLnBrk="1" hangingPunct="1"/>
            <a:r>
              <a:rPr lang="en-US" altLang="en-US"/>
              <a:t>If all children are evaluated without pruning, return the MAX of their values</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758B7B86-CF7E-4C22-8F6E-60C013E6D748}"/>
              </a:ext>
            </a:extLst>
          </p:cNvPr>
          <p:cNvSpPr>
            <a:spLocks noGrp="1" noChangeArrowheads="1"/>
          </p:cNvSpPr>
          <p:nvPr>
            <p:ph type="title"/>
          </p:nvPr>
        </p:nvSpPr>
        <p:spPr/>
        <p:txBody>
          <a:bodyPr/>
          <a:lstStyle/>
          <a:p>
            <a:pPr eaLnBrk="1" hangingPunct="1"/>
            <a:r>
              <a:rPr lang="en-US" altLang="en-US"/>
              <a:t>Idea of </a:t>
            </a:r>
            <a:r>
              <a:rPr lang="en-US" altLang="en-US">
                <a:latin typeface="Symbol" panose="05050102010706020507" pitchFamily="18" charset="2"/>
              </a:rPr>
              <a:t>a</a:t>
            </a:r>
            <a:r>
              <a:rPr lang="en-US" altLang="en-US"/>
              <a:t>-</a:t>
            </a:r>
            <a:r>
              <a:rPr lang="en-US" altLang="en-US">
                <a:latin typeface="Symbol" panose="05050102010706020507" pitchFamily="18" charset="2"/>
              </a:rPr>
              <a:t>b</a:t>
            </a:r>
            <a:r>
              <a:rPr lang="en-US" altLang="en-US"/>
              <a:t> Pruning</a:t>
            </a:r>
          </a:p>
        </p:txBody>
      </p:sp>
      <p:sp>
        <p:nvSpPr>
          <p:cNvPr id="75779" name="Rectangle 3">
            <a:extLst>
              <a:ext uri="{FF2B5EF4-FFF2-40B4-BE49-F238E27FC236}">
                <a16:creationId xmlns:a16="http://schemas.microsoft.com/office/drawing/2014/main" id="{D6920715-D6CC-4557-A79A-E145CD3AF02C}"/>
              </a:ext>
            </a:extLst>
          </p:cNvPr>
          <p:cNvSpPr>
            <a:spLocks noGrp="1" noChangeArrowheads="1"/>
          </p:cNvSpPr>
          <p:nvPr>
            <p:ph type="body" idx="1"/>
          </p:nvPr>
        </p:nvSpPr>
        <p:spPr>
          <a:xfrm>
            <a:off x="1905000" y="4648200"/>
            <a:ext cx="4953000" cy="1905000"/>
          </a:xfrm>
        </p:spPr>
        <p:txBody>
          <a:bodyPr/>
          <a:lstStyle/>
          <a:p>
            <a:pPr eaLnBrk="1" hangingPunct="1"/>
            <a:r>
              <a:rPr lang="en-US" altLang="en-US" sz="2600"/>
              <a:t>We know </a:t>
            </a:r>
            <a:r>
              <a:rPr lang="en-US" altLang="en-US" sz="2600">
                <a:latin typeface="Symbol" panose="05050102010706020507" pitchFamily="18" charset="2"/>
              </a:rPr>
              <a:t>b</a:t>
            </a:r>
            <a:r>
              <a:rPr lang="en-US" altLang="en-US" sz="2600"/>
              <a:t> on this path is 21</a:t>
            </a:r>
          </a:p>
          <a:p>
            <a:pPr eaLnBrk="1" hangingPunct="1"/>
            <a:r>
              <a:rPr lang="en-US" altLang="en-US" sz="2600"/>
              <a:t>So, when we get max=70, we know this will never be used, so we can stop here</a:t>
            </a:r>
          </a:p>
        </p:txBody>
      </p:sp>
      <p:sp>
        <p:nvSpPr>
          <p:cNvPr id="75780" name="AutoShape 4">
            <a:extLst>
              <a:ext uri="{FF2B5EF4-FFF2-40B4-BE49-F238E27FC236}">
                <a16:creationId xmlns:a16="http://schemas.microsoft.com/office/drawing/2014/main" id="{E0E19374-5404-452D-AC2B-612B53ED6132}"/>
              </a:ext>
            </a:extLst>
          </p:cNvPr>
          <p:cNvSpPr>
            <a:spLocks noChangeArrowheads="1"/>
          </p:cNvSpPr>
          <p:nvPr/>
        </p:nvSpPr>
        <p:spPr bwMode="auto">
          <a:xfrm>
            <a:off x="7772400" y="44958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75781" name="AutoShape 5">
            <a:extLst>
              <a:ext uri="{FF2B5EF4-FFF2-40B4-BE49-F238E27FC236}">
                <a16:creationId xmlns:a16="http://schemas.microsoft.com/office/drawing/2014/main" id="{2B58E45B-D40F-4BDC-BDC8-71F2F1239A52}"/>
              </a:ext>
            </a:extLst>
          </p:cNvPr>
          <p:cNvSpPr>
            <a:spLocks noChangeArrowheads="1"/>
          </p:cNvSpPr>
          <p:nvPr/>
        </p:nvSpPr>
        <p:spPr bwMode="auto">
          <a:xfrm>
            <a:off x="3581400" y="25908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75782" name="AutoShape 6">
            <a:extLst>
              <a:ext uri="{FF2B5EF4-FFF2-40B4-BE49-F238E27FC236}">
                <a16:creationId xmlns:a16="http://schemas.microsoft.com/office/drawing/2014/main" id="{0B7C6253-5366-4A03-878A-9EDE9BC4903E}"/>
              </a:ext>
            </a:extLst>
          </p:cNvPr>
          <p:cNvSpPr>
            <a:spLocks noChangeArrowheads="1"/>
          </p:cNvSpPr>
          <p:nvPr/>
        </p:nvSpPr>
        <p:spPr bwMode="auto">
          <a:xfrm>
            <a:off x="8534400" y="25908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75783" name="Line 7">
            <a:extLst>
              <a:ext uri="{FF2B5EF4-FFF2-40B4-BE49-F238E27FC236}">
                <a16:creationId xmlns:a16="http://schemas.microsoft.com/office/drawing/2014/main" id="{97D4664E-0102-4944-9939-B49DB6446084}"/>
              </a:ext>
            </a:extLst>
          </p:cNvPr>
          <p:cNvSpPr>
            <a:spLocks noChangeShapeType="1"/>
          </p:cNvSpPr>
          <p:nvPr/>
        </p:nvSpPr>
        <p:spPr bwMode="auto">
          <a:xfrm flipH="1">
            <a:off x="3810000" y="1981200"/>
            <a:ext cx="2667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75784" name="Line 9">
            <a:extLst>
              <a:ext uri="{FF2B5EF4-FFF2-40B4-BE49-F238E27FC236}">
                <a16:creationId xmlns:a16="http://schemas.microsoft.com/office/drawing/2014/main" id="{DEF75170-D30B-4CE9-8F6F-55E4005339D5}"/>
              </a:ext>
            </a:extLst>
          </p:cNvPr>
          <p:cNvSpPr>
            <a:spLocks noChangeShapeType="1"/>
          </p:cNvSpPr>
          <p:nvPr/>
        </p:nvSpPr>
        <p:spPr bwMode="auto">
          <a:xfrm>
            <a:off x="6477000" y="1981200"/>
            <a:ext cx="22860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75785" name="Line 10">
            <a:extLst>
              <a:ext uri="{FF2B5EF4-FFF2-40B4-BE49-F238E27FC236}">
                <a16:creationId xmlns:a16="http://schemas.microsoft.com/office/drawing/2014/main" id="{F49D9A34-C2C2-4B9F-98FC-C9B1D16B0CAF}"/>
              </a:ext>
            </a:extLst>
          </p:cNvPr>
          <p:cNvSpPr>
            <a:spLocks noChangeShapeType="1"/>
          </p:cNvSpPr>
          <p:nvPr/>
        </p:nvSpPr>
        <p:spPr bwMode="auto">
          <a:xfrm flipH="1">
            <a:off x="3429000" y="2971800"/>
            <a:ext cx="38100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75786" name="Line 11">
            <a:extLst>
              <a:ext uri="{FF2B5EF4-FFF2-40B4-BE49-F238E27FC236}">
                <a16:creationId xmlns:a16="http://schemas.microsoft.com/office/drawing/2014/main" id="{613ADB62-1E66-42F0-AEAC-92FBE7BB06D2}"/>
              </a:ext>
            </a:extLst>
          </p:cNvPr>
          <p:cNvSpPr>
            <a:spLocks noChangeShapeType="1"/>
          </p:cNvSpPr>
          <p:nvPr/>
        </p:nvSpPr>
        <p:spPr bwMode="auto">
          <a:xfrm>
            <a:off x="3810000" y="2971800"/>
            <a:ext cx="304800" cy="685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75787" name="Line 12">
            <a:extLst>
              <a:ext uri="{FF2B5EF4-FFF2-40B4-BE49-F238E27FC236}">
                <a16:creationId xmlns:a16="http://schemas.microsoft.com/office/drawing/2014/main" id="{CF7A9958-6729-4613-8BF4-52A7CD3612A3}"/>
              </a:ext>
            </a:extLst>
          </p:cNvPr>
          <p:cNvSpPr>
            <a:spLocks noChangeShapeType="1"/>
          </p:cNvSpPr>
          <p:nvPr/>
        </p:nvSpPr>
        <p:spPr bwMode="auto">
          <a:xfrm flipH="1">
            <a:off x="7162800" y="4876800"/>
            <a:ext cx="838200" cy="685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75788" name="Line 13">
            <a:extLst>
              <a:ext uri="{FF2B5EF4-FFF2-40B4-BE49-F238E27FC236}">
                <a16:creationId xmlns:a16="http://schemas.microsoft.com/office/drawing/2014/main" id="{25480BE4-F15A-46FB-9637-BA644307E891}"/>
              </a:ext>
            </a:extLst>
          </p:cNvPr>
          <p:cNvSpPr>
            <a:spLocks noChangeShapeType="1"/>
          </p:cNvSpPr>
          <p:nvPr/>
        </p:nvSpPr>
        <p:spPr bwMode="auto">
          <a:xfrm flipH="1">
            <a:off x="7772400" y="4876800"/>
            <a:ext cx="22860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75789" name="Line 14">
            <a:extLst>
              <a:ext uri="{FF2B5EF4-FFF2-40B4-BE49-F238E27FC236}">
                <a16:creationId xmlns:a16="http://schemas.microsoft.com/office/drawing/2014/main" id="{D8873334-76C5-4C53-8B04-1054A42CDC38}"/>
              </a:ext>
            </a:extLst>
          </p:cNvPr>
          <p:cNvSpPr>
            <a:spLocks noChangeShapeType="1"/>
          </p:cNvSpPr>
          <p:nvPr/>
        </p:nvSpPr>
        <p:spPr bwMode="auto">
          <a:xfrm>
            <a:off x="8001000" y="4876800"/>
            <a:ext cx="381000" cy="685800"/>
          </a:xfrm>
          <a:prstGeom prst="line">
            <a:avLst/>
          </a:prstGeom>
          <a:noFill/>
          <a:ln w="12700">
            <a:solidFill>
              <a:srgbClr val="FF0000"/>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75790" name="Line 15">
            <a:extLst>
              <a:ext uri="{FF2B5EF4-FFF2-40B4-BE49-F238E27FC236}">
                <a16:creationId xmlns:a16="http://schemas.microsoft.com/office/drawing/2014/main" id="{3B86180F-2BF7-4EF7-AB45-F5F1192589C6}"/>
              </a:ext>
            </a:extLst>
          </p:cNvPr>
          <p:cNvSpPr>
            <a:spLocks noChangeShapeType="1"/>
          </p:cNvSpPr>
          <p:nvPr/>
        </p:nvSpPr>
        <p:spPr bwMode="auto">
          <a:xfrm>
            <a:off x="8001000" y="4876800"/>
            <a:ext cx="990600" cy="685800"/>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75791" name="Text Box 18">
            <a:extLst>
              <a:ext uri="{FF2B5EF4-FFF2-40B4-BE49-F238E27FC236}">
                <a16:creationId xmlns:a16="http://schemas.microsoft.com/office/drawing/2014/main" id="{4D622070-ED15-4AC4-97A3-91752D032520}"/>
              </a:ext>
            </a:extLst>
          </p:cNvPr>
          <p:cNvSpPr txBox="1">
            <a:spLocks noChangeArrowheads="1"/>
          </p:cNvSpPr>
          <p:nvPr/>
        </p:nvSpPr>
        <p:spPr bwMode="auto">
          <a:xfrm>
            <a:off x="8763000" y="5943601"/>
            <a:ext cx="565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100</a:t>
            </a:r>
          </a:p>
        </p:txBody>
      </p:sp>
      <p:sp>
        <p:nvSpPr>
          <p:cNvPr id="75792" name="Text Box 19">
            <a:extLst>
              <a:ext uri="{FF2B5EF4-FFF2-40B4-BE49-F238E27FC236}">
                <a16:creationId xmlns:a16="http://schemas.microsoft.com/office/drawing/2014/main" id="{800046F0-BD3B-4FAA-BF76-88ADBBA781C8}"/>
              </a:ext>
            </a:extLst>
          </p:cNvPr>
          <p:cNvSpPr txBox="1">
            <a:spLocks noChangeArrowheads="1"/>
          </p:cNvSpPr>
          <p:nvPr/>
        </p:nvSpPr>
        <p:spPr bwMode="auto">
          <a:xfrm>
            <a:off x="3200400" y="4038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21</a:t>
            </a:r>
          </a:p>
        </p:txBody>
      </p:sp>
      <p:sp>
        <p:nvSpPr>
          <p:cNvPr id="75793" name="Text Box 20">
            <a:extLst>
              <a:ext uri="{FF2B5EF4-FFF2-40B4-BE49-F238E27FC236}">
                <a16:creationId xmlns:a16="http://schemas.microsoft.com/office/drawing/2014/main" id="{F79762A9-B318-4C80-B8D0-89EE74192F41}"/>
              </a:ext>
            </a:extLst>
          </p:cNvPr>
          <p:cNvSpPr txBox="1">
            <a:spLocks noChangeArrowheads="1"/>
          </p:cNvSpPr>
          <p:nvPr/>
        </p:nvSpPr>
        <p:spPr bwMode="auto">
          <a:xfrm>
            <a:off x="3962400" y="40386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-3</a:t>
            </a:r>
          </a:p>
        </p:txBody>
      </p:sp>
      <p:sp>
        <p:nvSpPr>
          <p:cNvPr id="75794" name="Text Box 21">
            <a:extLst>
              <a:ext uri="{FF2B5EF4-FFF2-40B4-BE49-F238E27FC236}">
                <a16:creationId xmlns:a16="http://schemas.microsoft.com/office/drawing/2014/main" id="{30AE86C1-826C-482E-8EE5-CDA589A5AA3D}"/>
              </a:ext>
            </a:extLst>
          </p:cNvPr>
          <p:cNvSpPr txBox="1">
            <a:spLocks noChangeArrowheads="1"/>
          </p:cNvSpPr>
          <p:nvPr/>
        </p:nvSpPr>
        <p:spPr bwMode="auto">
          <a:xfrm>
            <a:off x="6858000" y="5943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12</a:t>
            </a:r>
          </a:p>
        </p:txBody>
      </p:sp>
      <p:sp>
        <p:nvSpPr>
          <p:cNvPr id="75795" name="Text Box 22">
            <a:extLst>
              <a:ext uri="{FF2B5EF4-FFF2-40B4-BE49-F238E27FC236}">
                <a16:creationId xmlns:a16="http://schemas.microsoft.com/office/drawing/2014/main" id="{C97AAC81-57BF-4B9E-8725-74B9CBBF36ED}"/>
              </a:ext>
            </a:extLst>
          </p:cNvPr>
          <p:cNvSpPr txBox="1">
            <a:spLocks noChangeArrowheads="1"/>
          </p:cNvSpPr>
          <p:nvPr/>
        </p:nvSpPr>
        <p:spPr bwMode="auto">
          <a:xfrm>
            <a:off x="7543800" y="5943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70</a:t>
            </a:r>
          </a:p>
        </p:txBody>
      </p:sp>
      <p:sp>
        <p:nvSpPr>
          <p:cNvPr id="75796" name="Text Box 23">
            <a:extLst>
              <a:ext uri="{FF2B5EF4-FFF2-40B4-BE49-F238E27FC236}">
                <a16:creationId xmlns:a16="http://schemas.microsoft.com/office/drawing/2014/main" id="{0F2E534F-E895-46C5-B54B-BD293E0295D9}"/>
              </a:ext>
            </a:extLst>
          </p:cNvPr>
          <p:cNvSpPr txBox="1">
            <a:spLocks noChangeArrowheads="1"/>
          </p:cNvSpPr>
          <p:nvPr/>
        </p:nvSpPr>
        <p:spPr bwMode="auto">
          <a:xfrm>
            <a:off x="8153400" y="59436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-4</a:t>
            </a:r>
          </a:p>
        </p:txBody>
      </p:sp>
      <p:sp>
        <p:nvSpPr>
          <p:cNvPr id="75797" name="Text Box 25">
            <a:extLst>
              <a:ext uri="{FF2B5EF4-FFF2-40B4-BE49-F238E27FC236}">
                <a16:creationId xmlns:a16="http://schemas.microsoft.com/office/drawing/2014/main" id="{7C01FBD3-3842-43A3-8B26-089A45CBE8EA}"/>
              </a:ext>
            </a:extLst>
          </p:cNvPr>
          <p:cNvSpPr txBox="1">
            <a:spLocks noChangeArrowheads="1"/>
          </p:cNvSpPr>
          <p:nvPr/>
        </p:nvSpPr>
        <p:spPr bwMode="auto">
          <a:xfrm>
            <a:off x="3200400" y="26670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21</a:t>
            </a:r>
          </a:p>
        </p:txBody>
      </p:sp>
      <p:sp>
        <p:nvSpPr>
          <p:cNvPr id="75798" name="Text Box 26">
            <a:extLst>
              <a:ext uri="{FF2B5EF4-FFF2-40B4-BE49-F238E27FC236}">
                <a16:creationId xmlns:a16="http://schemas.microsoft.com/office/drawing/2014/main" id="{BE9CC5D7-3623-4DD7-8BBC-0E988707B99F}"/>
              </a:ext>
            </a:extLst>
          </p:cNvPr>
          <p:cNvSpPr txBox="1">
            <a:spLocks noChangeArrowheads="1"/>
          </p:cNvSpPr>
          <p:nvPr/>
        </p:nvSpPr>
        <p:spPr bwMode="auto">
          <a:xfrm>
            <a:off x="5638800" y="16002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21</a:t>
            </a:r>
          </a:p>
        </p:txBody>
      </p:sp>
      <p:sp>
        <p:nvSpPr>
          <p:cNvPr id="75799" name="Text Box 27">
            <a:extLst>
              <a:ext uri="{FF2B5EF4-FFF2-40B4-BE49-F238E27FC236}">
                <a16:creationId xmlns:a16="http://schemas.microsoft.com/office/drawing/2014/main" id="{079EC00B-D238-40A6-A91B-B013B9D801EB}"/>
              </a:ext>
            </a:extLst>
          </p:cNvPr>
          <p:cNvSpPr txBox="1">
            <a:spLocks noChangeArrowheads="1"/>
          </p:cNvSpPr>
          <p:nvPr/>
        </p:nvSpPr>
        <p:spPr bwMode="auto">
          <a:xfrm>
            <a:off x="7162800" y="45720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1"/>
              <a:t>70</a:t>
            </a:r>
          </a:p>
        </p:txBody>
      </p:sp>
      <p:sp>
        <p:nvSpPr>
          <p:cNvPr id="75800" name="AutoShape 29">
            <a:extLst>
              <a:ext uri="{FF2B5EF4-FFF2-40B4-BE49-F238E27FC236}">
                <a16:creationId xmlns:a16="http://schemas.microsoft.com/office/drawing/2014/main" id="{ABACD244-1BD9-4744-9C9F-BA1B6F2D33EC}"/>
              </a:ext>
            </a:extLst>
          </p:cNvPr>
          <p:cNvSpPr>
            <a:spLocks noChangeArrowheads="1"/>
          </p:cNvSpPr>
          <p:nvPr/>
        </p:nvSpPr>
        <p:spPr bwMode="auto">
          <a:xfrm rot="10800000">
            <a:off x="8763000" y="5562600"/>
            <a:ext cx="457200" cy="381000"/>
          </a:xfrm>
          <a:prstGeom prst="triangle">
            <a:avLst>
              <a:gd name="adj" fmla="val 50000"/>
            </a:avLst>
          </a:prstGeom>
          <a:solidFill>
            <a:srgbClr val="FF0000"/>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75801" name="AutoShape 30">
            <a:extLst>
              <a:ext uri="{FF2B5EF4-FFF2-40B4-BE49-F238E27FC236}">
                <a16:creationId xmlns:a16="http://schemas.microsoft.com/office/drawing/2014/main" id="{F33272A6-494D-4B1F-BC75-6AF3A82B78B7}"/>
              </a:ext>
            </a:extLst>
          </p:cNvPr>
          <p:cNvSpPr>
            <a:spLocks noChangeArrowheads="1"/>
          </p:cNvSpPr>
          <p:nvPr/>
        </p:nvSpPr>
        <p:spPr bwMode="auto">
          <a:xfrm rot="10800000">
            <a:off x="8153400" y="5562600"/>
            <a:ext cx="457200" cy="381000"/>
          </a:xfrm>
          <a:prstGeom prst="triangle">
            <a:avLst>
              <a:gd name="adj" fmla="val 50000"/>
            </a:avLst>
          </a:prstGeom>
          <a:solidFill>
            <a:srgbClr val="FF0000"/>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75802" name="AutoShape 31">
            <a:extLst>
              <a:ext uri="{FF2B5EF4-FFF2-40B4-BE49-F238E27FC236}">
                <a16:creationId xmlns:a16="http://schemas.microsoft.com/office/drawing/2014/main" id="{DFBA3303-E8A4-4239-9D80-980AA1E21D40}"/>
              </a:ext>
            </a:extLst>
          </p:cNvPr>
          <p:cNvSpPr>
            <a:spLocks noChangeArrowheads="1"/>
          </p:cNvSpPr>
          <p:nvPr/>
        </p:nvSpPr>
        <p:spPr bwMode="auto">
          <a:xfrm rot="10800000">
            <a:off x="32004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75803" name="AutoShape 32">
            <a:extLst>
              <a:ext uri="{FF2B5EF4-FFF2-40B4-BE49-F238E27FC236}">
                <a16:creationId xmlns:a16="http://schemas.microsoft.com/office/drawing/2014/main" id="{35DC5569-AA09-4857-A6D5-44A47E7B29A9}"/>
              </a:ext>
            </a:extLst>
          </p:cNvPr>
          <p:cNvSpPr>
            <a:spLocks noChangeArrowheads="1"/>
          </p:cNvSpPr>
          <p:nvPr/>
        </p:nvSpPr>
        <p:spPr bwMode="auto">
          <a:xfrm rot="10800000">
            <a:off x="3886200" y="3657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75804" name="AutoShape 33">
            <a:extLst>
              <a:ext uri="{FF2B5EF4-FFF2-40B4-BE49-F238E27FC236}">
                <a16:creationId xmlns:a16="http://schemas.microsoft.com/office/drawing/2014/main" id="{D086A506-B5EA-4223-ADCC-4EE715BE4E59}"/>
              </a:ext>
            </a:extLst>
          </p:cNvPr>
          <p:cNvSpPr>
            <a:spLocks noChangeArrowheads="1"/>
          </p:cNvSpPr>
          <p:nvPr/>
        </p:nvSpPr>
        <p:spPr bwMode="auto">
          <a:xfrm rot="10800000">
            <a:off x="7543800" y="5562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75805" name="AutoShape 34">
            <a:extLst>
              <a:ext uri="{FF2B5EF4-FFF2-40B4-BE49-F238E27FC236}">
                <a16:creationId xmlns:a16="http://schemas.microsoft.com/office/drawing/2014/main" id="{19A34E6A-507F-4E56-83ED-9624B0D42009}"/>
              </a:ext>
            </a:extLst>
          </p:cNvPr>
          <p:cNvSpPr>
            <a:spLocks noChangeArrowheads="1"/>
          </p:cNvSpPr>
          <p:nvPr/>
        </p:nvSpPr>
        <p:spPr bwMode="auto">
          <a:xfrm rot="10800000">
            <a:off x="6858000" y="55626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75806" name="AutoShape 36">
            <a:extLst>
              <a:ext uri="{FF2B5EF4-FFF2-40B4-BE49-F238E27FC236}">
                <a16:creationId xmlns:a16="http://schemas.microsoft.com/office/drawing/2014/main" id="{11A19E38-09E1-4D94-8DEB-F1125E8C80A2}"/>
              </a:ext>
            </a:extLst>
          </p:cNvPr>
          <p:cNvSpPr>
            <a:spLocks noChangeArrowheads="1"/>
          </p:cNvSpPr>
          <p:nvPr/>
        </p:nvSpPr>
        <p:spPr bwMode="auto">
          <a:xfrm rot="10800000">
            <a:off x="6248400" y="16002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75807" name="AutoShape 37">
            <a:extLst>
              <a:ext uri="{FF2B5EF4-FFF2-40B4-BE49-F238E27FC236}">
                <a16:creationId xmlns:a16="http://schemas.microsoft.com/office/drawing/2014/main" id="{65EB6885-B08E-44C4-A997-93F986ADE605}"/>
              </a:ext>
            </a:extLst>
          </p:cNvPr>
          <p:cNvSpPr>
            <a:spLocks noChangeArrowheads="1"/>
          </p:cNvSpPr>
          <p:nvPr/>
        </p:nvSpPr>
        <p:spPr bwMode="auto">
          <a:xfrm>
            <a:off x="9601200" y="2590800"/>
            <a:ext cx="4572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75808" name="Line 39">
            <a:extLst>
              <a:ext uri="{FF2B5EF4-FFF2-40B4-BE49-F238E27FC236}">
                <a16:creationId xmlns:a16="http://schemas.microsoft.com/office/drawing/2014/main" id="{25215C73-E840-40DA-9D70-7D610949872F}"/>
              </a:ext>
            </a:extLst>
          </p:cNvPr>
          <p:cNvSpPr>
            <a:spLocks noChangeShapeType="1"/>
          </p:cNvSpPr>
          <p:nvPr/>
        </p:nvSpPr>
        <p:spPr bwMode="auto">
          <a:xfrm>
            <a:off x="6477000" y="1981200"/>
            <a:ext cx="33528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cxnSp>
        <p:nvCxnSpPr>
          <p:cNvPr id="75809" name="AutoShape 40">
            <a:extLst>
              <a:ext uri="{FF2B5EF4-FFF2-40B4-BE49-F238E27FC236}">
                <a16:creationId xmlns:a16="http://schemas.microsoft.com/office/drawing/2014/main" id="{CACC46D8-A940-41DA-80CC-929C1C7F0D65}"/>
              </a:ext>
            </a:extLst>
          </p:cNvPr>
          <p:cNvCxnSpPr>
            <a:cxnSpLocks noChangeShapeType="1"/>
            <a:stCxn id="75808" idx="0"/>
            <a:endCxn id="75780" idx="0"/>
          </p:cNvCxnSpPr>
          <p:nvPr/>
        </p:nvCxnSpPr>
        <p:spPr bwMode="auto">
          <a:xfrm rot="5400000" flipV="1">
            <a:off x="5981700" y="2476500"/>
            <a:ext cx="2514600" cy="1524000"/>
          </a:xfrm>
          <a:prstGeom prst="curvedConnector5">
            <a:avLst>
              <a:gd name="adj1" fmla="val 42361"/>
              <a:gd name="adj2" fmla="val -82083"/>
              <a:gd name="adj3" fmla="val 62120"/>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75810" name="Text Box 35">
            <a:extLst>
              <a:ext uri="{FF2B5EF4-FFF2-40B4-BE49-F238E27FC236}">
                <a16:creationId xmlns:a16="http://schemas.microsoft.com/office/drawing/2014/main" id="{F119F054-8CB8-4131-83D0-64DF3939F814}"/>
              </a:ext>
            </a:extLst>
          </p:cNvPr>
          <p:cNvSpPr txBox="1">
            <a:spLocks noChangeArrowheads="1"/>
          </p:cNvSpPr>
          <p:nvPr/>
        </p:nvSpPr>
        <p:spPr bwMode="auto">
          <a:xfrm>
            <a:off x="1736725" y="1560513"/>
            <a:ext cx="552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Min</a:t>
            </a:r>
          </a:p>
        </p:txBody>
      </p:sp>
      <p:sp>
        <p:nvSpPr>
          <p:cNvPr id="75811" name="Text Box 35">
            <a:extLst>
              <a:ext uri="{FF2B5EF4-FFF2-40B4-BE49-F238E27FC236}">
                <a16:creationId xmlns:a16="http://schemas.microsoft.com/office/drawing/2014/main" id="{7AAC0E22-8485-40BF-917B-4EE440516BD1}"/>
              </a:ext>
            </a:extLst>
          </p:cNvPr>
          <p:cNvSpPr txBox="1">
            <a:spLocks noChangeArrowheads="1"/>
          </p:cNvSpPr>
          <p:nvPr/>
        </p:nvSpPr>
        <p:spPr bwMode="auto">
          <a:xfrm>
            <a:off x="1752600" y="2528888"/>
            <a:ext cx="615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Max</a:t>
            </a:r>
          </a:p>
        </p:txBody>
      </p:sp>
      <p:sp>
        <p:nvSpPr>
          <p:cNvPr id="75812" name="Text Box 35">
            <a:extLst>
              <a:ext uri="{FF2B5EF4-FFF2-40B4-BE49-F238E27FC236}">
                <a16:creationId xmlns:a16="http://schemas.microsoft.com/office/drawing/2014/main" id="{ADE39F39-D05E-4D12-B7AA-D8FEB1430265}"/>
              </a:ext>
            </a:extLst>
          </p:cNvPr>
          <p:cNvSpPr txBox="1">
            <a:spLocks noChangeArrowheads="1"/>
          </p:cNvSpPr>
          <p:nvPr/>
        </p:nvSpPr>
        <p:spPr bwMode="auto">
          <a:xfrm>
            <a:off x="1828800" y="3595688"/>
            <a:ext cx="552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Min</a:t>
            </a:r>
          </a:p>
        </p:txBody>
      </p:sp>
      <p:sp>
        <p:nvSpPr>
          <p:cNvPr id="75813" name="Text Box 35">
            <a:extLst>
              <a:ext uri="{FF2B5EF4-FFF2-40B4-BE49-F238E27FC236}">
                <a16:creationId xmlns:a16="http://schemas.microsoft.com/office/drawing/2014/main" id="{A898F7B8-8B57-4EAE-AF49-F89C72ED749E}"/>
              </a:ext>
            </a:extLst>
          </p:cNvPr>
          <p:cNvSpPr txBox="1">
            <a:spLocks noChangeArrowheads="1"/>
          </p:cNvSpPr>
          <p:nvPr/>
        </p:nvSpPr>
        <p:spPr bwMode="auto">
          <a:xfrm>
            <a:off x="8610600" y="4495801"/>
            <a:ext cx="615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Max</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65B5B9C5-B026-4D9E-966A-2178D4DFA437}"/>
              </a:ext>
            </a:extLst>
          </p:cNvPr>
          <p:cNvSpPr>
            <a:spLocks noGrp="1" noChangeArrowheads="1"/>
          </p:cNvSpPr>
          <p:nvPr>
            <p:ph type="title"/>
          </p:nvPr>
        </p:nvSpPr>
        <p:spPr/>
        <p:txBody>
          <a:bodyPr/>
          <a:lstStyle/>
          <a:p>
            <a:pPr eaLnBrk="1" hangingPunct="1"/>
            <a:r>
              <a:rPr lang="en-US" altLang="en-US"/>
              <a:t>Pruning at MIN node</a:t>
            </a:r>
          </a:p>
        </p:txBody>
      </p:sp>
      <p:sp>
        <p:nvSpPr>
          <p:cNvPr id="77827" name="Rectangle 3">
            <a:extLst>
              <a:ext uri="{FF2B5EF4-FFF2-40B4-BE49-F238E27FC236}">
                <a16:creationId xmlns:a16="http://schemas.microsoft.com/office/drawing/2014/main" id="{47193A2D-2571-495B-B57A-C6AEE72ACBDC}"/>
              </a:ext>
            </a:extLst>
          </p:cNvPr>
          <p:cNvSpPr>
            <a:spLocks noGrp="1" noChangeArrowheads="1"/>
          </p:cNvSpPr>
          <p:nvPr>
            <p:ph type="body" idx="1"/>
          </p:nvPr>
        </p:nvSpPr>
        <p:spPr/>
        <p:txBody>
          <a:bodyPr/>
          <a:lstStyle/>
          <a:p>
            <a:pPr eaLnBrk="1" hangingPunct="1"/>
            <a:r>
              <a:rPr lang="en-US" altLang="en-US">
                <a:latin typeface="Symbol" panose="05050102010706020507" pitchFamily="18" charset="2"/>
              </a:rPr>
              <a:t>b</a:t>
            </a:r>
            <a:r>
              <a:rPr lang="en-US" altLang="en-US"/>
              <a:t> is possibly updated by the MIN of successors evaluated so far</a:t>
            </a:r>
          </a:p>
          <a:p>
            <a:pPr eaLnBrk="1" hangingPunct="1"/>
            <a:r>
              <a:rPr lang="en-US" altLang="en-US"/>
              <a:t>If the value that would be returned is ever &lt; </a:t>
            </a:r>
            <a:r>
              <a:rPr lang="en-US" altLang="en-US">
                <a:latin typeface="Symbol" panose="05050102010706020507" pitchFamily="18" charset="2"/>
              </a:rPr>
              <a:t>a</a:t>
            </a:r>
            <a:r>
              <a:rPr lang="en-US" altLang="en-US"/>
              <a:t>, then stop work on this branch</a:t>
            </a:r>
          </a:p>
          <a:p>
            <a:pPr eaLnBrk="1" hangingPunct="1"/>
            <a:r>
              <a:rPr lang="en-US" altLang="en-US"/>
              <a:t>If all children are evaluated without pruning, return the MIN of their values</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84BA912C-F57D-44DF-A744-C66E19DACC10}"/>
              </a:ext>
            </a:extLst>
          </p:cNvPr>
          <p:cNvSpPr>
            <a:spLocks noGrp="1" noChangeArrowheads="1"/>
          </p:cNvSpPr>
          <p:nvPr>
            <p:ph type="title"/>
          </p:nvPr>
        </p:nvSpPr>
        <p:spPr/>
        <p:txBody>
          <a:bodyPr/>
          <a:lstStyle/>
          <a:p>
            <a:pPr eaLnBrk="1" hangingPunct="1"/>
            <a:r>
              <a:rPr lang="en-US" altLang="en-US"/>
              <a:t>Utility Evaluation Function</a:t>
            </a:r>
          </a:p>
        </p:txBody>
      </p:sp>
      <p:sp>
        <p:nvSpPr>
          <p:cNvPr id="79875" name="Rectangle 3">
            <a:extLst>
              <a:ext uri="{FF2B5EF4-FFF2-40B4-BE49-F238E27FC236}">
                <a16:creationId xmlns:a16="http://schemas.microsoft.com/office/drawing/2014/main" id="{6ED9B54A-2D04-4BC5-82DA-D692A96EC76A}"/>
              </a:ext>
            </a:extLst>
          </p:cNvPr>
          <p:cNvSpPr>
            <a:spLocks noGrp="1" noChangeArrowheads="1"/>
          </p:cNvSpPr>
          <p:nvPr>
            <p:ph type="body" idx="1"/>
          </p:nvPr>
        </p:nvSpPr>
        <p:spPr/>
        <p:txBody>
          <a:bodyPr/>
          <a:lstStyle/>
          <a:p>
            <a:pPr eaLnBrk="1" hangingPunct="1"/>
            <a:r>
              <a:rPr lang="en-US" altLang="en-US"/>
              <a:t>Game-specific!</a:t>
            </a:r>
          </a:p>
          <a:p>
            <a:pPr lvl="1" eaLnBrk="1" hangingPunct="1"/>
            <a:r>
              <a:rPr lang="en-US" altLang="en-US"/>
              <a:t>Take into account knowledge about game</a:t>
            </a:r>
          </a:p>
          <a:p>
            <a:pPr eaLnBrk="1" hangingPunct="1"/>
            <a:r>
              <a:rPr lang="en-US" altLang="en-US"/>
              <a:t>“Stupid” utility</a:t>
            </a:r>
          </a:p>
          <a:p>
            <a:pPr lvl="1" eaLnBrk="1" hangingPunct="1"/>
            <a:r>
              <a:rPr lang="en-US" altLang="en-US"/>
              <a:t>1 if player 1 (max) wins</a:t>
            </a:r>
          </a:p>
          <a:p>
            <a:pPr lvl="1" eaLnBrk="1" hangingPunct="1"/>
            <a:r>
              <a:rPr lang="en-US" altLang="en-US"/>
              <a:t>-1 if player 0 (min) wins</a:t>
            </a:r>
          </a:p>
          <a:p>
            <a:pPr lvl="1" eaLnBrk="1" hangingPunct="1"/>
            <a:r>
              <a:rPr lang="en-US" altLang="en-US"/>
              <a:t>0 if tie (or unknown)</a:t>
            </a:r>
          </a:p>
          <a:p>
            <a:pPr lvl="1" eaLnBrk="1" hangingPunct="1"/>
            <a:r>
              <a:rPr lang="en-US" altLang="en-US"/>
              <a:t>Only works if we can evaluate complete tree</a:t>
            </a:r>
          </a:p>
          <a:p>
            <a:pPr lvl="1" eaLnBrk="1" hangingPunct="1"/>
            <a:r>
              <a:rPr lang="en-US" altLang="en-US"/>
              <a:t>But, should form a basis for other evaluations</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A21DD66B-874B-480A-B0C6-6D7F1D96B8CE}"/>
              </a:ext>
            </a:extLst>
          </p:cNvPr>
          <p:cNvSpPr>
            <a:spLocks noGrp="1" noChangeArrowheads="1"/>
          </p:cNvSpPr>
          <p:nvPr>
            <p:ph type="title"/>
          </p:nvPr>
        </p:nvSpPr>
        <p:spPr/>
        <p:txBody>
          <a:bodyPr/>
          <a:lstStyle/>
          <a:p>
            <a:pPr eaLnBrk="1" hangingPunct="1"/>
            <a:r>
              <a:rPr lang="en-US" altLang="en-US"/>
              <a:t>Utility Evaluation</a:t>
            </a:r>
          </a:p>
        </p:txBody>
      </p:sp>
      <p:sp>
        <p:nvSpPr>
          <p:cNvPr id="81923" name="Rectangle 3">
            <a:extLst>
              <a:ext uri="{FF2B5EF4-FFF2-40B4-BE49-F238E27FC236}">
                <a16:creationId xmlns:a16="http://schemas.microsoft.com/office/drawing/2014/main" id="{F1E630A1-C714-4102-9C69-78B25881B84D}"/>
              </a:ext>
            </a:extLst>
          </p:cNvPr>
          <p:cNvSpPr>
            <a:spLocks noGrp="1" noChangeArrowheads="1"/>
          </p:cNvSpPr>
          <p:nvPr>
            <p:ph type="body" idx="1"/>
          </p:nvPr>
        </p:nvSpPr>
        <p:spPr/>
        <p:txBody>
          <a:bodyPr/>
          <a:lstStyle/>
          <a:p>
            <a:pPr eaLnBrk="1" hangingPunct="1">
              <a:lnSpc>
                <a:spcPct val="90000"/>
              </a:lnSpc>
            </a:pPr>
            <a:r>
              <a:rPr lang="en-US" altLang="en-US" sz="2600"/>
              <a:t>Need to assign a numerical value to the state</a:t>
            </a:r>
          </a:p>
          <a:p>
            <a:pPr lvl="1" eaLnBrk="1" hangingPunct="1">
              <a:lnSpc>
                <a:spcPct val="90000"/>
              </a:lnSpc>
            </a:pPr>
            <a:endParaRPr lang="en-US" altLang="en-US" sz="2200"/>
          </a:p>
          <a:p>
            <a:pPr eaLnBrk="1" hangingPunct="1">
              <a:lnSpc>
                <a:spcPct val="90000"/>
              </a:lnSpc>
            </a:pPr>
            <a:r>
              <a:rPr lang="en-US" altLang="en-US" sz="2600"/>
              <a:t>Typically assign numerical values to lots of individual factors …</a:t>
            </a:r>
          </a:p>
          <a:p>
            <a:pPr lvl="1" eaLnBrk="1" hangingPunct="1">
              <a:lnSpc>
                <a:spcPct val="90000"/>
              </a:lnSpc>
            </a:pPr>
            <a:r>
              <a:rPr lang="en-US" altLang="en-US" sz="2200"/>
              <a:t>Example for chess:</a:t>
            </a:r>
          </a:p>
          <a:p>
            <a:pPr marL="1143000" lvl="2" indent="-228600" eaLnBrk="1" hangingPunct="1">
              <a:lnSpc>
                <a:spcPct val="90000"/>
              </a:lnSpc>
            </a:pPr>
            <a:r>
              <a:rPr lang="en-US" altLang="en-US" sz="2100"/>
              <a:t>a = # player 1’s pieces - # player 2’s pieces</a:t>
            </a:r>
          </a:p>
          <a:p>
            <a:pPr marL="1143000" lvl="2" indent="-228600" eaLnBrk="1" hangingPunct="1">
              <a:lnSpc>
                <a:spcPct val="90000"/>
              </a:lnSpc>
            </a:pPr>
            <a:r>
              <a:rPr lang="en-US" altLang="en-US" sz="2100"/>
              <a:t>b = 1 if player 1 has queen and player 2 does not, -1 if the opposite, or 0 if the same</a:t>
            </a:r>
          </a:p>
          <a:p>
            <a:pPr marL="1143000" lvl="2" indent="-228600" eaLnBrk="1" hangingPunct="1">
              <a:lnSpc>
                <a:spcPct val="90000"/>
              </a:lnSpc>
            </a:pPr>
            <a:r>
              <a:rPr lang="en-US" altLang="en-US" sz="2100"/>
              <a:t>c = 2 if player 1 has 2-rook advantage, 1 if a 1-rook advantage, etc.</a:t>
            </a:r>
          </a:p>
          <a:p>
            <a:pPr eaLnBrk="1" hangingPunct="1">
              <a:lnSpc>
                <a:spcPct val="90000"/>
              </a:lnSpc>
            </a:pPr>
            <a:r>
              <a:rPr lang="en-US" altLang="en-US" sz="2600"/>
              <a:t>… and combine them by some function</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59A134E9-1CC8-4D98-ABAF-FD680BF5B7B6}"/>
              </a:ext>
            </a:extLst>
          </p:cNvPr>
          <p:cNvSpPr>
            <a:spLocks noGrp="1" noChangeArrowheads="1"/>
          </p:cNvSpPr>
          <p:nvPr>
            <p:ph type="title"/>
          </p:nvPr>
        </p:nvSpPr>
        <p:spPr/>
        <p:txBody>
          <a:bodyPr/>
          <a:lstStyle/>
          <a:p>
            <a:pPr eaLnBrk="1" hangingPunct="1"/>
            <a:r>
              <a:rPr lang="en-US" altLang="en-US"/>
              <a:t>Utility Evaluation</a:t>
            </a:r>
          </a:p>
        </p:txBody>
      </p:sp>
      <p:sp>
        <p:nvSpPr>
          <p:cNvPr id="83971" name="Rectangle 3">
            <a:extLst>
              <a:ext uri="{FF2B5EF4-FFF2-40B4-BE49-F238E27FC236}">
                <a16:creationId xmlns:a16="http://schemas.microsoft.com/office/drawing/2014/main" id="{7267D2A6-FE21-4D71-8F90-7699C929CE9E}"/>
              </a:ext>
            </a:extLst>
          </p:cNvPr>
          <p:cNvSpPr>
            <a:spLocks noGrp="1" noChangeArrowheads="1"/>
          </p:cNvSpPr>
          <p:nvPr>
            <p:ph type="body" idx="1"/>
          </p:nvPr>
        </p:nvSpPr>
        <p:spPr/>
        <p:txBody>
          <a:bodyPr/>
          <a:lstStyle/>
          <a:p>
            <a:pPr eaLnBrk="1" hangingPunct="1">
              <a:buFont typeface="Wingdings" panose="05000000000000000000" pitchFamily="2" charset="2"/>
              <a:buNone/>
            </a:pPr>
            <a:r>
              <a:rPr lang="en-US" altLang="en-US"/>
              <a:t>Notice: quality of utility function is based on:</a:t>
            </a:r>
          </a:p>
          <a:p>
            <a:pPr lvl="1" eaLnBrk="1" hangingPunct="1"/>
            <a:r>
              <a:rPr lang="en-US" altLang="en-US"/>
              <a:t>What features are evaluated</a:t>
            </a:r>
          </a:p>
          <a:p>
            <a:pPr lvl="1" eaLnBrk="1" hangingPunct="1"/>
            <a:r>
              <a:rPr lang="en-US" altLang="en-US"/>
              <a:t>How those features are scored</a:t>
            </a:r>
          </a:p>
          <a:p>
            <a:pPr lvl="1" eaLnBrk="1" hangingPunct="1"/>
            <a:r>
              <a:rPr lang="en-US" altLang="en-US"/>
              <a:t>How the scores are weighted/combined</a:t>
            </a:r>
          </a:p>
          <a:p>
            <a:pPr eaLnBrk="1" hangingPunct="1"/>
            <a:r>
              <a:rPr lang="en-US" altLang="en-US"/>
              <a:t>Absolute utility value doesn’t matter – relative value does.</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C6E8E5CE-7B7C-4046-8A63-A39A1CCD5A62}"/>
              </a:ext>
            </a:extLst>
          </p:cNvPr>
          <p:cNvSpPr>
            <a:spLocks noGrp="1" noChangeArrowheads="1"/>
          </p:cNvSpPr>
          <p:nvPr>
            <p:ph type="title"/>
          </p:nvPr>
        </p:nvSpPr>
        <p:spPr/>
        <p:txBody>
          <a:bodyPr/>
          <a:lstStyle/>
          <a:p>
            <a:pPr eaLnBrk="1" hangingPunct="1"/>
            <a:r>
              <a:rPr lang="en-US" altLang="en-US"/>
              <a:t>Evaluation functions</a:t>
            </a:r>
          </a:p>
        </p:txBody>
      </p:sp>
      <p:sp>
        <p:nvSpPr>
          <p:cNvPr id="86019" name="Rectangle 3">
            <a:extLst>
              <a:ext uri="{FF2B5EF4-FFF2-40B4-BE49-F238E27FC236}">
                <a16:creationId xmlns:a16="http://schemas.microsoft.com/office/drawing/2014/main" id="{B1F3D580-E132-4E2C-9457-47FFBDEE01D9}"/>
              </a:ext>
            </a:extLst>
          </p:cNvPr>
          <p:cNvSpPr>
            <a:spLocks noGrp="1" noChangeArrowheads="1"/>
          </p:cNvSpPr>
          <p:nvPr>
            <p:ph type="body" idx="1"/>
          </p:nvPr>
        </p:nvSpPr>
        <p:spPr/>
        <p:txBody>
          <a:bodyPr/>
          <a:lstStyle/>
          <a:p>
            <a:pPr eaLnBrk="1" hangingPunct="1"/>
            <a:r>
              <a:rPr lang="en-US" altLang="en-US"/>
              <a:t>If you had a </a:t>
            </a:r>
            <a:r>
              <a:rPr lang="en-US" altLang="en-US" i="1"/>
              <a:t>perfect </a:t>
            </a:r>
            <a:r>
              <a:rPr lang="en-US" altLang="en-US"/>
              <a:t>utility evaluation function, what would it mean about the minimax tree?</a:t>
            </a:r>
          </a:p>
          <a:p>
            <a:pPr eaLnBrk="1" hangingPunct="1"/>
            <a:endParaRPr lang="en-US" alt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CCC0352D-5E5A-4681-A109-9301471CA246}"/>
              </a:ext>
            </a:extLst>
          </p:cNvPr>
          <p:cNvSpPr>
            <a:spLocks noGrp="1" noChangeArrowheads="1"/>
          </p:cNvSpPr>
          <p:nvPr>
            <p:ph type="title"/>
          </p:nvPr>
        </p:nvSpPr>
        <p:spPr/>
        <p:txBody>
          <a:bodyPr/>
          <a:lstStyle/>
          <a:p>
            <a:pPr eaLnBrk="1" hangingPunct="1"/>
            <a:r>
              <a:rPr lang="en-US" altLang="en-US"/>
              <a:t>Evaluation functions</a:t>
            </a:r>
          </a:p>
        </p:txBody>
      </p:sp>
      <p:sp>
        <p:nvSpPr>
          <p:cNvPr id="88067" name="Rectangle 3">
            <a:extLst>
              <a:ext uri="{FF2B5EF4-FFF2-40B4-BE49-F238E27FC236}">
                <a16:creationId xmlns:a16="http://schemas.microsoft.com/office/drawing/2014/main" id="{6B022A52-89DF-465A-96AB-FE27578468F9}"/>
              </a:ext>
            </a:extLst>
          </p:cNvPr>
          <p:cNvSpPr>
            <a:spLocks noGrp="1" noChangeArrowheads="1"/>
          </p:cNvSpPr>
          <p:nvPr>
            <p:ph type="body" idx="1"/>
          </p:nvPr>
        </p:nvSpPr>
        <p:spPr/>
        <p:txBody>
          <a:bodyPr/>
          <a:lstStyle/>
          <a:p>
            <a:pPr eaLnBrk="1" hangingPunct="1"/>
            <a:r>
              <a:rPr lang="en-US" altLang="en-US"/>
              <a:t>If you had a </a:t>
            </a:r>
            <a:r>
              <a:rPr lang="en-US" altLang="en-US" i="1"/>
              <a:t>perfect </a:t>
            </a:r>
            <a:r>
              <a:rPr lang="en-US" altLang="en-US"/>
              <a:t>utility evaluation function, what would it mean about the minimax tree?</a:t>
            </a:r>
          </a:p>
          <a:p>
            <a:pPr eaLnBrk="1" hangingPunct="1">
              <a:buFont typeface="Wingdings" panose="05000000000000000000" pitchFamily="2" charset="2"/>
              <a:buNone/>
            </a:pPr>
            <a:r>
              <a:rPr lang="en-US" altLang="en-US"/>
              <a:t>	</a:t>
            </a:r>
            <a:r>
              <a:rPr lang="en-US" altLang="en-US" b="1"/>
              <a:t>You would never have to evaluate more than one level deep!</a:t>
            </a:r>
          </a:p>
          <a:p>
            <a:pPr eaLnBrk="1" hangingPunct="1"/>
            <a:r>
              <a:rPr lang="en-US" altLang="en-US"/>
              <a:t>Typically, you can’t create such perfect utility evaluations, though.</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33C94490-BF1D-4E44-AF19-DED6D5B76EC4}"/>
              </a:ext>
            </a:extLst>
          </p:cNvPr>
          <p:cNvSpPr>
            <a:spLocks noGrp="1" noChangeArrowheads="1"/>
          </p:cNvSpPr>
          <p:nvPr>
            <p:ph type="title"/>
          </p:nvPr>
        </p:nvSpPr>
        <p:spPr/>
        <p:txBody>
          <a:bodyPr/>
          <a:lstStyle/>
          <a:p>
            <a:pPr eaLnBrk="1" hangingPunct="1"/>
            <a:r>
              <a:rPr lang="en-US" altLang="en-US"/>
              <a:t>Evaluation Functions for Ordering</a:t>
            </a:r>
          </a:p>
        </p:txBody>
      </p:sp>
      <p:sp>
        <p:nvSpPr>
          <p:cNvPr id="90115" name="Rectangle 3">
            <a:extLst>
              <a:ext uri="{FF2B5EF4-FFF2-40B4-BE49-F238E27FC236}">
                <a16:creationId xmlns:a16="http://schemas.microsoft.com/office/drawing/2014/main" id="{013FB4C7-9289-4901-ADE9-4C21EA6462C6}"/>
              </a:ext>
            </a:extLst>
          </p:cNvPr>
          <p:cNvSpPr>
            <a:spLocks noGrp="1" noChangeArrowheads="1"/>
          </p:cNvSpPr>
          <p:nvPr>
            <p:ph type="body" idx="1"/>
          </p:nvPr>
        </p:nvSpPr>
        <p:spPr/>
        <p:txBody>
          <a:bodyPr/>
          <a:lstStyle/>
          <a:p>
            <a:pPr eaLnBrk="1" hangingPunct="1">
              <a:lnSpc>
                <a:spcPct val="90000"/>
              </a:lnSpc>
            </a:pPr>
            <a:r>
              <a:rPr lang="en-US" altLang="en-US"/>
              <a:t>As mentioned earlier, order of branch evaluation can make a big difference in how well you can prune</a:t>
            </a:r>
          </a:p>
          <a:p>
            <a:pPr eaLnBrk="1" hangingPunct="1">
              <a:lnSpc>
                <a:spcPct val="90000"/>
              </a:lnSpc>
            </a:pPr>
            <a:r>
              <a:rPr lang="en-US" altLang="en-US"/>
              <a:t>A good evaluation function might help you order your available moves</a:t>
            </a:r>
          </a:p>
          <a:p>
            <a:pPr lvl="1" eaLnBrk="1" hangingPunct="1">
              <a:lnSpc>
                <a:spcPct val="90000"/>
              </a:lnSpc>
            </a:pPr>
            <a:r>
              <a:rPr lang="en-US" altLang="en-US"/>
              <a:t>Perform one move only</a:t>
            </a:r>
          </a:p>
          <a:p>
            <a:pPr lvl="1" eaLnBrk="1" hangingPunct="1">
              <a:lnSpc>
                <a:spcPct val="90000"/>
              </a:lnSpc>
            </a:pPr>
            <a:r>
              <a:rPr lang="en-US" altLang="en-US"/>
              <a:t>Evaluate board at that level</a:t>
            </a:r>
          </a:p>
          <a:p>
            <a:pPr lvl="1" eaLnBrk="1" hangingPunct="1">
              <a:lnSpc>
                <a:spcPct val="90000"/>
              </a:lnSpc>
            </a:pPr>
            <a:r>
              <a:rPr lang="en-US" altLang="en-US"/>
              <a:t>Recursively evaluate branches in order from best first move to worst first move (or vice-versa if at a MIN node)</a:t>
            </a:r>
          </a:p>
        </p:txBody>
      </p:sp>
    </p:spTree>
  </p:cSld>
  <p:clrMapOvr>
    <a:masterClrMapping/>
  </p:clrMapOvr>
</p:sld>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Network</Template>
  <TotalTime>6490</TotalTime>
  <Words>3810</Words>
  <Application>Microsoft Office PowerPoint</Application>
  <PresentationFormat>Widescreen</PresentationFormat>
  <Paragraphs>837</Paragraphs>
  <Slides>79</Slides>
  <Notes>37</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79</vt:i4>
      </vt:variant>
    </vt:vector>
  </HeadingPairs>
  <TitlesOfParts>
    <vt:vector size="89" baseType="lpstr">
      <vt:lpstr>Arial</vt:lpstr>
      <vt:lpstr>Calibri</vt:lpstr>
      <vt:lpstr>Cambria</vt:lpstr>
      <vt:lpstr>Symbol</vt:lpstr>
      <vt:lpstr>Tahoma</vt:lpstr>
      <vt:lpstr>Times New Roman</vt:lpstr>
      <vt:lpstr>TimesNewRomanPS-ItalicMT</vt:lpstr>
      <vt:lpstr>TimesNewRomanPSMT</vt:lpstr>
      <vt:lpstr>Wingdings</vt:lpstr>
      <vt:lpstr>Network</vt:lpstr>
      <vt:lpstr>Game Trees: MiniMax strategy, Tree Evaluation, Pruning, Utility evaluation </vt:lpstr>
      <vt:lpstr>Problem Reduction Search: AND/OR Graphs &amp; Game Trees</vt:lpstr>
      <vt:lpstr>Problem Reduction Search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Cost Revision in AO*:  cost-revise(n)</vt:lpstr>
      <vt:lpstr>Searching OR Graphs</vt:lpstr>
      <vt:lpstr>Shallow and Deep Pruning</vt:lpstr>
      <vt:lpstr>Alpha-Beta Pruning</vt:lpstr>
      <vt:lpstr>Alpha-Beta Procedure: V(J;,)</vt:lpstr>
      <vt:lpstr>Searching OR Graphs</vt:lpstr>
      <vt:lpstr>Two-Person Perfect Information Deterministic Game</vt:lpstr>
      <vt:lpstr>Minimax</vt:lpstr>
      <vt:lpstr>Game tree</vt:lpstr>
      <vt:lpstr>PowerPoint Presentation</vt:lpstr>
      <vt:lpstr>PowerPoint Presentation</vt:lpstr>
      <vt:lpstr>Minimax tree</vt:lpstr>
      <vt:lpstr>Minimax Tree Evaluation</vt:lpstr>
      <vt:lpstr>Minimax tree</vt:lpstr>
      <vt:lpstr>Minimax Tree Evaluation</vt:lpstr>
      <vt:lpstr>Minimax tree</vt:lpstr>
      <vt:lpstr>Minimax tree</vt:lpstr>
      <vt:lpstr>Minimax tree</vt:lpstr>
      <vt:lpstr>Minimax Complexity Evaluation</vt:lpstr>
      <vt:lpstr>MINIMAX Algorithm</vt:lpstr>
      <vt:lpstr>Steps of NIM Game</vt:lpstr>
      <vt:lpstr>PowerPoint Presentation</vt:lpstr>
      <vt:lpstr>MINMAX steps</vt:lpstr>
      <vt:lpstr>Steps to remember</vt:lpstr>
      <vt:lpstr>Computation in State Space</vt:lpstr>
      <vt:lpstr>MINIMAX algorithm</vt:lpstr>
      <vt:lpstr>Pruning the Minimax Tree</vt:lpstr>
      <vt:lpstr>Shallow and Deep Pruning</vt:lpstr>
      <vt:lpstr>a Cuts</vt:lpstr>
      <vt:lpstr>Alpha-Beta Pruning</vt:lpstr>
      <vt:lpstr>Alpha-Beta Pruning </vt:lpstr>
      <vt:lpstr>Key points about alpha-beta pruning: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Alpha-Beta Procedure: V(J;,)</vt:lpstr>
      <vt:lpstr>PowerPoint Presentation</vt:lpstr>
      <vt:lpstr>How does alpha-beta pruning work? </vt:lpstr>
      <vt:lpstr>a Cut example</vt:lpstr>
      <vt:lpstr>a Cut example</vt:lpstr>
      <vt:lpstr>a Cut example</vt:lpstr>
      <vt:lpstr>a Cut example</vt:lpstr>
      <vt:lpstr>a Cut example</vt:lpstr>
      <vt:lpstr>a Cut example</vt:lpstr>
      <vt:lpstr>a Cut example</vt:lpstr>
      <vt:lpstr>a Cut example</vt:lpstr>
      <vt:lpstr>a Cut example</vt:lpstr>
      <vt:lpstr>a Cut example</vt:lpstr>
      <vt:lpstr>b cuts</vt:lpstr>
      <vt:lpstr>b Cut example</vt:lpstr>
      <vt:lpstr>Move Ordering in Pruning </vt:lpstr>
      <vt:lpstr>Rules to find Good ordering </vt:lpstr>
      <vt:lpstr>a-b Pruning</vt:lpstr>
      <vt:lpstr>a-b Pruning</vt:lpstr>
      <vt:lpstr>Pruning at MAX node</vt:lpstr>
      <vt:lpstr>Idea of a-b Pruning</vt:lpstr>
      <vt:lpstr>Pruning at MIN node</vt:lpstr>
      <vt:lpstr>Utility Evaluation Function</vt:lpstr>
      <vt:lpstr>Utility Evaluation</vt:lpstr>
      <vt:lpstr>Utility Evaluation</vt:lpstr>
      <vt:lpstr>Evaluation functions</vt:lpstr>
      <vt:lpstr>Evaluation functions</vt:lpstr>
      <vt:lpstr>Evaluation Functions for Ordering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John and Michelle Keyser</dc:creator>
  <cp:lastModifiedBy>Dr Anup Nandy</cp:lastModifiedBy>
  <cp:revision>72</cp:revision>
  <dcterms:created xsi:type="dcterms:W3CDTF">2008-01-25T07:26:01Z</dcterms:created>
  <dcterms:modified xsi:type="dcterms:W3CDTF">2026-02-06T08:07:58Z</dcterms:modified>
</cp:coreProperties>
</file>